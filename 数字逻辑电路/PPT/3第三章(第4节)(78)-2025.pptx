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3" r:id="rId9"/>
    <p:sldMasterId id="2147483745" r:id="rId10"/>
    <p:sldMasterId id="2147483757" r:id="rId11"/>
    <p:sldMasterId id="2147483769" r:id="rId12"/>
    <p:sldMasterId id="2147483781" r:id="rId13"/>
  </p:sldMasterIdLst>
  <p:notesMasterIdLst>
    <p:notesMasterId r:id="rId18"/>
  </p:notesMasterIdLst>
  <p:sldIdLst>
    <p:sldId id="528" r:id="rId14"/>
    <p:sldId id="529" r:id="rId15"/>
    <p:sldId id="530" r:id="rId16"/>
    <p:sldId id="531" r:id="rId17"/>
    <p:sldId id="532" r:id="rId19"/>
    <p:sldId id="533" r:id="rId20"/>
    <p:sldId id="534" r:id="rId21"/>
    <p:sldId id="720" r:id="rId22"/>
    <p:sldId id="721" r:id="rId23"/>
    <p:sldId id="722" r:id="rId24"/>
    <p:sldId id="723" r:id="rId25"/>
    <p:sldId id="724" r:id="rId26"/>
    <p:sldId id="725" r:id="rId27"/>
    <p:sldId id="535" r:id="rId28"/>
    <p:sldId id="536" r:id="rId29"/>
    <p:sldId id="537" r:id="rId30"/>
    <p:sldId id="589" r:id="rId31"/>
    <p:sldId id="538" r:id="rId32"/>
    <p:sldId id="539" r:id="rId33"/>
    <p:sldId id="590" r:id="rId34"/>
    <p:sldId id="540" r:id="rId35"/>
    <p:sldId id="541" r:id="rId36"/>
    <p:sldId id="542" r:id="rId37"/>
    <p:sldId id="543" r:id="rId38"/>
    <p:sldId id="591" r:id="rId39"/>
    <p:sldId id="544" r:id="rId40"/>
    <p:sldId id="545" r:id="rId41"/>
    <p:sldId id="546" r:id="rId42"/>
    <p:sldId id="547" r:id="rId43"/>
    <p:sldId id="548" r:id="rId44"/>
    <p:sldId id="549" r:id="rId45"/>
    <p:sldId id="550" r:id="rId46"/>
    <p:sldId id="551" r:id="rId47"/>
    <p:sldId id="552" r:id="rId48"/>
    <p:sldId id="553" r:id="rId49"/>
    <p:sldId id="554" r:id="rId50"/>
    <p:sldId id="555" r:id="rId51"/>
    <p:sldId id="556" r:id="rId52"/>
    <p:sldId id="557" r:id="rId53"/>
    <p:sldId id="558" r:id="rId54"/>
    <p:sldId id="559" r:id="rId55"/>
    <p:sldId id="560" r:id="rId56"/>
    <p:sldId id="561"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75" r:id="rId71"/>
    <p:sldId id="576" r:id="rId72"/>
    <p:sldId id="577" r:id="rId73"/>
    <p:sldId id="578" r:id="rId74"/>
    <p:sldId id="579" r:id="rId75"/>
    <p:sldId id="580" r:id="rId76"/>
    <p:sldId id="828" r:id="rId77"/>
    <p:sldId id="581" r:id="rId78"/>
    <p:sldId id="592" r:id="rId79"/>
    <p:sldId id="593" r:id="rId80"/>
    <p:sldId id="594" r:id="rId81"/>
    <p:sldId id="595" r:id="rId82"/>
    <p:sldId id="597" r:id="rId83"/>
    <p:sldId id="845" r:id="rId84"/>
    <p:sldId id="598" r:id="rId85"/>
    <p:sldId id="599" r:id="rId86"/>
    <p:sldId id="600" r:id="rId87"/>
    <p:sldId id="601" r:id="rId88"/>
    <p:sldId id="602" r:id="rId89"/>
    <p:sldId id="603" r:id="rId90"/>
    <p:sldId id="604" r:id="rId91"/>
    <p:sldId id="605" r:id="rId92"/>
  </p:sldIdLst>
  <p:sldSz cx="9144000" cy="5143500"/>
  <p:notesSz cx="6858000" cy="9144000"/>
  <p:custDataLst>
    <p:tags r:id="rId97"/>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wu" initials="w"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0000"/>
    <a:srgbClr val="0000FF"/>
    <a:srgbClr val="0000CC"/>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5254"/>
    <p:restoredTop sz="84782"/>
  </p:normalViewPr>
  <p:slideViewPr>
    <p:cSldViewPr showGuides="1">
      <p:cViewPr varScale="1">
        <p:scale>
          <a:sx n="82" d="100"/>
          <a:sy n="82" d="100"/>
        </p:scale>
        <p:origin x="-72" y="-642"/>
      </p:cViewPr>
      <p:guideLst>
        <p:guide orient="horz" pos="1364"/>
        <p:guide pos="30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7.xml"/><Relationship Id="rId96" Type="http://schemas.openxmlformats.org/officeDocument/2006/relationships/commentAuthors" Target="commentAuthors.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78.xml"/><Relationship Id="rId91" Type="http://schemas.openxmlformats.org/officeDocument/2006/relationships/slide" Target="slides/slide77.xml"/><Relationship Id="rId90" Type="http://schemas.openxmlformats.org/officeDocument/2006/relationships/slide" Target="slides/slide76.xml"/><Relationship Id="rId9" Type="http://schemas.openxmlformats.org/officeDocument/2006/relationships/slideMaster" Target="slideMasters/slideMaster8.xml"/><Relationship Id="rId89" Type="http://schemas.openxmlformats.org/officeDocument/2006/relationships/slide" Target="slides/slide75.xml"/><Relationship Id="rId88" Type="http://schemas.openxmlformats.org/officeDocument/2006/relationships/slide" Target="slides/slide74.xml"/><Relationship Id="rId87" Type="http://schemas.openxmlformats.org/officeDocument/2006/relationships/slide" Target="slides/slide73.xml"/><Relationship Id="rId86" Type="http://schemas.openxmlformats.org/officeDocument/2006/relationships/slide" Target="slides/slide72.xml"/><Relationship Id="rId85" Type="http://schemas.openxmlformats.org/officeDocument/2006/relationships/slide" Target="slides/slide71.xml"/><Relationship Id="rId84" Type="http://schemas.openxmlformats.org/officeDocument/2006/relationships/slide" Target="slides/slide70.xml"/><Relationship Id="rId83" Type="http://schemas.openxmlformats.org/officeDocument/2006/relationships/slide" Target="slides/slide69.xml"/><Relationship Id="rId82" Type="http://schemas.openxmlformats.org/officeDocument/2006/relationships/slide" Target="slides/slide68.xml"/><Relationship Id="rId81" Type="http://schemas.openxmlformats.org/officeDocument/2006/relationships/slide" Target="slides/slide67.xml"/><Relationship Id="rId80" Type="http://schemas.openxmlformats.org/officeDocument/2006/relationships/slide" Target="slides/slide66.xml"/><Relationship Id="rId8" Type="http://schemas.openxmlformats.org/officeDocument/2006/relationships/slideMaster" Target="slideMasters/slideMaster7.xml"/><Relationship Id="rId79" Type="http://schemas.openxmlformats.org/officeDocument/2006/relationships/slide" Target="slides/slide65.xml"/><Relationship Id="rId78" Type="http://schemas.openxmlformats.org/officeDocument/2006/relationships/slide" Target="slides/slide64.xml"/><Relationship Id="rId77" Type="http://schemas.openxmlformats.org/officeDocument/2006/relationships/slide" Target="slides/slide63.xml"/><Relationship Id="rId76" Type="http://schemas.openxmlformats.org/officeDocument/2006/relationships/slide" Target="slides/slide62.xml"/><Relationship Id="rId75" Type="http://schemas.openxmlformats.org/officeDocument/2006/relationships/slide" Target="slides/slide61.xml"/><Relationship Id="rId74" Type="http://schemas.openxmlformats.org/officeDocument/2006/relationships/slide" Target="slides/slide60.xml"/><Relationship Id="rId73" Type="http://schemas.openxmlformats.org/officeDocument/2006/relationships/slide" Target="slides/slide59.xml"/><Relationship Id="rId72" Type="http://schemas.openxmlformats.org/officeDocument/2006/relationships/slide" Target="slides/slide58.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slide" Target="slides/slide49.xml"/><Relationship Id="rId62" Type="http://schemas.openxmlformats.org/officeDocument/2006/relationships/slide" Target="slides/slide48.xml"/><Relationship Id="rId61" Type="http://schemas.openxmlformats.org/officeDocument/2006/relationships/slide" Target="slides/slide47.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notesMaster" Target="notesMasters/notesMaster1.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5-22T08:39:56.765" idx="1">
    <p:pos x="1203" y="1461"/>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5"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8F43F7-FA8E-48FB-B354-79FCE2E6669E}"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48484" name="幻灯片图像占位符 3"/>
          <p:cNvSpPr>
            <a:spLocks noGrp="1"/>
          </p:cNvSpPr>
          <p:nvPr>
            <p:ph type="sldImg" idx="2"/>
          </p:nvPr>
        </p:nvSpPr>
        <p:spPr>
          <a:xfrm>
            <a:off x="381000" y="685800"/>
            <a:ext cx="6096000" cy="3429000"/>
          </a:xfrm>
          <a:prstGeom prst="rect">
            <a:avLst/>
          </a:prstGeom>
          <a:noFill/>
          <a:ln w="9525">
            <a:noFill/>
          </a:ln>
        </p:spPr>
      </p:sp>
      <p:sp>
        <p:nvSpPr>
          <p:cNvPr id="13317"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3318"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9"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14A17-7E32-483F-BC19-7149E3021B1A}"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幻灯片图像占位符 357377"/>
          <p:cNvSpPr>
            <a:spLocks noGrp="1" noTextEdit="1"/>
          </p:cNvSpPr>
          <p:nvPr>
            <p:ph type="sldImg"/>
          </p:nvPr>
        </p:nvSpPr>
        <p:spPr/>
      </p:sp>
      <p:sp>
        <p:nvSpPr>
          <p:cNvPr id="357379" name="文本占位符 357378"/>
          <p:cNvSpPr/>
          <p:nvPr>
            <p:ph type="body" idx="1"/>
          </p:nvPr>
        </p:nvSpPr>
        <p:spPr/>
        <p:txBody>
          <a:bodyPr/>
          <a:p>
            <a:pPr lvl="0"/>
            <a:r>
              <a:rPr lang="zh-CN" altLang="en-US" dirty="0"/>
              <a:t>可以用同步时序电路设计办法设计出该电路：</a:t>
            </a:r>
            <a:r>
              <a:rPr lang="en-US" altLang="zh-CN"/>
              <a:t>16</a:t>
            </a:r>
            <a:r>
              <a:rPr lang="zh-CN" altLang="en-US" dirty="0"/>
              <a:t>个状态的状态表；</a:t>
            </a:r>
            <a:r>
              <a:rPr lang="en-US" altLang="zh-CN"/>
              <a:t>4</a:t>
            </a:r>
            <a:r>
              <a:rPr lang="zh-CN" altLang="en-US" dirty="0"/>
              <a:t>张卡诺图。</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采用无使能的</a:t>
            </a:r>
            <a:r>
              <a:rPr lang="en-US" altLang="zh-CN"/>
              <a:t>T</a:t>
            </a:r>
            <a:r>
              <a:rPr lang="zh-CN" altLang="en-US"/>
              <a:t>则不要</a:t>
            </a:r>
            <a:r>
              <a:rPr lang="en-US" altLang="zh-CN"/>
              <a:t>EN</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幻灯片图像占位符 358401"/>
          <p:cNvSpPr>
            <a:spLocks noGrp="1" noTextEdit="1"/>
          </p:cNvSpPr>
          <p:nvPr>
            <p:ph type="sldImg"/>
          </p:nvPr>
        </p:nvSpPr>
        <p:spPr/>
      </p:sp>
      <p:sp>
        <p:nvSpPr>
          <p:cNvPr id="358403" name="文本占位符 358402"/>
          <p:cNvSpPr/>
          <p:nvPr>
            <p:ph type="body" idx="1"/>
          </p:nvPr>
        </p:nvSpPr>
        <p:spPr/>
        <p:txBody>
          <a:bodyPr/>
          <a:p>
            <a:pPr lvl="0"/>
            <a:r>
              <a:rPr lang="zh-CN" altLang="en-US" dirty="0"/>
              <a:t>此电路的</a:t>
            </a:r>
            <a:r>
              <a:rPr lang="en-US" altLang="zh-CN" dirty="0"/>
              <a:t>D</a:t>
            </a:r>
            <a:r>
              <a:rPr lang="zh-CN" altLang="en-US" dirty="0"/>
              <a:t>触发器必须有异步置数和清零功能。触发器为同步清零及置数功能则给出的电路是错误的，必须采用预置位电路！</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幻灯片图像占位符 359425"/>
          <p:cNvSpPr>
            <a:spLocks noGrp="1" noTextEdit="1"/>
          </p:cNvSpPr>
          <p:nvPr>
            <p:ph type="sldImg"/>
          </p:nvPr>
        </p:nvSpPr>
        <p:spPr/>
      </p:sp>
      <p:sp>
        <p:nvSpPr>
          <p:cNvPr id="359427" name="文本占位符 359426"/>
          <p:cNvSpPr/>
          <p:nvPr>
            <p:ph type="body" idx="1"/>
          </p:nvPr>
        </p:nvSpPr>
        <p:spPr/>
        <p:txBody>
          <a:bodyPr/>
          <a:p>
            <a:pPr lvl="0"/>
            <a:r>
              <a:rPr lang="zh-CN" altLang="en-US" dirty="0"/>
              <a:t>从电路图中能看出此电路是同步清零功能的。</a:t>
            </a:r>
            <a:r>
              <a:rPr lang="en-US" altLang="zh-CN" dirty="0"/>
              <a:t>ENP</a:t>
            </a:r>
            <a:r>
              <a:rPr lang="zh-CN" altLang="zh-CN" dirty="0"/>
              <a:t>干啥用呢？计数使能，否则计数器保持当前状态不变！</a:t>
            </a:r>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/GO</a:t>
            </a:r>
            <a:r>
              <a:rPr lang="zh-CN" altLang="en-US"/>
              <a:t>这个信号用于启动该计数器工作一次的信号。老教材中的一个例子（</a:t>
            </a:r>
            <a:r>
              <a:rPr lang="en-US" altLang="zh-CN"/>
              <a:t>P227-228</a:t>
            </a:r>
            <a:r>
              <a:rPr lang="zh-CN" altLang="en-US"/>
              <a:t>）。</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8295C79-515B-4248-84CA-FA2539F643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77C4A2-4229-4B5F-82A6-EA255EEB37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5C44188-7F89-4603-9378-F2AAEC100C6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370A3E-E7E8-4B71-93D9-13A8F890FA6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54882B-9E7B-454D-BC0A-06F867EC84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D0C29A-DFC5-44D4-B37F-065B34E89A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E0D14D-205C-4FAE-820D-B02AC1A9170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21D15B-1FEC-4336-9895-815D04586D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933931E-33D6-44EF-ABB0-15FF7C5348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F388114-B1B8-4B5D-9FC3-93896B89AC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310840-15F0-4D76-B9A2-E5F34A9A38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145C047-3D19-414C-B2E3-D4EEA5AB5F3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41D8CFB-97CF-4617-9D17-6BBCAEDCA3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74A93A6-BD1E-469D-A516-027AD0DF498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05ABD-002A-4E8F-897C-D2712189FF3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58A38E-523B-4EBD-B3DF-9C70ABBC236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75CB086-7CCA-4552-A640-7C9FCDFD51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CC222F-9A5D-483F-8F90-7014BDA629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790BB1-0A47-45E9-8E42-00FA5E2656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AE726A-C9D2-4289-A307-D7BF4BCE2E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162210-D410-4587-97F7-00E031B6D9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2370370-7FB2-493E-95CB-317768DAA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B06BC0-4074-4DC6-8C7E-A11309B929A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61A1D5-1986-4784-B733-2303EE3870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42BBE6-8338-4309-A45A-635D094B6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BC433E-1A96-45B4-A14F-34495EFC1F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56C322-497E-42E7-A392-53436614869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CED6E5-0027-4646-9480-181C0C6A66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AEAC2-7CEF-45B2-8B49-81EA7D27FF2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D3F405-899D-4454-88EA-19E981E47D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E92EAB-1FFD-41F1-92CE-A098E2F116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4B0831-5B34-4287-9833-5560495C078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D38885-6775-4A49-9D98-1E175DE548F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28B6EB-F382-4C7B-B0F5-DC6150DFFA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908977-4B25-4ABE-848D-FB3E02DA1B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550131D-5722-4C24-9D1D-6B0350D95B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0CDDC2-5E51-472B-B20C-3F2BE8129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52707-DC22-458D-A1E9-F06505667A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BDBBE82-1185-489C-8D22-6CA7C10B14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4835D3-305C-4BA8-B7EE-216D3CFDDB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5526D2-3B54-4C99-8F86-3C7F95E384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A6B9D3-0DF5-426A-9FD0-3A8692AE5E1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2EA89AD-FE0B-4EBB-A66B-E4819579F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754422-4713-4051-A7A1-1719CA03854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0AE980-2FBF-4870-B2BA-FB5CBD4F5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9BC179-9B54-4E27-8EF0-55BBA9E092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F8986F-2296-4980-BD13-22294F8BE2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CB17B-E5E3-4909-8321-BC6A161BA21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53ACE1-82FE-448E-91BB-84584DACB38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73E126-D84B-4FA9-A47E-58885D81DD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B7C263-4EB1-45FA-96EE-D409DCA63DF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769956-9271-45DB-B55C-A2A5D1DE1CC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1AB0935-34AE-4002-9D02-3C7B4DC103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9B6EB7-7F7A-4108-9A31-D81F7F6B81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F8261A-B7BE-4363-AFE9-A5502C743C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4E3C3D-9165-48F3-AC1D-ECF87516109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88E05E-8219-4A57-9FE3-5A338B803B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A2C1A0-F926-472B-920C-1FA5C07A98B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19FA134-C16D-45BA-832E-6599447E64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25568B-8119-48F6-9C0B-F9ED158089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5D16D1-852D-4616-9ECD-C4A77BC8B3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919C14-5D65-4C13-93E3-A6CCFEB893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63C722-C42E-4E67-9B53-1AA0440C4C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ACACCF-C7EF-491C-80F8-26E0D8604E0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0F0518-AAA6-409E-8DB1-4E9B6FF914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837FC1-3EA3-492D-A604-24B1E7AD19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36CC2E-5409-429B-9885-470F22E659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FE0030-F650-45B3-BF3B-9EBDD69D893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8D3D0E-5D15-45E4-9A82-92E5E0609A7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F90F10-6761-4715-850F-B1C8F9F490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4DA360-3840-43BC-9989-EA9076D560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F31115-0DBF-4B21-8F68-BE28B3F8EA7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CAA05C5-082A-441B-87C9-41AD9B537C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C3CE34-6529-4E9D-B9A5-80A3921A95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90A1434-16A7-46BC-A4AB-0C70AB5B8E2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3F5BAA8-0171-4198-83E4-8245EADD30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8102A05-4699-403B-9469-E22994945C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9C1183-C273-4D7B-A830-C516B10025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A364712-61BB-40CC-9704-BC80A04FA02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95242A-FBD5-4A4C-A23B-D7A418119F5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0CBFFD-0E39-4548-A408-0CE73A613FE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128F06-995E-4A1F-BFED-781C97FB362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25274B-8469-4E31-92D2-5818403C13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73661-5667-4EEC-8F26-73783BD6C92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E018708-D6FE-48B3-AD4D-12B10DCA39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A669D5-2DB2-4350-9BAB-AAE99AE153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338850-A430-4B57-AE6E-FCF5A7E05B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31168D-D662-49E3-B489-B0F91CED1C4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FFE400-BE2B-41D4-BC04-46033E9065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D35B21-C558-4429-B7A4-82C0E6E597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B059F8-9D5B-47BA-92ED-7722E0468E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EB1B25-697B-4AFE-AB86-9E8DD31DD30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676FB8A-19B1-4B2B-96CC-05DA9AEEB4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E0646-B74D-460A-BD7A-0D36CE3AFE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375232-C69B-4FE1-93A0-1F924B66EF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83ED051-DA3A-4E8F-A8BB-4717AA634FF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1855B73-081D-4614-A025-ED9B78FF7E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7A5954-8BF3-4A84-B27C-2F65E14AE59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A42DAD-FA1D-4CA5-9465-958080C8A9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661E0B-FD7D-4C55-A4D3-2F841E2A09C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B8A5B9-5E93-4FEF-99B1-6CEEAED1A1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7DE27D-0E1E-4D84-B7E4-5A19CA6FBF0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6D89764-86C9-49EF-8F5E-D00001C1A4C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DCFE4C-A43D-4156-96B0-D0539D6AFD4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0FE7E8-3693-48C3-A083-7C267B0C847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F416D3-4CCE-4D74-83E4-0BCB1971BE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ADE830-2644-424A-B826-C6EA3CA8CEB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3EFEE0A-2D01-466F-955F-9D1FE6DBC5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836E31-F0D3-4533-A3CD-E94B735AF3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E391071-0014-4F5C-BA65-8B028BA894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DDC321-A03A-487A-B204-7A2088404A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824AD0-8BF8-4D91-BDCC-5A84493355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8DC961C-0562-48AD-9B58-A298A288BE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603BED-F0CE-4D07-9E9C-A7A0D3F3668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7B1D3A-7877-45E8-8E63-5B9546D79D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2842C32-FC80-4DA1-B53A-F80C58FAFD3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12C7D-39BC-4CE9-B9C3-87E6946241E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B89FB7-450A-4165-B563-2CC5A181312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7B53C7-46CA-4FDE-BD00-A9222F4D21A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A3E2F-47C0-474B-B2FE-39657DADE84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9EF2D3-364C-44B8-A496-42F0344554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5269985-ADC2-43B0-A5A3-977EDAA276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A2493F3-09B0-4E2A-A447-FAB4ECA8E6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CD4514-23BD-4AAE-A05C-1DFA3AFDE7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87F7EE-2ED8-42BF-A24A-21A521A5BB3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93E85D-C279-4A08-93CD-D6D55B71319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E18E313-F43F-4306-ACC2-67979AED25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3FA8D33-4648-48CE-AFD9-DB364807D8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1B2E14-29B3-426A-A6EB-8C5B5076233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6CB406-3EBD-4DCD-ACB0-F73916F0297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2B88FA-9A7E-4B3B-88FD-40947028324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BDBE07-E675-4C33-8ACD-F5C53093EE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2A43E8A-566F-4FCE-90D0-F3DE477A014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1343D6-FE14-4630-9FC9-8AF5B92DE6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ECC98B-A877-4FDB-B027-14B46718520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687413-4089-4A4B-B494-25161899B6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50CCF2-DB86-4A72-9A59-2F03E7CEDE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DBE380-28EA-4C18-8E68-54176595CE7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6992DA-F5C7-4C4E-AF65-73A938E2EC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C0E633-A743-4723-AA46-ACD1AA48992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A538FB-39BD-4218-8FFE-E1E50F0F1B0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DCDD53-9130-44B2-AA8E-91A4163C0D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433AAA2-E31C-4E15-B5D3-70F3869C9B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63652F9-4364-4BA0-B659-7CD619D8C2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7ED50EE-DDA0-4AD1-911C-DE53BCC182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3A5C35-9163-4262-A038-18E394FF234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BED121-22A1-446E-9DA7-49898C72CD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99076-7FA4-49A8-9505-F73EE6DEAC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33501A-52C3-486B-A18A-15FE7428278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2ADD75-A750-4DFA-A18F-8C704FB4D3D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296BE5-F47A-4630-A7C6-1DAA9E73F4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65AB17-4AF3-4043-8208-62DAE183D4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F82A4E-2CD9-4C1F-BD74-82FFA7408B1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D8093B-A2A3-49BF-A972-709363D1AD0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457200" y="1200150"/>
            <a:ext cx="4038600" cy="339447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0"/>
            <a:ext cx="4038600" cy="339447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7664EB8-EC5D-4B02-9C69-47B18D719972}"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3B3550-C9D8-4465-94A7-2949BF7037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8070F3-2EFA-47D6-9FAF-9DFFA7B6E5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A8931A1-8DDB-49C7-A3F8-B0AD4C961F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1E097-6BD3-43FD-9708-3E8367DAB8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0B829A0-D70E-4A6A-80D9-38AAE7D82F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A735DB-EE05-417F-82C9-EDCDDABDE4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0814AB-AA6A-463D-A506-86359C9D444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0626A2-B801-4156-BAB6-5F1595DA8C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2F94107-3186-4E53-B55B-1548692193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3F68A-CBAB-4EF0-B3BB-F0E2025D1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A3D86BC-9F06-4F9A-B828-C5D41A2EC3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0787F7-4549-414D-B5C0-2354480105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F188EFC-A508-4B18-97AF-5ABD3515F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14FE9F-7BE3-48E3-8B1A-CE31110B9B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01CA2D-D24C-4C78-A411-071861F009B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1B6499-792F-459B-8F39-08A9BA2D3F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1C6040-5B65-4710-9F3A-01D53F3C69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CFAD85-AFB4-4E28-858B-DC4837392D9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9E0A5F-96EE-4C75-B42A-300C505584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477448-3B95-48E6-9A9C-30C6E927F4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78BB952-0332-48D0-AC79-AEDBC34E361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69C4E-C393-45E9-9607-355B48976B0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D053B17-8FD0-4611-8632-BEB2CB94C8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E31C8-3A7A-4BA3-9A0A-70C145DF94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15367-D7D8-4D63-8119-9B1A65F355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551F9DE-3FF8-437F-BC36-826F939F43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99E3CC-AB69-42E8-BBD7-BE1E6FA4399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953629-92A0-4DC5-BC75-C443601738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6E81E30-0FF5-46A7-B78B-4468B110EC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8A4324-93CC-48B8-990B-456718EC44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49C371-A0D7-4C44-8029-54F7F0DEF4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DE543A-0769-4046-9B2A-631BF4B215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998465E-69FC-4C11-9A41-10A1143829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B0697EF-685C-4207-A85A-067F52EE69A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DCA6466-A2D7-4209-88D1-53F5FCE158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433889-7239-4E84-B5BE-3F3C4C4781C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CAB21A2-4099-48EE-8BC5-B931B8B50EA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3DFEA-F4F2-49FF-AD98-268D7F84B4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939342-E691-4105-8CE6-3E95EA0238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8868CE-2CE3-442D-8E10-F13F4C0D6A5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A13CDD-B56C-42D8-B58C-006FF8718EB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A5CEF6-B545-44BC-B31D-63434FE791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3A1A111-BCB5-41C5-A97A-54B73B00BF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EDE904F-6381-4832-AE13-F884EEFAB4E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1436542-2837-471E-89FD-61FC47A888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1824CC-E9B4-4C68-A1CE-A952F90B03B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8214CF-B4C3-4138-9A1E-0C65948134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2E0978-4A7B-43B4-B50F-617162AC395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1C74CB-CD24-404E-A14B-5BA193ADB0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565FA0-6AB3-443F-8975-DEE2F85FB2D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971CF3-4279-4048-86B1-4BED2651EB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214FB04-B793-4A22-AD6B-1B1FD6DDFB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497471E-4140-4498-A4B1-634576B49A2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DBE206A-5E16-4ECC-9DC4-D3A0DA87EBD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1AC052-5676-46EE-AC68-A387E5F7030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E7BC7-5F31-4F13-A600-B59E81619E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2E2CE2-4F23-49D5-9189-2439D0040E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22AE64-B4F5-49F4-9E9B-300A20AEC1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830197-FBA5-49F2-9697-34ACBABFB62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534EC7-7722-4905-8DAE-4154196B8D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966C07-892C-4E5C-A896-950A99D3C2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064FF8-2881-4536-9D59-2C3F8F18A4A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23C27-62DE-4B59-B8AB-0DA4A6C110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6C4B3D-FC7E-48DE-9B41-BFFD5133ED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CD09F00-A887-4F21-A757-FD34FD1F32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1265CA-EF5E-4172-8BCE-C96728F41FD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3.png"/><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78.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4" Type="http://schemas.openxmlformats.org/officeDocument/2006/relationships/theme" Target="../theme/theme10.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0.xml"/><Relationship Id="rId8" Type="http://schemas.openxmlformats.org/officeDocument/2006/relationships/slideLayout" Target="../slideLayouts/slideLayout119.xml"/><Relationship Id="rId7" Type="http://schemas.openxmlformats.org/officeDocument/2006/relationships/slideLayout" Target="../slideLayouts/slideLayout118.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 Id="rId3" Type="http://schemas.openxmlformats.org/officeDocument/2006/relationships/slideLayout" Target="../slideLayouts/slideLayout114.xml"/><Relationship Id="rId2" Type="http://schemas.openxmlformats.org/officeDocument/2006/relationships/slideLayout" Target="../slideLayouts/slideLayout113.xml"/><Relationship Id="rId14" Type="http://schemas.openxmlformats.org/officeDocument/2006/relationships/theme" Target="../theme/theme1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 Type="http://schemas.openxmlformats.org/officeDocument/2006/relationships/slideLayout" Target="../slideLayouts/slideLayout11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1.xml"/><Relationship Id="rId8" Type="http://schemas.openxmlformats.org/officeDocument/2006/relationships/slideLayout" Target="../slideLayouts/slideLayout130.xml"/><Relationship Id="rId7" Type="http://schemas.openxmlformats.org/officeDocument/2006/relationships/slideLayout" Target="../slideLayouts/slideLayout129.xml"/><Relationship Id="rId6" Type="http://schemas.openxmlformats.org/officeDocument/2006/relationships/slideLayout" Target="../slideLayouts/slideLayout128.xml"/><Relationship Id="rId5" Type="http://schemas.openxmlformats.org/officeDocument/2006/relationships/slideLayout" Target="../slideLayouts/slideLayout127.xml"/><Relationship Id="rId4" Type="http://schemas.openxmlformats.org/officeDocument/2006/relationships/slideLayout" Target="../slideLayouts/slideLayout126.xml"/><Relationship Id="rId3" Type="http://schemas.openxmlformats.org/officeDocument/2006/relationships/slideLayout" Target="../slideLayouts/slideLayout125.xml"/><Relationship Id="rId2" Type="http://schemas.openxmlformats.org/officeDocument/2006/relationships/slideLayout" Target="../slideLayouts/slideLayout124.xml"/><Relationship Id="rId14" Type="http://schemas.openxmlformats.org/officeDocument/2006/relationships/theme" Target="../theme/theme12.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33.xml"/><Relationship Id="rId10" Type="http://schemas.openxmlformats.org/officeDocument/2006/relationships/slideLayout" Target="../slideLayouts/slideLayout132.xml"/><Relationship Id="rId1"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4651C4-0138-435A-B31C-4C26367226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FD4AA-C305-4B1F-A1E6-A2F4C48772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B893C9-C005-47BD-92CD-65D36D1888B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7C41D79-B248-4918-B85F-5141D549D18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74A2B5B-C93A-495B-8FA5-D7BDB1B705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F7ABBB-9623-45A2-9145-6AB9152B7E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894C10-1153-4EBD-8B6F-8F1D9363B4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EA545D-769E-45E8-BC6C-FE5ECFA3E2A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223"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4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126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1267" name="组合 9"/>
          <p:cNvGrpSpPr/>
          <p:nvPr userDrawn="1"/>
        </p:nvGrpSpPr>
        <p:grpSpPr>
          <a:xfrm>
            <a:off x="539750" y="52388"/>
            <a:ext cx="1628775" cy="487362"/>
            <a:chOff x="0" y="0"/>
            <a:chExt cx="5804" cy="1740"/>
          </a:xfrm>
        </p:grpSpPr>
        <p:pic>
          <p:nvPicPr>
            <p:cNvPr id="1127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126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271"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229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2291" name="组合 9"/>
          <p:cNvGrpSpPr/>
          <p:nvPr userDrawn="1"/>
        </p:nvGrpSpPr>
        <p:grpSpPr>
          <a:xfrm>
            <a:off x="539750" y="52388"/>
            <a:ext cx="1628775" cy="487362"/>
            <a:chOff x="0" y="0"/>
            <a:chExt cx="5804" cy="1740"/>
          </a:xfrm>
        </p:grpSpPr>
        <p:pic>
          <p:nvPicPr>
            <p:cNvPr id="1229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229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2295"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73.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3.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1.png"/><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2.vml"/><Relationship Id="rId3" Type="http://schemas.openxmlformats.org/officeDocument/2006/relationships/slideLayout" Target="../slideLayouts/slideLayout73.xml"/><Relationship Id="rId2" Type="http://schemas.openxmlformats.org/officeDocument/2006/relationships/image" Target="../media/image12.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3.xml"/><Relationship Id="rId2" Type="http://schemas.openxmlformats.org/officeDocument/2006/relationships/image" Target="../media/image13.wmf"/><Relationship Id="rId1"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3.xml"/><Relationship Id="rId2" Type="http://schemas.openxmlformats.org/officeDocument/2006/relationships/image" Target="../media/image14.png"/><Relationship Id="rId1"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3.xml"/><Relationship Id="rId2" Type="http://schemas.openxmlformats.org/officeDocument/2006/relationships/image" Target="../media/image15.wmf"/><Relationship Id="rId1"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73.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3.xml"/><Relationship Id="rId1" Type="http://schemas.openxmlformats.org/officeDocument/2006/relationships/tags" Target="../tags/tag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8.png"/><Relationship Id="rId1" Type="http://schemas.openxmlformats.org/officeDocument/2006/relationships/image" Target="../media/image17.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19.png"/><Relationship Id="rId1" Type="http://schemas.openxmlformats.org/officeDocument/2006/relationships/tags" Target="../tags/tag6.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1.png"/><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4.png"/><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slideLayout" Target="../slideLayouts/slideLayout73.xml"/><Relationship Id="rId1" Type="http://schemas.openxmlformats.org/officeDocument/2006/relationships/image" Target="../media/image2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8.png"/><Relationship Id="rId1" Type="http://schemas.openxmlformats.org/officeDocument/2006/relationships/image" Target="../media/image27.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28.png"/><Relationship Id="rId1" Type="http://schemas.openxmlformats.org/officeDocument/2006/relationships/image" Target="../media/image2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31.png"/><Relationship Id="rId1" Type="http://schemas.openxmlformats.org/officeDocument/2006/relationships/image" Target="../media/image3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image" Target="../media/image34.png"/><Relationship Id="rId1" Type="http://schemas.openxmlformats.org/officeDocument/2006/relationships/image" Target="../media/image33.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3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07" name="标题 1"/>
          <p:cNvSpPr>
            <a:spLocks noGrp="1"/>
          </p:cNvSpPr>
          <p:nvPr>
            <p:ph type="title"/>
          </p:nvPr>
        </p:nvSpPr>
        <p:spPr>
          <a:xfrm>
            <a:off x="2566988" y="2020888"/>
            <a:ext cx="3852862" cy="971550"/>
          </a:xfrm>
          <a:prstGeom prst="rect">
            <a:avLst/>
          </a:prstGeom>
          <a:noFill/>
          <a:ln w="9525">
            <a:noFill/>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49508"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49509" name="矩形 8"/>
          <p:cNvSpPr/>
          <p:nvPr/>
        </p:nvSpPr>
        <p:spPr>
          <a:xfrm>
            <a:off x="0" y="-19050"/>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0"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1"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2" charset="-122"/>
                <a:ea typeface="黑体" panose="02010609060101010101" pitchFamily="2" charset="-122"/>
              </a:rPr>
              <a:t>数 字 逻 辑 电 路</a:t>
            </a:r>
            <a:endParaRPr lang="zh-CN" altLang="en-US" sz="4400" dirty="0">
              <a:solidFill>
                <a:schemeClr val="tx1"/>
              </a:solidFill>
              <a:latin typeface="黑体" panose="02010609060101010101" pitchFamily="2" charset="-122"/>
              <a:ea typeface="黑体" panose="02010609060101010101" pitchFamily="2" charset="-122"/>
            </a:endParaRPr>
          </a:p>
        </p:txBody>
      </p:sp>
      <p:sp>
        <p:nvSpPr>
          <p:cNvPr id="149512"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2" charset="-122"/>
              </a:rPr>
              <a:t>伍卫国</a:t>
            </a:r>
            <a:endParaRPr lang="zh-CN" altLang="en-US" dirty="0">
              <a:solidFill>
                <a:schemeClr val="tx1"/>
              </a:solidFill>
              <a:latin typeface="方正综艺简体" charset="-122"/>
              <a:ea typeface="黑体" panose="02010609060101010101" pitchFamily="2" charset="-122"/>
            </a:endParaRPr>
          </a:p>
        </p:txBody>
      </p:sp>
      <p:grpSp>
        <p:nvGrpSpPr>
          <p:cNvPr id="149513" name="组合 12"/>
          <p:cNvGrpSpPr/>
          <p:nvPr/>
        </p:nvGrpSpPr>
        <p:grpSpPr>
          <a:xfrm>
            <a:off x="466725" y="268288"/>
            <a:ext cx="2322513" cy="696912"/>
            <a:chOff x="0" y="0"/>
            <a:chExt cx="5804" cy="1740"/>
          </a:xfrm>
        </p:grpSpPr>
        <p:pic>
          <p:nvPicPr>
            <p:cNvPr id="149514"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49515"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571500" y="571500"/>
            <a:ext cx="6743700" cy="342900"/>
          </a:xfrm>
          <a:prstGeom prst="rect">
            <a:avLst/>
          </a:prstGeom>
          <a:noFill/>
          <a:ln w="9525">
            <a:noFill/>
          </a:ln>
        </p:spPr>
        <p:txBody>
          <a:bodyPr/>
          <a:p>
            <a:pPr eaLnBrk="1" hangingPunct="1"/>
            <a:r>
              <a:rPr lang="en-US" altLang="zh-CN" sz="2800" b="1">
                <a:solidFill>
                  <a:srgbClr val="FF0000"/>
                </a:solidFill>
                <a:latin typeface="华文新魏" panose="02010800040101010101" pitchFamily="2" charset="-122"/>
                <a:ea typeface="华文新魏" panose="02010800040101010101" pitchFamily="2" charset="-122"/>
              </a:rPr>
              <a:t>3.4</a:t>
            </a:r>
            <a:r>
              <a:rPr lang="zh-CN" altLang="en-US" sz="2800" b="1" dirty="0">
                <a:solidFill>
                  <a:srgbClr val="FF0000"/>
                </a:solidFill>
                <a:latin typeface="华文新魏" panose="02010800040101010101" pitchFamily="2" charset="-122"/>
                <a:ea typeface="华文新魏" panose="02010800040101010101" pitchFamily="2" charset="-122"/>
              </a:rPr>
              <a:t>、常用</a:t>
            </a:r>
            <a:r>
              <a:rPr lang="en-US" altLang="zh-CN" sz="2800" b="1">
                <a:solidFill>
                  <a:srgbClr val="FF0000"/>
                </a:solidFill>
                <a:latin typeface="华文新魏" panose="02010800040101010101" pitchFamily="2" charset="-122"/>
                <a:ea typeface="华文新魏" panose="02010800040101010101" pitchFamily="2" charset="-122"/>
              </a:rPr>
              <a:t>MSI</a:t>
            </a:r>
            <a:r>
              <a:rPr lang="zh-CN" altLang="en-US" sz="2800" b="1" dirty="0">
                <a:solidFill>
                  <a:srgbClr val="FF0000"/>
                </a:solidFill>
                <a:latin typeface="华文新魏" panose="02010800040101010101" pitchFamily="2" charset="-122"/>
                <a:ea typeface="华文新魏" panose="02010800040101010101" pitchFamily="2" charset="-122"/>
              </a:rPr>
              <a:t>时序逻辑器件及其应用</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50531" name="Rectangle 3"/>
          <p:cNvSpPr>
            <a:spLocks noGrp="1"/>
          </p:cNvSpPr>
          <p:nvPr>
            <p:ph type="body" sz="half"/>
          </p:nvPr>
        </p:nvSpPr>
        <p:spPr>
          <a:xfrm>
            <a:off x="1143000" y="1144588"/>
            <a:ext cx="3789363" cy="3876675"/>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80000"/>
              </a:lnSpc>
              <a:buNone/>
            </a:pPr>
            <a:r>
              <a:rPr lang="en-US" altLang="zh-CN" sz="2400" b="1">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计数器及其应用</a:t>
            </a:r>
            <a:endParaRPr lang="en-US" altLang="zh-CN" sz="2400" b="1">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计数器的分类及原理</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计数器及其应用</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寄存器及其应用</a:t>
            </a:r>
            <a:endParaRPr lang="en-US" altLang="zh-CN" sz="2400" b="1">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寄存器的分类</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寄存器及其应用</a:t>
            </a: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a:solidFill>
                  <a:srgbClr val="FF0000"/>
                </a:solidFill>
                <a:highlight>
                  <a:srgbClr val="FFFF00"/>
                </a:highlight>
                <a:latin typeface="华文新魏" panose="02010800040101010101" pitchFamily="2" charset="-122"/>
                <a:ea typeface="华文新魏" panose="02010800040101010101" pitchFamily="2" charset="-122"/>
              </a:rPr>
              <a:t>3. </a:t>
            </a:r>
            <a:r>
              <a:rPr lang="zh-CN" altLang="en-US" sz="2400" b="1" dirty="0">
                <a:solidFill>
                  <a:srgbClr val="FF0000"/>
                </a:solidFill>
                <a:highlight>
                  <a:srgbClr val="FFFF00"/>
                </a:highlight>
                <a:latin typeface="华文新魏" panose="02010800040101010101" pitchFamily="2" charset="-122"/>
                <a:ea typeface="华文新魏" panose="02010800040101010101" pitchFamily="2" charset="-122"/>
              </a:rPr>
              <a:t>定时脉冲产生器</a:t>
            </a:r>
            <a:endParaRPr lang="en-US" altLang="zh-CN" sz="2400" b="1">
              <a:solidFill>
                <a:srgbClr val="FF0000"/>
              </a:solidFill>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highlight>
                  <a:srgbClr val="FFFF00"/>
                </a:highlight>
                <a:latin typeface="华文新魏" panose="02010800040101010101" pitchFamily="2" charset="-122"/>
                <a:ea typeface="华文新魏" panose="02010800040101010101" pitchFamily="2" charset="-122"/>
              </a:rPr>
              <a:t> 定时脉冲源电路</a:t>
            </a:r>
            <a:endParaRPr lang="en-US" altLang="zh-CN" sz="2000" b="1">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highlight>
                  <a:srgbClr val="FFFF00"/>
                </a:highlight>
                <a:latin typeface="华文新魏" panose="02010800040101010101" pitchFamily="2" charset="-122"/>
                <a:ea typeface="华文新魏" panose="02010800040101010101" pitchFamily="2" charset="-122"/>
              </a:rPr>
              <a:t> 节拍脉冲产生器</a:t>
            </a:r>
            <a:endParaRPr lang="en-US" altLang="zh-CN" sz="2000" b="1">
              <a:highlight>
                <a:srgbClr val="FFFF00"/>
              </a:highlight>
              <a:latin typeface="华文新魏" panose="02010800040101010101" pitchFamily="2" charset="-122"/>
              <a:ea typeface="华文新魏" panose="02010800040101010101" pitchFamily="2" charset="-122"/>
            </a:endParaRPr>
          </a:p>
          <a:p>
            <a:pPr lvl="0" eaLnBrk="1" hangingPunct="1">
              <a:lnSpc>
                <a:spcPct val="80000"/>
              </a:lnSpc>
              <a:buNone/>
            </a:pPr>
            <a:endParaRPr lang="en-US" altLang="zh-CN" sz="2000" b="1">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000" b="1">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a:xfrm>
            <a:off x="609600" y="601663"/>
            <a:ext cx="5029200" cy="400050"/>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3.4.1.</a:t>
            </a:r>
            <a:r>
              <a:rPr lang="zh-CN" altLang="en-US" sz="2000" b="1" dirty="0">
                <a:solidFill>
                  <a:srgbClr val="FF0000"/>
                </a:solidFill>
                <a:latin typeface="华文新魏" panose="02010800040101010101" pitchFamily="2" charset="-122"/>
                <a:ea typeface="华文新魏" panose="02010800040101010101" pitchFamily="2" charset="-122"/>
              </a:rPr>
              <a:t>计数器 </a:t>
            </a:r>
            <a:r>
              <a:rPr lang="en-US" altLang="zh-CN" sz="2000" b="1" i="1">
                <a:solidFill>
                  <a:srgbClr val="FF0000"/>
                </a:solidFill>
                <a:latin typeface="华文新魏" panose="02010800040101010101" pitchFamily="2" charset="-122"/>
                <a:ea typeface="华文新魏" panose="02010800040101010101" pitchFamily="2" charset="-122"/>
              </a:rPr>
              <a:t>Counters</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51555" name="Text Box 4"/>
          <p:cNvSpPr txBox="1"/>
          <p:nvPr/>
        </p:nvSpPr>
        <p:spPr>
          <a:xfrm>
            <a:off x="885825" y="1166813"/>
            <a:ext cx="7070725" cy="768350"/>
          </a:xfrm>
          <a:prstGeom prst="rect">
            <a:avLst/>
          </a:prstGeom>
          <a:noFill/>
          <a:ln w="9525">
            <a:noFill/>
          </a:ln>
        </p:spPr>
        <p:txBody>
          <a:bodyPr>
            <a:spAutoFit/>
          </a:bodyPr>
          <a:p>
            <a:pPr eaLnBrk="1" hangingPunct="1">
              <a:lnSpc>
                <a:spcPct val="11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u="sng" dirty="0">
                <a:solidFill>
                  <a:schemeClr val="tx1"/>
                </a:solidFill>
                <a:latin typeface="华文新魏" panose="02010800040101010101" pitchFamily="2" charset="-122"/>
                <a:ea typeface="华文新魏" panose="02010800040101010101" pitchFamily="2" charset="-122"/>
              </a:rPr>
              <a:t>计数器的状态个数</a:t>
            </a:r>
            <a:r>
              <a:rPr lang="zh-CN" altLang="en-US" b="1" dirty="0">
                <a:solidFill>
                  <a:schemeClr val="tx1"/>
                </a:solidFill>
                <a:latin typeface="华文新魏" panose="02010800040101010101" pitchFamily="2" charset="-122"/>
                <a:ea typeface="华文新魏" panose="02010800040101010101" pitchFamily="2" charset="-122"/>
              </a:rPr>
              <a:t>称为计数器的模。如图所示的为</a:t>
            </a:r>
            <a:r>
              <a:rPr lang="zh-CN" altLang="en-US" b="1" dirty="0">
                <a:solidFill>
                  <a:srgbClr val="FF0000"/>
                </a:solidFill>
                <a:latin typeface="华文新魏" panose="02010800040101010101" pitchFamily="2" charset="-122"/>
                <a:ea typeface="华文新魏" panose="02010800040101010101" pitchFamily="2" charset="-122"/>
              </a:rPr>
              <a:t>模</a:t>
            </a:r>
            <a:r>
              <a:rPr lang="en-US" altLang="zh-CN" b="1">
                <a:solidFill>
                  <a:srgbClr val="FF0000"/>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的计数器</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grpSp>
        <p:nvGrpSpPr>
          <p:cNvPr id="151556" name="Group 20"/>
          <p:cNvGrpSpPr/>
          <p:nvPr/>
        </p:nvGrpSpPr>
        <p:grpSpPr>
          <a:xfrm>
            <a:off x="2822575" y="1849438"/>
            <a:ext cx="3230993" cy="2724589"/>
            <a:chOff x="0" y="0"/>
            <a:chExt cx="2640" cy="2287"/>
          </a:xfrm>
        </p:grpSpPr>
        <p:sp>
          <p:nvSpPr>
            <p:cNvPr id="151557" name="Rectangle 6"/>
            <p:cNvSpPr/>
            <p:nvPr/>
          </p:nvSpPr>
          <p:spPr>
            <a:xfrm>
              <a:off x="0" y="0"/>
              <a:ext cx="2640" cy="1872"/>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51558" name="Oval 7"/>
            <p:cNvSpPr/>
            <p:nvPr/>
          </p:nvSpPr>
          <p:spPr>
            <a:xfrm>
              <a:off x="1868" y="124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4</a:t>
              </a:r>
              <a:endParaRPr lang="en-US" altLang="zh-CN" baseline="-25000">
                <a:solidFill>
                  <a:schemeClr val="tx1"/>
                </a:solidFill>
                <a:latin typeface="Calibri" panose="020F0502020204030204" pitchFamily="34" charset="0"/>
              </a:endParaRPr>
            </a:p>
          </p:txBody>
        </p:sp>
        <p:sp>
          <p:nvSpPr>
            <p:cNvPr id="151559" name="Oval 8"/>
            <p:cNvSpPr/>
            <p:nvPr/>
          </p:nvSpPr>
          <p:spPr>
            <a:xfrm>
              <a:off x="1004" y="1388"/>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5</a:t>
              </a:r>
              <a:endParaRPr lang="en-US" altLang="zh-CN" baseline="-25000">
                <a:solidFill>
                  <a:schemeClr val="tx1"/>
                </a:solidFill>
                <a:latin typeface="Calibri" panose="020F0502020204030204" pitchFamily="34" charset="0"/>
              </a:endParaRPr>
            </a:p>
          </p:txBody>
        </p:sp>
        <p:sp>
          <p:nvSpPr>
            <p:cNvPr id="151560" name="Oval 9"/>
            <p:cNvSpPr/>
            <p:nvPr/>
          </p:nvSpPr>
          <p:spPr>
            <a:xfrm>
              <a:off x="332" y="956"/>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err="1">
                  <a:solidFill>
                    <a:schemeClr val="tx1"/>
                  </a:solidFill>
                  <a:latin typeface="Calibri" panose="020F0502020204030204" pitchFamily="34" charset="0"/>
                </a:rPr>
                <a:t>S</a:t>
              </a:r>
              <a:r>
                <a:rPr lang="en-US" altLang="zh-CN" baseline="-25000" err="1">
                  <a:solidFill>
                    <a:schemeClr val="tx1"/>
                  </a:solidFill>
                  <a:latin typeface="Calibri" panose="020F0502020204030204" pitchFamily="34" charset="0"/>
                </a:rPr>
                <a:t>m</a:t>
              </a:r>
              <a:endParaRPr lang="en-US" altLang="zh-CN" baseline="-25000">
                <a:solidFill>
                  <a:schemeClr val="tx1"/>
                </a:solidFill>
                <a:latin typeface="Calibri" panose="020F0502020204030204" pitchFamily="34" charset="0"/>
              </a:endParaRPr>
            </a:p>
          </p:txBody>
        </p:sp>
        <p:sp>
          <p:nvSpPr>
            <p:cNvPr id="151561" name="Oval 10"/>
            <p:cNvSpPr/>
            <p:nvPr/>
          </p:nvSpPr>
          <p:spPr>
            <a:xfrm>
              <a:off x="2012" y="5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3</a:t>
              </a:r>
              <a:endParaRPr lang="en-US" altLang="zh-CN" baseline="-25000">
                <a:solidFill>
                  <a:schemeClr val="tx1"/>
                </a:solidFill>
                <a:latin typeface="Calibri" panose="020F0502020204030204" pitchFamily="34" charset="0"/>
              </a:endParaRPr>
            </a:p>
          </p:txBody>
        </p:sp>
        <p:sp>
          <p:nvSpPr>
            <p:cNvPr id="151562" name="Oval 11"/>
            <p:cNvSpPr/>
            <p:nvPr/>
          </p:nvSpPr>
          <p:spPr>
            <a:xfrm>
              <a:off x="1056" y="9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2</a:t>
              </a:r>
              <a:endParaRPr lang="en-US" altLang="zh-CN" baseline="-25000">
                <a:solidFill>
                  <a:schemeClr val="tx1"/>
                </a:solidFill>
                <a:latin typeface="Calibri" panose="020F0502020204030204" pitchFamily="34" charset="0"/>
              </a:endParaRPr>
            </a:p>
          </p:txBody>
        </p:sp>
        <p:sp>
          <p:nvSpPr>
            <p:cNvPr id="151563" name="Oval 12"/>
            <p:cNvSpPr/>
            <p:nvPr/>
          </p:nvSpPr>
          <p:spPr>
            <a:xfrm>
              <a:off x="188" y="33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1</a:t>
              </a:r>
              <a:endParaRPr lang="en-US" altLang="zh-CN" baseline="-25000">
                <a:solidFill>
                  <a:schemeClr val="tx1"/>
                </a:solidFill>
                <a:latin typeface="Calibri" panose="020F0502020204030204" pitchFamily="34" charset="0"/>
              </a:endParaRPr>
            </a:p>
          </p:txBody>
        </p:sp>
        <p:sp>
          <p:nvSpPr>
            <p:cNvPr id="151564" name="Line 13"/>
            <p:cNvSpPr/>
            <p:nvPr/>
          </p:nvSpPr>
          <p:spPr>
            <a:xfrm flipH="1" flipV="1">
              <a:off x="336" y="672"/>
              <a:ext cx="48" cy="288"/>
            </a:xfrm>
            <a:prstGeom prst="line">
              <a:avLst/>
            </a:prstGeom>
            <a:ln w="19050" cap="flat" cmpd="sng">
              <a:solidFill>
                <a:schemeClr val="tx1"/>
              </a:solidFill>
              <a:prstDash val="solid"/>
              <a:headEnd type="none" w="med" len="med"/>
              <a:tailEnd type="triangle" w="med" len="med"/>
            </a:ln>
          </p:spPr>
        </p:sp>
        <p:sp>
          <p:nvSpPr>
            <p:cNvPr id="151565" name="Line 14"/>
            <p:cNvSpPr/>
            <p:nvPr/>
          </p:nvSpPr>
          <p:spPr>
            <a:xfrm flipV="1">
              <a:off x="476" y="240"/>
              <a:ext cx="580" cy="140"/>
            </a:xfrm>
            <a:prstGeom prst="line">
              <a:avLst/>
            </a:prstGeom>
            <a:ln w="19050" cap="flat" cmpd="sng">
              <a:solidFill>
                <a:schemeClr val="tx1"/>
              </a:solidFill>
              <a:prstDash val="solid"/>
              <a:headEnd type="none" w="med" len="med"/>
              <a:tailEnd type="triangle" w="med" len="med"/>
            </a:ln>
          </p:spPr>
        </p:sp>
        <p:sp>
          <p:nvSpPr>
            <p:cNvPr id="151566" name="Line 15"/>
            <p:cNvSpPr/>
            <p:nvPr/>
          </p:nvSpPr>
          <p:spPr>
            <a:xfrm>
              <a:off x="1392" y="288"/>
              <a:ext cx="720" cy="240"/>
            </a:xfrm>
            <a:prstGeom prst="line">
              <a:avLst/>
            </a:prstGeom>
            <a:ln w="19050" cap="flat" cmpd="sng">
              <a:solidFill>
                <a:schemeClr val="tx1"/>
              </a:solidFill>
              <a:prstDash val="solid"/>
              <a:headEnd type="none" w="med" len="med"/>
              <a:tailEnd type="triangle" w="med" len="med"/>
            </a:ln>
          </p:spPr>
        </p:sp>
        <p:sp>
          <p:nvSpPr>
            <p:cNvPr id="151567" name="Line 16"/>
            <p:cNvSpPr/>
            <p:nvPr/>
          </p:nvSpPr>
          <p:spPr>
            <a:xfrm flipH="1">
              <a:off x="2112" y="860"/>
              <a:ext cx="92" cy="388"/>
            </a:xfrm>
            <a:prstGeom prst="line">
              <a:avLst/>
            </a:prstGeom>
            <a:ln w="19050" cap="flat" cmpd="sng">
              <a:solidFill>
                <a:schemeClr val="tx1"/>
              </a:solidFill>
              <a:prstDash val="solid"/>
              <a:headEnd type="none" w="med" len="med"/>
              <a:tailEnd type="triangle" w="med" len="med"/>
            </a:ln>
          </p:spPr>
        </p:sp>
        <p:sp>
          <p:nvSpPr>
            <p:cNvPr id="151568" name="Line 17"/>
            <p:cNvSpPr/>
            <p:nvPr/>
          </p:nvSpPr>
          <p:spPr>
            <a:xfrm flipH="1">
              <a:off x="1344" y="1488"/>
              <a:ext cx="528" cy="144"/>
            </a:xfrm>
            <a:prstGeom prst="line">
              <a:avLst/>
            </a:prstGeom>
            <a:ln w="19050" cap="flat" cmpd="sng">
              <a:solidFill>
                <a:schemeClr val="tx1"/>
              </a:solidFill>
              <a:prstDash val="solid"/>
              <a:headEnd type="none" w="med" len="med"/>
              <a:tailEnd type="triangle" w="med" len="med"/>
            </a:ln>
          </p:spPr>
        </p:sp>
        <p:sp>
          <p:nvSpPr>
            <p:cNvPr id="151569" name="Line 18"/>
            <p:cNvSpPr/>
            <p:nvPr/>
          </p:nvSpPr>
          <p:spPr>
            <a:xfrm flipH="1" flipV="1">
              <a:off x="576" y="1296"/>
              <a:ext cx="432" cy="288"/>
            </a:xfrm>
            <a:prstGeom prst="line">
              <a:avLst/>
            </a:prstGeom>
            <a:ln w="19050" cap="flat" cmpd="sng">
              <a:solidFill>
                <a:schemeClr val="tx1"/>
              </a:solidFill>
              <a:prstDash val="sysDot"/>
              <a:headEnd type="none" w="med" len="med"/>
              <a:tailEnd type="triangle" w="med" len="med"/>
            </a:ln>
          </p:spPr>
        </p:sp>
        <p:sp>
          <p:nvSpPr>
            <p:cNvPr id="151570" name="Text Box 19"/>
            <p:cNvSpPr txBox="1"/>
            <p:nvPr/>
          </p:nvSpPr>
          <p:spPr>
            <a:xfrm>
              <a:off x="91" y="1952"/>
              <a:ext cx="2444" cy="335"/>
            </a:xfrm>
            <a:prstGeom prst="rect">
              <a:avLst/>
            </a:prstGeom>
            <a:noFill/>
            <a:ln w="9525">
              <a:noFill/>
            </a:ln>
          </p:spPr>
          <p:txBody>
            <a:bodyPr wrap="none">
              <a:spAutoFit/>
            </a:bodyPr>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计数器状态图的一般结构</a:t>
              </a:r>
              <a:endParaRPr lang="zh-CN" altLang="en-US" b="1" dirty="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3"/>
          <p:cNvSpPr>
            <a:spLocks noGrp="1"/>
          </p:cNvSpPr>
          <p:nvPr>
            <p:ph type="title"/>
          </p:nvPr>
        </p:nvSpPr>
        <p:spPr>
          <a:xfrm>
            <a:off x="875030" y="528955"/>
            <a:ext cx="4821555" cy="400050"/>
          </a:xfrm>
          <a:prstGeom prst="rect">
            <a:avLst/>
          </a:prstGeom>
          <a:noFill/>
          <a:ln w="9525">
            <a:noFill/>
          </a:ln>
        </p:spPr>
        <p:txBody>
          <a:bodyPr/>
          <a:p>
            <a:pPr eaLnBrk="1" hangingPunct="1"/>
            <a:r>
              <a:rPr lang="en-US" altLang="zh-CN" sz="2000" b="1">
                <a:solidFill>
                  <a:schemeClr val="tx1"/>
                </a:solidFill>
                <a:latin typeface="华文新魏" panose="02010800040101010101" pitchFamily="2" charset="-122"/>
                <a:ea typeface="华文新魏" panose="02010800040101010101" pitchFamily="2" charset="-122"/>
              </a:rPr>
              <a:t>1) </a:t>
            </a:r>
            <a:r>
              <a:rPr lang="zh-CN" altLang="en-US" sz="2000" b="1" dirty="0">
                <a:solidFill>
                  <a:schemeClr val="tx1"/>
                </a:solidFill>
                <a:latin typeface="华文新魏" panose="02010800040101010101" pitchFamily="2" charset="-122"/>
                <a:ea typeface="华文新魏" panose="02010800040101010101" pitchFamily="2" charset="-122"/>
              </a:rPr>
              <a:t>计数器的分类（考试填空时要注意！）</a:t>
            </a:r>
            <a:endParaRPr lang="zh-CN" altLang="en-US" sz="2000" b="1" dirty="0">
              <a:solidFill>
                <a:schemeClr val="tx1"/>
              </a:solidFill>
              <a:latin typeface="华文新魏" panose="02010800040101010101" pitchFamily="2" charset="-122"/>
              <a:ea typeface="华文新魏" panose="02010800040101010101" pitchFamily="2" charset="-122"/>
            </a:endParaRPr>
          </a:p>
        </p:txBody>
      </p:sp>
      <p:sp>
        <p:nvSpPr>
          <p:cNvPr id="152579" name="Text Box 20"/>
          <p:cNvSpPr txBox="1"/>
          <p:nvPr/>
        </p:nvSpPr>
        <p:spPr>
          <a:xfrm>
            <a:off x="1116330" y="960755"/>
            <a:ext cx="7115810" cy="3415030"/>
          </a:xfrm>
          <a:prstGeom prst="rect">
            <a:avLst/>
          </a:prstGeom>
          <a:noFill/>
          <a:ln w="9525">
            <a:noFill/>
          </a:ln>
        </p:spPr>
        <p:txBody>
          <a:bodyPr wrap="square">
            <a:spAutoFit/>
          </a:bodyPr>
          <a:p>
            <a:pPr eaLnBrk="1" hangingPunct="1">
              <a:lnSpc>
                <a:spcPct val="9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①  </a:t>
            </a:r>
            <a:r>
              <a:rPr lang="zh-CN" altLang="en-US" b="1" dirty="0">
                <a:solidFill>
                  <a:schemeClr val="tx1"/>
                </a:solidFill>
                <a:latin typeface="华文新魏" panose="02010800040101010101" pitchFamily="2" charset="-122"/>
                <a:ea typeface="华文新魏" panose="02010800040101010101" pitchFamily="2" charset="-122"/>
              </a:rPr>
              <a:t>按功能</a:t>
            </a:r>
            <a:r>
              <a:rPr lang="zh-CN" altLang="en-US" b="1" dirty="0">
                <a:solidFill>
                  <a:schemeClr val="tx1"/>
                </a:solidFill>
                <a:latin typeface="华文新魏" panose="02010800040101010101" pitchFamily="2" charset="-122"/>
                <a:ea typeface="华文新魏" panose="02010800040101010101" pitchFamily="2" charset="-122"/>
              </a:rPr>
              <a:t>分类：</a:t>
            </a:r>
            <a:r>
              <a:rPr lang="zh-CN" altLang="en-US" b="1" dirty="0">
                <a:solidFill>
                  <a:srgbClr val="FF0000"/>
                </a:solidFill>
                <a:latin typeface="华文新魏" panose="02010800040101010101" pitchFamily="2" charset="-122"/>
                <a:ea typeface="华文新魏" panose="02010800040101010101" pitchFamily="2" charset="-122"/>
              </a:rPr>
              <a:t>加法计数器，减法计数器，可逆计数器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②  按进位方式</a:t>
            </a:r>
            <a:r>
              <a:rPr lang="zh-CN" altLang="en-US" b="1" dirty="0">
                <a:solidFill>
                  <a:schemeClr val="tx1"/>
                </a:solidFill>
                <a:latin typeface="华文新魏" panose="02010800040101010101" pitchFamily="2" charset="-122"/>
                <a:ea typeface="华文新魏" panose="02010800040101010101" pitchFamily="2" charset="-122"/>
              </a:rPr>
              <a:t>分类：</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串行计数器（异步计数器）</a:t>
            </a:r>
            <a:r>
              <a:rPr lang="en-US" altLang="zh-CN" b="1" i="1">
                <a:solidFill>
                  <a:srgbClr val="FF0000"/>
                </a:solidFill>
                <a:latin typeface="华文新魏" panose="02010800040101010101" pitchFamily="2" charset="-122"/>
                <a:ea typeface="华文新魏" panose="02010800040101010101" pitchFamily="2" charset="-122"/>
              </a:rPr>
              <a:t>Ripple counters</a:t>
            </a:r>
            <a:endParaRPr lang="en-US" altLang="zh-CN" b="1" i="1">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并行计数器（同步计数器）</a:t>
            </a:r>
            <a:r>
              <a:rPr lang="en-US" altLang="zh-CN" b="1" i="1">
                <a:solidFill>
                  <a:srgbClr val="FF0000"/>
                </a:solidFill>
                <a:latin typeface="华文新魏" panose="02010800040101010101" pitchFamily="2" charset="-122"/>
                <a:ea typeface="华文新魏" panose="02010800040101010101" pitchFamily="2" charset="-122"/>
              </a:rPr>
              <a:t>Synchronous counters</a:t>
            </a:r>
            <a:endParaRPr lang="en-US" altLang="zh-CN" b="1">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按进位基数</a:t>
            </a:r>
            <a:r>
              <a:rPr lang="zh-CN" altLang="en-US" b="1" dirty="0">
                <a:solidFill>
                  <a:schemeClr val="tx1"/>
                </a:solidFill>
                <a:latin typeface="华文新魏" panose="02010800040101010101" pitchFamily="2" charset="-122"/>
                <a:ea typeface="华文新魏" panose="02010800040101010101" pitchFamily="2" charset="-122"/>
              </a:rPr>
              <a:t>分类：</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i="1" dirty="0">
                <a:solidFill>
                  <a:srgbClr val="FF0000"/>
                </a:solidFill>
                <a:latin typeface="华文新魏" panose="02010800040101010101" pitchFamily="2" charset="-122"/>
                <a:ea typeface="华文新魏" panose="02010800040101010101" pitchFamily="2" charset="-122"/>
              </a:rPr>
              <a:t>  </a:t>
            </a:r>
            <a:r>
              <a:rPr lang="en-US" altLang="zh-CN" b="1" i="1">
                <a:solidFill>
                  <a:srgbClr val="FF0000"/>
                </a:solidFill>
                <a:latin typeface="华文新魏" panose="02010800040101010101" pitchFamily="2" charset="-122"/>
                <a:ea typeface="华文新魏" panose="02010800040101010101" pitchFamily="2" charset="-122"/>
              </a:rPr>
              <a:t>Binary-counters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十进制计数器  </a:t>
            </a:r>
            <a:r>
              <a:rPr lang="en-US" altLang="zh-CN" b="1" i="1">
                <a:solidFill>
                  <a:srgbClr val="FF0000"/>
                </a:solidFill>
                <a:latin typeface="华文新魏" panose="02010800040101010101" pitchFamily="2" charset="-122"/>
                <a:ea typeface="华文新魏" panose="02010800040101010101" pitchFamily="2" charset="-122"/>
              </a:rPr>
              <a:t>decimal-counters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任意进制计数器 。</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ts val="12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en-US" altLang="zh-CN" b="1" u="sng">
                <a:solidFill>
                  <a:schemeClr val="tx1"/>
                </a:solidFill>
                <a:latin typeface="华文新魏" panose="02010800040101010101" pitchFamily="2" charset="-122"/>
                <a:ea typeface="华文新魏" panose="02010800040101010101" pitchFamily="2" charset="-122"/>
              </a:rPr>
              <a:t>n </a:t>
            </a:r>
            <a:r>
              <a:rPr lang="zh-CN" altLang="en-US" b="1" u="sng" dirty="0">
                <a:solidFill>
                  <a:schemeClr val="tx1"/>
                </a:solidFill>
                <a:latin typeface="华文新魏" panose="02010800040101010101" pitchFamily="2" charset="-122"/>
                <a:ea typeface="华文新魏" panose="02010800040101010101" pitchFamily="2" charset="-122"/>
              </a:rPr>
              <a:t>个触发器可以构成模 </a:t>
            </a:r>
            <a:r>
              <a:rPr lang="en-US" altLang="zh-CN" b="1" u="sng">
                <a:solidFill>
                  <a:schemeClr val="tx1"/>
                </a:solidFill>
                <a:latin typeface="华文新魏" panose="02010800040101010101" pitchFamily="2" charset="-122"/>
                <a:ea typeface="华文新魏" panose="02010800040101010101" pitchFamily="2" charset="-122"/>
              </a:rPr>
              <a:t>m </a:t>
            </a:r>
            <a:r>
              <a:rPr lang="zh-CN" altLang="en-US" b="1" u="sng" dirty="0">
                <a:solidFill>
                  <a:schemeClr val="tx1"/>
                </a:solidFill>
                <a:latin typeface="华文新魏" panose="02010800040101010101" pitchFamily="2" charset="-122"/>
                <a:ea typeface="华文新魏" panose="02010800040101010101" pitchFamily="2" charset="-122"/>
              </a:rPr>
              <a:t>的计数器</a:t>
            </a:r>
            <a:r>
              <a:rPr lang="zh-CN" altLang="en-US" b="1" dirty="0">
                <a:solidFill>
                  <a:schemeClr val="tx1"/>
                </a:solidFill>
                <a:latin typeface="华文新魏" panose="02010800040101010101" pitchFamily="2" charset="-122"/>
                <a:ea typeface="华文新魏" panose="02010800040101010101" pitchFamily="2" charset="-122"/>
              </a:rPr>
              <a:t>，其中：</a:t>
            </a:r>
            <a:r>
              <a:rPr lang="en-US" altLang="zh-CN" b="1">
                <a:solidFill>
                  <a:srgbClr val="FF0000"/>
                </a:solidFill>
                <a:latin typeface="华文新魏" panose="02010800040101010101" pitchFamily="2" charset="-122"/>
                <a:ea typeface="华文新魏" panose="02010800040101010101" pitchFamily="2" charset="-122"/>
              </a:rPr>
              <a:t>m ≤ 2</a:t>
            </a:r>
            <a:r>
              <a:rPr lang="en-US" altLang="zh-CN" b="1" baseline="30000">
                <a:solidFill>
                  <a:srgbClr val="FF0000"/>
                </a:solidFill>
                <a:latin typeface="华文新魏" panose="02010800040101010101" pitchFamily="2" charset="-122"/>
                <a:ea typeface="华文新魏" panose="02010800040101010101" pitchFamily="2" charset="-122"/>
              </a:rPr>
              <a:t>n</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Text Box 72"/>
          <p:cNvSpPr txBox="1"/>
          <p:nvPr/>
        </p:nvSpPr>
        <p:spPr>
          <a:xfrm>
            <a:off x="876300" y="997585"/>
            <a:ext cx="7584440" cy="706755"/>
          </a:xfrm>
          <a:prstGeom prst="rect">
            <a:avLst/>
          </a:prstGeom>
          <a:noFill/>
          <a:ln w="9525">
            <a:noFill/>
          </a:ln>
        </p:spPr>
        <p:txBody>
          <a:bodyPr wrap="square">
            <a:spAutoFit/>
          </a:bodyPr>
          <a:p>
            <a:pPr eaLnBrk="1" hangingPunct="1">
              <a:spcBef>
                <a:spcPct val="50000"/>
              </a:spcBef>
              <a:buFont typeface="Wingdings" panose="05000000000000000000" pitchFamily="2" charset="2"/>
              <a:buChar char="Ø"/>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一个</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位二进制</a:t>
            </a:r>
            <a:r>
              <a:rPr lang="zh-CN" altLang="en-US" b="1" dirty="0">
                <a:solidFill>
                  <a:schemeClr val="tx1"/>
                </a:solidFill>
                <a:latin typeface="华文新魏" panose="02010800040101010101" pitchFamily="2" charset="-122"/>
                <a:ea typeface="华文新魏" panose="02010800040101010101" pitchFamily="2" charset="-122"/>
              </a:rPr>
              <a:t>串行计数器可直接由</a:t>
            </a:r>
            <a:r>
              <a:rPr lang="zh-CN" altLang="en-US" b="1" dirty="0">
                <a:solidFill>
                  <a:srgbClr val="FF0000"/>
                </a:solidFill>
                <a:latin typeface="华文新魏" panose="02010800040101010101" pitchFamily="2" charset="-122"/>
                <a:ea typeface="华文新魏" panose="02010800040101010101" pitchFamily="2" charset="-122"/>
              </a:rPr>
              <a:t>边沿触发的触发器</a:t>
            </a:r>
            <a:r>
              <a:rPr lang="zh-CN" altLang="en-US" b="1" dirty="0">
                <a:solidFill>
                  <a:schemeClr val="tx1"/>
                </a:solidFill>
                <a:latin typeface="华文新魏" panose="02010800040101010101" pitchFamily="2" charset="-122"/>
                <a:ea typeface="华文新魏" panose="02010800040101010101" pitchFamily="2" charset="-122"/>
              </a:rPr>
              <a:t>为基本 单元的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个触发器</a:t>
            </a:r>
            <a:r>
              <a:rPr lang="zh-CN" altLang="en-US" b="1" dirty="0">
                <a:solidFill>
                  <a:schemeClr val="tx1"/>
                </a:solidFill>
                <a:latin typeface="华文新魏" panose="02010800040101010101" pitchFamily="2" charset="-122"/>
                <a:ea typeface="华文新魏" panose="02010800040101010101" pitchFamily="2" charset="-122"/>
              </a:rPr>
              <a:t>构成。各个基本单元的次态方程为</a:t>
            </a:r>
            <a:r>
              <a:rPr lang="zh-CN" altLang="en-US" dirty="0">
                <a:solidFill>
                  <a:srgbClr val="FF0000"/>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 </a:t>
            </a:r>
            <a:r>
              <a:rPr lang="en-US" altLang="zh-CN">
                <a:solidFill>
                  <a:schemeClr val="tx1"/>
                </a:solidFill>
                <a:latin typeface="华文新魏" panose="02010800040101010101" pitchFamily="2" charset="-122"/>
                <a:ea typeface="华文新魏" panose="02010800040101010101" pitchFamily="2" charset="-122"/>
              </a:rPr>
              <a:t>	</a:t>
            </a:r>
            <a:endParaRPr lang="en-US" altLang="zh-CN">
              <a:solidFill>
                <a:schemeClr val="tx1"/>
              </a:solidFill>
              <a:latin typeface="华文新魏" panose="02010800040101010101" pitchFamily="2" charset="-122"/>
              <a:ea typeface="华文新魏" panose="02010800040101010101" pitchFamily="2" charset="-122"/>
            </a:endParaRPr>
          </a:p>
        </p:txBody>
      </p:sp>
      <p:sp>
        <p:nvSpPr>
          <p:cNvPr id="153603" name="Rectangle 2"/>
          <p:cNvSpPr>
            <a:spLocks noGrp="1"/>
          </p:cNvSpPr>
          <p:nvPr>
            <p:ph type="title"/>
          </p:nvPr>
        </p:nvSpPr>
        <p:spPr>
          <a:xfrm>
            <a:off x="533400" y="536575"/>
            <a:ext cx="7924800" cy="379413"/>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二进制串行计数器 </a:t>
            </a:r>
            <a:r>
              <a:rPr lang="en-US" altLang="zh-CN" sz="2000" b="1" i="1">
                <a:solidFill>
                  <a:srgbClr val="FF0000"/>
                </a:solidFill>
                <a:latin typeface="华文新魏" panose="02010800040101010101" pitchFamily="2" charset="-122"/>
                <a:ea typeface="华文新魏" panose="02010800040101010101" pitchFamily="2" charset="-122"/>
              </a:rPr>
              <a:t>Ripple Counters</a:t>
            </a:r>
            <a:endParaRPr lang="en-US" altLang="zh-CN" sz="2000" b="1" i="1">
              <a:solidFill>
                <a:srgbClr val="FF0000"/>
              </a:solidFill>
              <a:latin typeface="华文新魏" panose="02010800040101010101" pitchFamily="2" charset="-122"/>
              <a:ea typeface="华文新魏" panose="02010800040101010101" pitchFamily="2" charset="-122"/>
            </a:endParaRPr>
          </a:p>
        </p:txBody>
      </p:sp>
      <p:sp>
        <p:nvSpPr>
          <p:cNvPr id="153604" name="Text Box 70"/>
          <p:cNvSpPr txBox="1"/>
          <p:nvPr/>
        </p:nvSpPr>
        <p:spPr>
          <a:xfrm>
            <a:off x="993775" y="2174875"/>
            <a:ext cx="7466013" cy="706755"/>
          </a:xfrm>
          <a:prstGeom prst="rect">
            <a:avLst/>
          </a:prstGeom>
          <a:noFill/>
          <a:ln w="9525">
            <a:noFill/>
          </a:ln>
        </p:spPr>
        <p:txBody>
          <a:bodyPr>
            <a:spAutoFit/>
          </a:bodyPr>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由各种类型的触发器所构成的串行计数器的基本单元</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计数状态</a:t>
            </a:r>
            <a:r>
              <a:rPr lang="en-US" altLang="zh-CN" b="1">
                <a:solidFill>
                  <a:schemeClr val="tx1"/>
                </a:solidFill>
                <a:latin typeface="Calibri" panose="020F0502020204030204" pitchFamily="34" charset="0"/>
              </a:rPr>
              <a:t>)</a:t>
            </a:r>
            <a:endParaRPr lang="en-US" altLang="zh-CN" b="1">
              <a:solidFill>
                <a:schemeClr val="tx1"/>
              </a:solidFill>
              <a:latin typeface="Calibri" panose="020F0502020204030204" pitchFamily="34" charset="0"/>
            </a:endParaRPr>
          </a:p>
          <a:p>
            <a:pPr eaLnBrk="1" hangingPunct="1">
              <a:buFont typeface="Arial" panose="020B0604020202020204" pitchFamily="34" charset="0"/>
            </a:pP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53605" name="Line 73"/>
          <p:cNvSpPr/>
          <p:nvPr/>
        </p:nvSpPr>
        <p:spPr>
          <a:xfrm>
            <a:off x="5003800" y="1779588"/>
            <a:ext cx="228600" cy="0"/>
          </a:xfrm>
          <a:prstGeom prst="line">
            <a:avLst/>
          </a:prstGeom>
          <a:ln w="19050" cap="flat" cmpd="sng">
            <a:solidFill>
              <a:srgbClr val="FF0000"/>
            </a:solidFill>
            <a:prstDash val="solid"/>
            <a:headEnd type="none" w="med" len="med"/>
            <a:tailEnd type="none" w="med" len="med"/>
          </a:ln>
        </p:spPr>
      </p:sp>
      <p:pic>
        <p:nvPicPr>
          <p:cNvPr id="153606" name="Picture 2"/>
          <p:cNvPicPr>
            <a:picLocks noChangeAspect="1"/>
          </p:cNvPicPr>
          <p:nvPr/>
        </p:nvPicPr>
        <p:blipFill>
          <a:blip r:embed="rId1"/>
          <a:stretch>
            <a:fillRect/>
          </a:stretch>
        </p:blipFill>
        <p:spPr>
          <a:xfrm>
            <a:off x="1115378" y="2859405"/>
            <a:ext cx="7000875" cy="1981200"/>
          </a:xfrm>
          <a:prstGeom prst="rect">
            <a:avLst/>
          </a:prstGeom>
          <a:noFill/>
          <a:ln w="9525">
            <a:noFill/>
          </a:ln>
        </p:spPr>
      </p:pic>
      <p:sp>
        <p:nvSpPr>
          <p:cNvPr id="153607" name="Text Box 95"/>
          <p:cNvSpPr txBox="1"/>
          <p:nvPr/>
        </p:nvSpPr>
        <p:spPr>
          <a:xfrm>
            <a:off x="4284663" y="1743075"/>
            <a:ext cx="1752600"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Calibri" panose="020F0502020204030204" pitchFamily="34" charset="0"/>
              </a:rPr>
              <a:t>Q</a:t>
            </a:r>
            <a:r>
              <a:rPr lang="en-US" altLang="zh-CN" b="1" baseline="30000">
                <a:solidFill>
                  <a:srgbClr val="FF0000"/>
                </a:solidFill>
                <a:latin typeface="Calibri" panose="020F0502020204030204" pitchFamily="34" charset="0"/>
              </a:rPr>
              <a:t>n+1 </a:t>
            </a:r>
            <a:r>
              <a:rPr lang="en-US" altLang="zh-CN" b="1">
                <a:solidFill>
                  <a:srgbClr val="FF0000"/>
                </a:solidFill>
                <a:latin typeface="Calibri" panose="020F0502020204030204" pitchFamily="34" charset="0"/>
              </a:rPr>
              <a:t>= Q</a:t>
            </a:r>
            <a:endParaRPr lang="en-US" altLang="zh-CN">
              <a:solidFill>
                <a:srgbClr val="FF0000"/>
              </a:solidFill>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3"/>
          <p:cNvSpPr>
            <a:spLocks noGrp="1"/>
          </p:cNvSpPr>
          <p:nvPr>
            <p:ph type="title"/>
          </p:nvPr>
        </p:nvSpPr>
        <p:spPr>
          <a:xfrm>
            <a:off x="3779838" y="701675"/>
            <a:ext cx="2952750" cy="4000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串行计数器的连接结构</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54627" name="Text Box 305"/>
          <p:cNvSpPr txBox="1"/>
          <p:nvPr/>
        </p:nvSpPr>
        <p:spPr>
          <a:xfrm>
            <a:off x="3119755" y="1287780"/>
            <a:ext cx="5678170" cy="1938020"/>
          </a:xfrm>
          <a:prstGeom prst="rect">
            <a:avLst/>
          </a:prstGeom>
          <a:noFill/>
          <a:ln w="9525">
            <a:noFill/>
          </a:ln>
        </p:spPr>
        <p:txBody>
          <a:bodyPr wrap="square">
            <a:spAutoFit/>
          </a:bodyPr>
          <a:p>
            <a:pPr eaLnBrk="1" hangingPunct="1">
              <a:lnSpc>
                <a:spcPct val="110000"/>
              </a:lnSpc>
              <a:spcBef>
                <a:spcPct val="50000"/>
              </a:spcBef>
              <a:buFont typeface="Wingdings" panose="05000000000000000000" pitchFamily="2" charset="2"/>
              <a:buChar char="Ø"/>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计数器中每一位均可能产生</a:t>
            </a:r>
            <a:r>
              <a:rPr lang="zh-CN" altLang="en-US" b="1" dirty="0">
                <a:solidFill>
                  <a:srgbClr val="FF0000"/>
                </a:solidFill>
                <a:latin typeface="华文新魏" panose="02010800040101010101" pitchFamily="2" charset="-122"/>
                <a:ea typeface="华文新魏" panose="02010800040101010101" pitchFamily="2" charset="-122"/>
              </a:rPr>
              <a:t>进位或借位</a:t>
            </a:r>
            <a:r>
              <a:rPr lang="zh-CN" altLang="en-US" b="1" dirty="0">
                <a:solidFill>
                  <a:schemeClr val="tx1"/>
                </a:solidFill>
                <a:latin typeface="华文新魏" panose="02010800040101010101" pitchFamily="2" charset="-122"/>
                <a:ea typeface="华文新魏" panose="02010800040101010101" pitchFamily="2" charset="-122"/>
              </a:rPr>
              <a:t>，因此每一位触发器的状态变化只同它的低一位的触发状态变化有关，即第</a:t>
            </a:r>
            <a:r>
              <a:rPr lang="en-US" altLang="zh-CN" b="1">
                <a:solidFill>
                  <a:schemeClr val="tx1"/>
                </a:solidFill>
                <a:latin typeface="华文新魏" panose="02010800040101010101" pitchFamily="2" charset="-122"/>
                <a:ea typeface="华文新魏" panose="02010800040101010101" pitchFamily="2" charset="-122"/>
              </a:rPr>
              <a:t>i</a:t>
            </a:r>
            <a:r>
              <a:rPr lang="zh-CN" altLang="en-US" b="1" dirty="0">
                <a:solidFill>
                  <a:schemeClr val="tx1"/>
                </a:solidFill>
                <a:latin typeface="华文新魏" panose="02010800040101010101" pitchFamily="2" charset="-122"/>
                <a:ea typeface="华文新魏" panose="02010800040101010101" pitchFamily="2" charset="-122"/>
              </a:rPr>
              <a:t>位的状态是否变化仅由第</a:t>
            </a:r>
            <a:r>
              <a:rPr lang="en-US" altLang="zh-CN" b="1">
                <a:solidFill>
                  <a:schemeClr val="tx1"/>
                </a:solidFill>
                <a:latin typeface="华文新魏" panose="02010800040101010101" pitchFamily="2" charset="-122"/>
                <a:ea typeface="华文新魏" panose="02010800040101010101" pitchFamily="2" charset="-122"/>
              </a:rPr>
              <a:t>i-1</a:t>
            </a:r>
            <a:r>
              <a:rPr lang="zh-CN" altLang="en-US" b="1" dirty="0">
                <a:solidFill>
                  <a:schemeClr val="tx1"/>
                </a:solidFill>
                <a:latin typeface="华文新魏" panose="02010800040101010101" pitchFamily="2" charset="-122"/>
                <a:ea typeface="华文新魏" panose="02010800040101010101" pitchFamily="2" charset="-122"/>
              </a:rPr>
              <a:t>位触发器的状态变化决定。</a:t>
            </a:r>
            <a:endParaRPr lang="en-US" altLang="zh-CN" b="1">
              <a:solidFill>
                <a:schemeClr val="tx1"/>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Font typeface="Wingdings" panose="05000000000000000000" pitchFamily="2" charset="2"/>
              <a:buChar char="Ø"/>
            </a:pPr>
            <a:r>
              <a:rPr lang="zh-CN" altLang="en-US" b="1" dirty="0">
                <a:solidFill>
                  <a:schemeClr val="tx1"/>
                </a:solidFill>
                <a:highlight>
                  <a:srgbClr val="FF0000"/>
                </a:highlight>
                <a:latin typeface="Calibri" panose="020F0502020204030204" pitchFamily="34" charset="0"/>
                <a:ea typeface="华文新魏" panose="02010800040101010101" pitchFamily="2" charset="-122"/>
              </a:rPr>
              <a:t>例：</a:t>
            </a:r>
            <a:r>
              <a:rPr lang="zh-CN" altLang="en-US" b="1" dirty="0">
                <a:solidFill>
                  <a:schemeClr val="tx1"/>
                </a:solidFill>
                <a:latin typeface="Calibri" panose="020F0502020204030204" pitchFamily="34" charset="0"/>
                <a:ea typeface="华文新魏" panose="02010800040101010101" pitchFamily="2" charset="-122"/>
              </a:rPr>
              <a:t>分析左图所示电路</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此例</a:t>
            </a:r>
            <a:r>
              <a:rPr lang="zh-CN" altLang="en-US" b="1" dirty="0">
                <a:solidFill>
                  <a:schemeClr val="tx1"/>
                </a:solidFill>
                <a:latin typeface="Calibri" panose="020F0502020204030204" pitchFamily="34" charset="0"/>
                <a:ea typeface="华文新魏" panose="02010800040101010101" pitchFamily="2" charset="-122"/>
              </a:rPr>
              <a:t>中缺</a:t>
            </a:r>
            <a:r>
              <a:rPr lang="zh-CN" altLang="en-US" b="1" dirty="0">
                <a:solidFill>
                  <a:schemeClr val="tx1"/>
                </a:solidFill>
                <a:latin typeface="Calibri" panose="020F0502020204030204" pitchFamily="34" charset="0"/>
                <a:ea typeface="华文新魏" panose="02010800040101010101" pitchFamily="2" charset="-122"/>
              </a:rPr>
              <a:t>统一清零信号</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a:t>
            </a:r>
            <a:endParaRPr lang="zh-CN" altLang="en-US" b="1" baseline="-25000" dirty="0">
              <a:solidFill>
                <a:schemeClr val="tx1"/>
              </a:solidFill>
              <a:latin typeface="Calibri" panose="020F0502020204030204" pitchFamily="34" charset="0"/>
              <a:ea typeface="华文新魏" panose="02010800040101010101" pitchFamily="2" charset="-122"/>
            </a:endParaRPr>
          </a:p>
        </p:txBody>
      </p:sp>
      <p:grpSp>
        <p:nvGrpSpPr>
          <p:cNvPr id="154628" name="Group 152"/>
          <p:cNvGrpSpPr/>
          <p:nvPr/>
        </p:nvGrpSpPr>
        <p:grpSpPr>
          <a:xfrm>
            <a:off x="393700" y="555625"/>
            <a:ext cx="2520950" cy="4176713"/>
            <a:chOff x="0" y="0"/>
            <a:chExt cx="1824" cy="3552"/>
          </a:xfrm>
        </p:grpSpPr>
        <p:sp>
          <p:nvSpPr>
            <p:cNvPr id="154630" name="Text Box 124"/>
            <p:cNvSpPr txBox="1">
              <a:spLocks noChangeArrowheads="1"/>
            </p:cNvSpPr>
            <p:nvPr/>
          </p:nvSpPr>
          <p:spPr bwMode="auto">
            <a:xfrm>
              <a:off x="0" y="3254"/>
              <a:ext cx="672"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1" name="Text Box 126"/>
            <p:cNvSpPr txBox="1">
              <a:spLocks noChangeArrowheads="1"/>
            </p:cNvSpPr>
            <p:nvPr/>
          </p:nvSpPr>
          <p:spPr bwMode="auto">
            <a:xfrm>
              <a:off x="192" y="2880"/>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2" name="Text Box 128"/>
            <p:cNvSpPr txBox="1">
              <a:spLocks noChangeArrowheads="1"/>
            </p:cNvSpPr>
            <p:nvPr/>
          </p:nvSpPr>
          <p:spPr bwMode="auto">
            <a:xfrm>
              <a:off x="192" y="1944"/>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grpSp>
          <p:nvGrpSpPr>
            <p:cNvPr id="154633" name="Group 132"/>
            <p:cNvGrpSpPr/>
            <p:nvPr/>
          </p:nvGrpSpPr>
          <p:grpSpPr>
            <a:xfrm>
              <a:off x="432" y="0"/>
              <a:ext cx="1005" cy="3552"/>
              <a:chOff x="0" y="0"/>
              <a:chExt cx="1005" cy="3552"/>
            </a:xfrm>
          </p:grpSpPr>
          <p:grpSp>
            <p:nvGrpSpPr>
              <p:cNvPr id="154640" name="Group 72"/>
              <p:cNvGrpSpPr/>
              <p:nvPr/>
            </p:nvGrpSpPr>
            <p:grpSpPr>
              <a:xfrm>
                <a:off x="0" y="0"/>
                <a:ext cx="1005" cy="800"/>
                <a:chOff x="0" y="0"/>
                <a:chExt cx="1005" cy="800"/>
              </a:xfrm>
            </p:grpSpPr>
            <p:sp>
              <p:nvSpPr>
                <p:cNvPr id="154695" name="Line 30"/>
                <p:cNvSpPr>
                  <a:spLocks noChangeShapeType="1"/>
                </p:cNvSpPr>
                <p:nvPr/>
              </p:nvSpPr>
              <p:spPr bwMode="auto">
                <a:xfrm flipH="1">
                  <a:off x="0" y="667"/>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6" name="Line 31"/>
                <p:cNvSpPr>
                  <a:spLocks noChangeShapeType="1"/>
                </p:cNvSpPr>
                <p:nvPr/>
              </p:nvSpPr>
              <p:spPr bwMode="auto">
                <a:xfrm flipH="1">
                  <a:off x="799" y="640"/>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7" name="Line 32"/>
                <p:cNvSpPr>
                  <a:spLocks noChangeShapeType="1"/>
                </p:cNvSpPr>
                <p:nvPr/>
              </p:nvSpPr>
              <p:spPr bwMode="auto">
                <a:xfrm flipH="1">
                  <a:off x="9" y="23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8" name="Line 33"/>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9" name="Line 34"/>
                <p:cNvSpPr>
                  <a:spLocks noChangeShapeType="1"/>
                </p:cNvSpPr>
                <p:nvPr/>
              </p:nvSpPr>
              <p:spPr bwMode="auto">
                <a:xfrm flipV="1">
                  <a:off x="153" y="3"/>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0" name="Line 35"/>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1" name="Line 36"/>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2" name="Oval 38"/>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3" name="Oval 22"/>
                <p:cNvSpPr>
                  <a:spLocks noChangeArrowheads="1"/>
                </p:cNvSpPr>
                <p:nvPr/>
              </p:nvSpPr>
              <p:spPr bwMode="auto">
                <a:xfrm flipH="1">
                  <a:off x="729" y="609"/>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4" name="AutoShape 2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5" name="Line 2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6" name="Line 25"/>
                <p:cNvSpPr>
                  <a:spLocks noChangeShapeType="1"/>
                </p:cNvSpPr>
                <p:nvPr/>
              </p:nvSpPr>
              <p:spPr bwMode="auto">
                <a:xfrm flipH="1">
                  <a:off x="297" y="659"/>
                  <a:ext cx="47" cy="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7" name="Text Box 2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8" name="Text Box 27"/>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9" name="Text Box 2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10" name="Text Box 2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1" name="Group 73"/>
              <p:cNvGrpSpPr/>
              <p:nvPr/>
            </p:nvGrpSpPr>
            <p:grpSpPr>
              <a:xfrm>
                <a:off x="0" y="932"/>
                <a:ext cx="1005" cy="800"/>
                <a:chOff x="0" y="0"/>
                <a:chExt cx="1005" cy="800"/>
              </a:xfrm>
            </p:grpSpPr>
            <p:sp>
              <p:nvSpPr>
                <p:cNvPr id="154679" name="Line 74"/>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0" name="Line 75"/>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1" name="Line 76"/>
                <p:cNvSpPr>
                  <a:spLocks noChangeShapeType="1"/>
                </p:cNvSpPr>
                <p:nvPr/>
              </p:nvSpPr>
              <p:spPr bwMode="auto">
                <a:xfrm flipH="1">
                  <a:off x="9" y="241"/>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2" name="Line 77"/>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3" name="Line 78"/>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4" name="Line 79"/>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5" name="Line 80"/>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6" name="Oval 81"/>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7" name="Oval 82"/>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8" name="AutoShape 8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89" name="Line 8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0" name="Line 85"/>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1" name="Text Box 8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2" name="Text Box 87"/>
                <p:cNvSpPr txBox="1">
                  <a:spLocks noChangeArrowheads="1"/>
                </p:cNvSpPr>
                <p:nvPr/>
              </p:nvSpPr>
              <p:spPr bwMode="auto">
                <a:xfrm>
                  <a:off x="548" y="156"/>
                  <a:ext cx="210"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3" name="Text Box 8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94" name="Text Box 8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2" name="Group 90"/>
              <p:cNvGrpSpPr/>
              <p:nvPr/>
            </p:nvGrpSpPr>
            <p:grpSpPr>
              <a:xfrm>
                <a:off x="0" y="1840"/>
                <a:ext cx="1005" cy="798"/>
                <a:chOff x="0" y="0"/>
                <a:chExt cx="1005" cy="798"/>
              </a:xfrm>
            </p:grpSpPr>
            <p:sp>
              <p:nvSpPr>
                <p:cNvPr id="154663" name="Line 91"/>
                <p:cNvSpPr>
                  <a:spLocks noChangeShapeType="1"/>
                </p:cNvSpPr>
                <p:nvPr/>
              </p:nvSpPr>
              <p:spPr bwMode="auto">
                <a:xfrm flipH="1">
                  <a:off x="0" y="66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4" name="Line 92"/>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5" name="Line 93"/>
                <p:cNvSpPr>
                  <a:spLocks noChangeShapeType="1"/>
                </p:cNvSpPr>
                <p:nvPr/>
              </p:nvSpPr>
              <p:spPr bwMode="auto">
                <a:xfrm flipH="1">
                  <a:off x="9" y="232"/>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6" name="Line 94"/>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7" name="Line 95"/>
                <p:cNvSpPr>
                  <a:spLocks noChangeShapeType="1"/>
                </p:cNvSpPr>
                <p:nvPr/>
              </p:nvSpPr>
              <p:spPr bwMode="auto">
                <a:xfrm flipV="1">
                  <a:off x="153" y="3"/>
                  <a:ext cx="0" cy="2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8" name="Line 96"/>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9" name="Line 97"/>
                <p:cNvSpPr>
                  <a:spLocks noChangeShapeType="1"/>
                </p:cNvSpPr>
                <p:nvPr/>
              </p:nvSpPr>
              <p:spPr bwMode="auto">
                <a:xfrm>
                  <a:off x="921" y="0"/>
                  <a:ext cx="0" cy="6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0" name="Oval 98"/>
                <p:cNvSpPr>
                  <a:spLocks noChangeArrowheads="1"/>
                </p:cNvSpPr>
                <p:nvPr/>
              </p:nvSpPr>
              <p:spPr bwMode="auto">
                <a:xfrm>
                  <a:off x="126" y="217"/>
                  <a:ext cx="47" cy="46"/>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1" name="Oval 99"/>
                <p:cNvSpPr>
                  <a:spLocks noChangeArrowheads="1"/>
                </p:cNvSpPr>
                <p:nvPr/>
              </p:nvSpPr>
              <p:spPr bwMode="auto">
                <a:xfrm flipH="1">
                  <a:off x="729" y="605"/>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2" name="AutoShape 100"/>
                <p:cNvSpPr>
                  <a:spLocks noChangeArrowheads="1"/>
                </p:cNvSpPr>
                <p:nvPr/>
              </p:nvSpPr>
              <p:spPr bwMode="auto">
                <a:xfrm>
                  <a:off x="297" y="128"/>
                  <a:ext cx="432" cy="670"/>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3" name="Line 101"/>
                <p:cNvSpPr>
                  <a:spLocks noChangeShapeType="1"/>
                </p:cNvSpPr>
                <p:nvPr/>
              </p:nvSpPr>
              <p:spPr bwMode="auto">
                <a:xfrm>
                  <a:off x="297" y="601"/>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4" name="Line 102"/>
                <p:cNvSpPr>
                  <a:spLocks noChangeShapeType="1"/>
                </p:cNvSpPr>
                <p:nvPr/>
              </p:nvSpPr>
              <p:spPr bwMode="auto">
                <a:xfrm flipH="1">
                  <a:off x="297" y="659"/>
                  <a:ext cx="47" cy="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5" name="Text Box 103"/>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6" name="Text Box 104"/>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7" name="Text Box 105"/>
                <p:cNvSpPr txBox="1">
                  <a:spLocks noChangeArrowheads="1"/>
                </p:cNvSpPr>
                <p:nvPr/>
              </p:nvSpPr>
              <p:spPr bwMode="auto">
                <a:xfrm>
                  <a:off x="548" y="532"/>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8" name="Text Box 106"/>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54643" name="Group 107"/>
              <p:cNvGrpSpPr/>
              <p:nvPr/>
            </p:nvGrpSpPr>
            <p:grpSpPr>
              <a:xfrm>
                <a:off x="0" y="2750"/>
                <a:ext cx="1005" cy="802"/>
                <a:chOff x="0" y="-2"/>
                <a:chExt cx="1005" cy="802"/>
              </a:xfrm>
            </p:grpSpPr>
            <p:sp>
              <p:nvSpPr>
                <p:cNvPr id="154647" name="Line 108"/>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8" name="Line 109"/>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9" name="Line 110"/>
                <p:cNvSpPr>
                  <a:spLocks noChangeShapeType="1"/>
                </p:cNvSpPr>
                <p:nvPr/>
              </p:nvSpPr>
              <p:spPr bwMode="auto">
                <a:xfrm flipH="1">
                  <a:off x="9" y="23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0" name="Line 111"/>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1" name="Line 112"/>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2" name="Line 113"/>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3" name="Line 114"/>
                <p:cNvSpPr>
                  <a:spLocks noChangeShapeType="1"/>
                </p:cNvSpPr>
                <p:nvPr/>
              </p:nvSpPr>
              <p:spPr bwMode="auto">
                <a:xfrm>
                  <a:off x="921" y="-2"/>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4" name="Oval 115"/>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5" name="Oval 116"/>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6" name="AutoShape 117"/>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57" name="Line 118"/>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8" name="Line 119"/>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9" name="Text Box 120"/>
                <p:cNvSpPr txBox="1">
                  <a:spLocks noChangeArrowheads="1"/>
                </p:cNvSpPr>
                <p:nvPr/>
              </p:nvSpPr>
              <p:spPr bwMode="auto">
                <a:xfrm>
                  <a:off x="286" y="142"/>
                  <a:ext cx="50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0" name="Text Box 121"/>
                <p:cNvSpPr txBox="1">
                  <a:spLocks noChangeArrowheads="1"/>
                </p:cNvSpPr>
                <p:nvPr/>
              </p:nvSpPr>
              <p:spPr bwMode="auto">
                <a:xfrm>
                  <a:off x="548" y="156"/>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1" name="Text Box 122"/>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62" name="Text Box 123"/>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sp>
            <p:nvSpPr>
              <p:cNvPr id="154644" name="Line 125"/>
              <p:cNvSpPr>
                <a:spLocks noChangeShapeType="1"/>
              </p:cNvSpPr>
              <p:nvPr/>
            </p:nvSpPr>
            <p:spPr bwMode="auto">
              <a:xfrm>
                <a:off x="11" y="2504"/>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5" name="Line 127"/>
              <p:cNvSpPr>
                <a:spLocks noChangeShapeType="1"/>
              </p:cNvSpPr>
              <p:nvPr/>
            </p:nvSpPr>
            <p:spPr bwMode="auto">
              <a:xfrm>
                <a:off x="11" y="1604"/>
                <a:ext cx="0" cy="4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6" name="Line 129"/>
              <p:cNvSpPr>
                <a:spLocks noChangeShapeType="1"/>
              </p:cNvSpPr>
              <p:nvPr/>
            </p:nvSpPr>
            <p:spPr bwMode="auto">
              <a:xfrm>
                <a:off x="11" y="680"/>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4634" name="Text Box 130"/>
            <p:cNvSpPr txBox="1">
              <a:spLocks noChangeArrowheads="1"/>
            </p:cNvSpPr>
            <p:nvPr/>
          </p:nvSpPr>
          <p:spPr bwMode="auto">
            <a:xfrm>
              <a:off x="192" y="1068"/>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5" name="Text Box 131"/>
            <p:cNvSpPr txBox="1">
              <a:spLocks noChangeArrowheads="1"/>
            </p:cNvSpPr>
            <p:nvPr/>
          </p:nvSpPr>
          <p:spPr bwMode="auto">
            <a:xfrm>
              <a:off x="192" y="96"/>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6" name="Text Box 133"/>
            <p:cNvSpPr txBox="1">
              <a:spLocks noChangeArrowheads="1"/>
            </p:cNvSpPr>
            <p:nvPr/>
          </p:nvSpPr>
          <p:spPr bwMode="auto">
            <a:xfrm>
              <a:off x="1440" y="2832"/>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7" name="Text Box 134"/>
            <p:cNvSpPr txBox="1">
              <a:spLocks noChangeArrowheads="1"/>
            </p:cNvSpPr>
            <p:nvPr/>
          </p:nvSpPr>
          <p:spPr bwMode="auto">
            <a:xfrm>
              <a:off x="1440" y="1895"/>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8" name="Text Box 135"/>
            <p:cNvSpPr txBox="1">
              <a:spLocks noChangeArrowheads="1"/>
            </p:cNvSpPr>
            <p:nvPr/>
          </p:nvSpPr>
          <p:spPr bwMode="auto">
            <a:xfrm>
              <a:off x="1440" y="1021"/>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54639" name="Text Box 136"/>
            <p:cNvSpPr txBox="1">
              <a:spLocks noChangeArrowheads="1"/>
            </p:cNvSpPr>
            <p:nvPr/>
          </p:nvSpPr>
          <p:spPr bwMode="auto">
            <a:xfrm>
              <a:off x="1440" y="49"/>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grpSp>
      <p:graphicFrame>
        <p:nvGraphicFramePr>
          <p:cNvPr id="154629" name="Object 89"/>
          <p:cNvGraphicFramePr/>
          <p:nvPr/>
        </p:nvGraphicFramePr>
        <p:xfrm>
          <a:off x="3259138" y="3493453"/>
          <a:ext cx="3698875" cy="1000125"/>
        </p:xfrm>
        <a:graphic>
          <a:graphicData uri="http://schemas.openxmlformats.org/presentationml/2006/ole">
            <mc:AlternateContent xmlns:mc="http://schemas.openxmlformats.org/markup-compatibility/2006">
              <mc:Choice xmlns:v="urn:schemas-microsoft-com:vml" Requires="v">
                <p:oleObj spid="_x0000_s3076" name="" r:id="rId1" imgW="3695700" imgH="1000125" progId="PBrush">
                  <p:embed/>
                </p:oleObj>
              </mc:Choice>
              <mc:Fallback>
                <p:oleObj name="" r:id="rId1" imgW="3695700" imgH="1000125" progId="PBrush">
                  <p:embed/>
                  <p:pic>
                    <p:nvPicPr>
                      <p:cNvPr id="0" name="图片 3075"/>
                      <p:cNvPicPr/>
                      <p:nvPr/>
                    </p:nvPicPr>
                    <p:blipFill>
                      <a:blip r:embed="rId2"/>
                      <a:stretch>
                        <a:fillRect/>
                      </a:stretch>
                    </p:blipFill>
                    <p:spPr>
                      <a:xfrm>
                        <a:off x="3259138" y="3493453"/>
                        <a:ext cx="3698875" cy="1000125"/>
                      </a:xfrm>
                      <a:prstGeom prst="rect">
                        <a:avLst/>
                      </a:prstGeom>
                      <a:noFill/>
                      <a:ln w="38100">
                        <a:noFill/>
                        <a:miter/>
                      </a:ln>
                    </p:spPr>
                  </p:pic>
                </p:oleObj>
              </mc:Fallback>
            </mc:AlternateContent>
          </a:graphicData>
        </a:graphic>
      </p:graphicFrame>
      <p:sp>
        <p:nvSpPr>
          <p:cNvPr id="2" name="文本框 1"/>
          <p:cNvSpPr txBox="1"/>
          <p:nvPr/>
        </p:nvSpPr>
        <p:spPr>
          <a:xfrm>
            <a:off x="7141845" y="3619500"/>
            <a:ext cx="1706880" cy="706755"/>
          </a:xfrm>
          <a:prstGeom prst="rect">
            <a:avLst/>
          </a:prstGeom>
          <a:noFill/>
        </p:spPr>
        <p:txBody>
          <a:bodyPr wrap="none" rtlCol="0">
            <a:spAutoFit/>
          </a:bodyPr>
          <a:p>
            <a:r>
              <a:rPr lang="zh-CN" altLang="en-US">
                <a:solidFill>
                  <a:srgbClr val="FF0000"/>
                </a:solidFill>
                <a:effectLst>
                  <a:outerShdw blurRad="38100" dist="19050" dir="2700000" algn="tl" rotWithShape="0">
                    <a:schemeClr val="dk1">
                      <a:alpha val="40000"/>
                    </a:schemeClr>
                  </a:outerShdw>
                </a:effectLst>
              </a:rPr>
              <a:t>注意这是个</a:t>
            </a:r>
            <a:endParaRPr lang="zh-CN" altLang="en-US">
              <a:solidFill>
                <a:srgbClr val="FF0000"/>
              </a:solidFill>
              <a:effectLst>
                <a:outerShdw blurRad="38100" dist="19050" dir="2700000" algn="tl" rotWithShape="0">
                  <a:schemeClr val="dk1">
                    <a:alpha val="40000"/>
                  </a:schemeClr>
                </a:outerShdw>
              </a:effectLst>
            </a:endParaRPr>
          </a:p>
          <a:p>
            <a:r>
              <a:rPr lang="zh-CN" altLang="en-US">
                <a:solidFill>
                  <a:srgbClr val="FF0000"/>
                </a:solidFill>
                <a:effectLst>
                  <a:outerShdw blurRad="38100" dist="19050" dir="2700000" algn="tl" rotWithShape="0">
                    <a:schemeClr val="dk1">
                      <a:alpha val="40000"/>
                    </a:schemeClr>
                  </a:outerShdw>
                </a:effectLst>
              </a:rPr>
              <a:t>异步时序电路</a:t>
            </a:r>
            <a:endParaRPr lang="zh-CN" altLang="en-US">
              <a:solidFill>
                <a:srgbClr val="FF0000"/>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 calcmode="lin" valueType="num">
                                      <p:cBhvr additive="base">
                                        <p:cTn id="7" dur="500" fill="hold"/>
                                        <p:tgtEl>
                                          <p:spTgt spid="154627"/>
                                        </p:tgtEl>
                                        <p:attrNameLst>
                                          <p:attrName>ppt_x</p:attrName>
                                        </p:attrNameLst>
                                      </p:cBhvr>
                                      <p:tavLst>
                                        <p:tav tm="0">
                                          <p:val>
                                            <p:strVal val="#ppt_x"/>
                                          </p:val>
                                        </p:tav>
                                        <p:tav tm="100000">
                                          <p:val>
                                            <p:strVal val="#ppt_x"/>
                                          </p:val>
                                        </p:tav>
                                      </p:tavLst>
                                    </p:anim>
                                    <p:anim calcmode="lin" valueType="num">
                                      <p:cBhvr additive="base">
                                        <p:cTn id="8" dur="500" fill="hold"/>
                                        <p:tgtEl>
                                          <p:spTgt spid="1546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4628"/>
                                        </p:tgtEl>
                                        <p:attrNameLst>
                                          <p:attrName>style.visibility</p:attrName>
                                        </p:attrNameLst>
                                      </p:cBhvr>
                                      <p:to>
                                        <p:strVal val="visible"/>
                                      </p:to>
                                    </p:set>
                                    <p:anim calcmode="lin" valueType="num">
                                      <p:cBhvr additive="base">
                                        <p:cTn id="13" dur="500" fill="hold"/>
                                        <p:tgtEl>
                                          <p:spTgt spid="154628"/>
                                        </p:tgtEl>
                                        <p:attrNameLst>
                                          <p:attrName>ppt_x</p:attrName>
                                        </p:attrNameLst>
                                      </p:cBhvr>
                                      <p:tavLst>
                                        <p:tav tm="0">
                                          <p:val>
                                            <p:strVal val="#ppt_x"/>
                                          </p:val>
                                        </p:tav>
                                        <p:tav tm="100000">
                                          <p:val>
                                            <p:strVal val="#ppt_x"/>
                                          </p:val>
                                        </p:tav>
                                      </p:tavLst>
                                    </p:anim>
                                    <p:anim calcmode="lin" valueType="num">
                                      <p:cBhvr additive="base">
                                        <p:cTn id="14" dur="500" fill="hold"/>
                                        <p:tgtEl>
                                          <p:spTgt spid="1546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4629"/>
                                        </p:tgtEl>
                                        <p:attrNameLst>
                                          <p:attrName>style.visibility</p:attrName>
                                        </p:attrNameLst>
                                      </p:cBhvr>
                                      <p:to>
                                        <p:strVal val="visible"/>
                                      </p:to>
                                    </p:set>
                                    <p:anim calcmode="lin" valueType="num">
                                      <p:cBhvr additive="base">
                                        <p:cTn id="19" dur="500" fill="hold"/>
                                        <p:tgtEl>
                                          <p:spTgt spid="154629"/>
                                        </p:tgtEl>
                                        <p:attrNameLst>
                                          <p:attrName>ppt_x</p:attrName>
                                        </p:attrNameLst>
                                      </p:cBhvr>
                                      <p:tavLst>
                                        <p:tav tm="0">
                                          <p:val>
                                            <p:strVal val="#ppt_x"/>
                                          </p:val>
                                        </p:tav>
                                        <p:tav tm="100000">
                                          <p:val>
                                            <p:strVal val="#ppt_x"/>
                                          </p:val>
                                        </p:tav>
                                      </p:tavLst>
                                    </p:anim>
                                    <p:anim calcmode="lin" valueType="num">
                                      <p:cBhvr additive="base">
                                        <p:cTn id="20" dur="500" fill="hold"/>
                                        <p:tgtEl>
                                          <p:spTgt spid="1546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420"/>
          <p:cNvSpPr>
            <a:spLocks noGrp="1"/>
          </p:cNvSpPr>
          <p:nvPr>
            <p:ph type="title"/>
          </p:nvPr>
        </p:nvSpPr>
        <p:spPr>
          <a:xfrm>
            <a:off x="3781425" y="771525"/>
            <a:ext cx="3455988" cy="503238"/>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串行计数器的连接结构</a:t>
            </a:r>
            <a:endParaRPr lang="zh-CN" altLang="en-US" sz="2000" b="1" dirty="0">
              <a:latin typeface="华文新魏" panose="02010800040101010101" pitchFamily="2" charset="-122"/>
              <a:ea typeface="华文新魏" panose="02010800040101010101" pitchFamily="2" charset="-122"/>
            </a:endParaRPr>
          </a:p>
        </p:txBody>
      </p:sp>
      <p:sp>
        <p:nvSpPr>
          <p:cNvPr id="155652" name="Text Box 507"/>
          <p:cNvSpPr txBox="1"/>
          <p:nvPr/>
        </p:nvSpPr>
        <p:spPr>
          <a:xfrm>
            <a:off x="288925" y="4516438"/>
            <a:ext cx="3827463" cy="368300"/>
          </a:xfrm>
          <a:prstGeom prst="rect">
            <a:avLst/>
          </a:prstGeom>
          <a:noFill/>
          <a:ln w="9525">
            <a:noFill/>
          </a:ln>
        </p:spPr>
        <p:txBody>
          <a:bodyPr>
            <a:spAutoFit/>
          </a:bodyPr>
          <a:p>
            <a:pPr algn="ctr" eaLnBrk="1" hangingPunct="1">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JK</a:t>
            </a:r>
            <a:r>
              <a:rPr lang="en-US" altLang="zh-CN" sz="180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触发器组成的</a:t>
            </a:r>
            <a:r>
              <a:rPr lang="en-US" altLang="zh-CN" sz="1800" b="1">
                <a:solidFill>
                  <a:srgbClr val="FF0000"/>
                </a:solidFill>
                <a:latin typeface="华文新魏" panose="02010800040101010101" pitchFamily="2" charset="-122"/>
                <a:ea typeface="华文新魏" panose="02010800040101010101" pitchFamily="2" charset="-122"/>
              </a:rPr>
              <a:t>4</a:t>
            </a:r>
            <a:r>
              <a:rPr lang="zh-CN" altLang="en-US" sz="1800" b="1" dirty="0">
                <a:solidFill>
                  <a:srgbClr val="FF0000"/>
                </a:solidFill>
                <a:latin typeface="华文新魏" panose="02010800040101010101" pitchFamily="2" charset="-122"/>
                <a:ea typeface="华文新魏" panose="02010800040101010101" pitchFamily="2" charset="-122"/>
              </a:rPr>
              <a:t>位减 </a:t>
            </a:r>
            <a:r>
              <a:rPr lang="en-US" altLang="zh-CN" sz="1800" b="1">
                <a:solidFill>
                  <a:srgbClr val="FF0000"/>
                </a:solidFill>
                <a:latin typeface="华文新魏" panose="02010800040101010101" pitchFamily="2" charset="-122"/>
                <a:ea typeface="华文新魏" panose="02010800040101010101" pitchFamily="2" charset="-122"/>
              </a:rPr>
              <a:t>1 </a:t>
            </a:r>
            <a:r>
              <a:rPr lang="zh-CN" altLang="en-US" sz="1800" b="1" dirty="0">
                <a:solidFill>
                  <a:srgbClr val="FF0000"/>
                </a:solidFill>
                <a:latin typeface="华文新魏" panose="02010800040101010101" pitchFamily="2" charset="-122"/>
                <a:ea typeface="华文新魏" panose="02010800040101010101" pitchFamily="2" charset="-122"/>
              </a:rPr>
              <a:t>计数器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3313430" y="1774825"/>
            <a:ext cx="5727065" cy="1938020"/>
            <a:chOff x="5218" y="2795"/>
            <a:chExt cx="9019" cy="3052"/>
          </a:xfrm>
        </p:grpSpPr>
        <p:sp>
          <p:nvSpPr>
            <p:cNvPr id="155651" name="Text Box 422"/>
            <p:cNvSpPr txBox="1"/>
            <p:nvPr/>
          </p:nvSpPr>
          <p:spPr>
            <a:xfrm>
              <a:off x="5218" y="2795"/>
              <a:ext cx="9019" cy="3052"/>
            </a:xfrm>
            <a:prstGeom prst="rect">
              <a:avLst/>
            </a:prstGeom>
            <a:noFill/>
            <a:ln w="9525">
              <a:noFill/>
            </a:ln>
          </p:spPr>
          <p:txBody>
            <a:bodyPr wrap="square">
              <a:spAutoFit/>
            </a:bodyPr>
            <a:p>
              <a:pPr eaLnBrk="1" hangingPunct="1">
                <a:lnSpc>
                  <a:spcPct val="80000"/>
                </a:lnSpc>
                <a:spcBef>
                  <a:spcPct val="50000"/>
                </a:spcBef>
                <a:buFont typeface="Arial" panose="020B0604020202020204" pitchFamily="34" charset="0"/>
                <a:buChar char="•"/>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i-1 </a:t>
              </a:r>
              <a:r>
                <a:rPr lang="zh-CN" altLang="en-US" b="1" dirty="0">
                  <a:solidFill>
                    <a:srgbClr val="FF0000"/>
                  </a:solidFill>
                  <a:latin typeface="华文新魏" panose="02010800040101010101" pitchFamily="2" charset="-122"/>
                  <a:ea typeface="华文新魏" panose="02010800040101010101" pitchFamily="2" charset="-122"/>
                </a:rPr>
                <a:t>由</a:t>
              </a:r>
              <a:r>
                <a:rPr lang="en-US" altLang="zh-CN" b="1">
                  <a:solidFill>
                    <a:srgbClr val="FF0000"/>
                  </a:solidFill>
                  <a:latin typeface="华文新魏" panose="02010800040101010101" pitchFamily="2" charset="-122"/>
                  <a:ea typeface="华文新魏" panose="02010800040101010101" pitchFamily="2" charset="-122"/>
                </a:rPr>
                <a:t>0→1 </a:t>
              </a:r>
              <a:r>
                <a:rPr lang="en-US" altLang="zh-CN" b="1">
                  <a:solidFill>
                    <a:schemeClr val="tx1"/>
                  </a:solidFill>
                  <a:latin typeface="华文新魏" panose="02010800040101010101" pitchFamily="2" charset="-122"/>
                  <a:ea typeface="华文新魏" panose="02010800040101010101" pitchFamily="2" charset="-122"/>
                </a:rPr>
                <a:t>(CLK </a:t>
              </a:r>
              <a:r>
                <a:rPr lang="en-US" altLang="zh-CN" b="1" baseline="-25000">
                  <a:solidFill>
                    <a:schemeClr val="tx1"/>
                  </a:solidFill>
                  <a:latin typeface="华文新魏" panose="02010800040101010101" pitchFamily="2" charset="-122"/>
                  <a:ea typeface="华文新魏" panose="02010800040101010101" pitchFamily="2" charset="-122"/>
                </a:rPr>
                <a:t>i </a:t>
              </a:r>
              <a:r>
                <a:rPr lang="zh-CN" altLang="en-US" b="1" dirty="0">
                  <a:solidFill>
                    <a:schemeClr val="tx1"/>
                  </a:solidFill>
                  <a:latin typeface="华文新魏" panose="02010800040101010101" pitchFamily="2" charset="-122"/>
                  <a:ea typeface="华文新魏" panose="02010800040101010101" pitchFamily="2" charset="-122"/>
                </a:rPr>
                <a:t>由</a:t>
              </a:r>
              <a:r>
                <a:rPr lang="en-US" altLang="zh-CN" b="1">
                  <a:solidFill>
                    <a:schemeClr val="tx1"/>
                  </a:solidFill>
                  <a:latin typeface="华文新魏" panose="02010800040101010101" pitchFamily="2" charset="-122"/>
                  <a:ea typeface="华文新魏" panose="02010800040101010101" pitchFamily="2" charset="-122"/>
                </a:rPr>
                <a:t>1→0 )</a:t>
              </a:r>
              <a:r>
                <a:rPr lang="zh-CN" altLang="en-US" b="1" dirty="0">
                  <a:solidFill>
                    <a:schemeClr val="tx1"/>
                  </a:solidFill>
                  <a:latin typeface="华文新魏" panose="02010800040101010101" pitchFamily="2" charset="-122"/>
                  <a:ea typeface="华文新魏" panose="02010800040101010101" pitchFamily="2" charset="-122"/>
                </a:rPr>
                <a:t>时，</a:t>
              </a:r>
              <a:r>
                <a:rPr lang="en-US" altLang="zh-CN" b="1" err="1">
                  <a:solidFill>
                    <a:srgbClr val="FF0000"/>
                  </a:solidFill>
                  <a:latin typeface="华文新魏" panose="02010800040101010101" pitchFamily="2" charset="-122"/>
                  <a:ea typeface="华文新魏" panose="02010800040101010101" pitchFamily="2" charset="-122"/>
                </a:rPr>
                <a:t>Q</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跳变</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此时，表明</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产生了</a:t>
              </a:r>
              <a:r>
                <a:rPr lang="zh-CN" altLang="en-US" b="1" dirty="0">
                  <a:solidFill>
                    <a:srgbClr val="FF0000"/>
                  </a:solidFill>
                  <a:latin typeface="华文新魏" panose="02010800040101010101" pitchFamily="2" charset="-122"/>
                  <a:ea typeface="华文新魏" panose="02010800040101010101" pitchFamily="2" charset="-122"/>
                </a:rPr>
                <a:t>借位</a:t>
              </a:r>
              <a:r>
                <a:rPr lang="zh-CN" altLang="en-US" b="1" dirty="0">
                  <a:solidFill>
                    <a:schemeClr val="tx1"/>
                  </a:solidFill>
                  <a:latin typeface="华文新魏" panose="02010800040101010101" pitchFamily="2" charset="-122"/>
                  <a:ea typeface="华文新魏" panose="02010800040101010101" pitchFamily="2" charset="-122"/>
                </a:rPr>
                <a:t>，使本位 </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变</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化。</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CLK </a:t>
              </a:r>
              <a:r>
                <a:rPr lang="en-US" altLang="zh-CN" b="1" baseline="-25000">
                  <a:solidFill>
                    <a:srgbClr val="FF0000"/>
                  </a:solidFill>
                  <a:latin typeface="华文新魏" panose="02010800040101010101" pitchFamily="2" charset="-122"/>
                  <a:ea typeface="华文新魏" panose="02010800040101010101" pitchFamily="2" charset="-122"/>
                </a:rPr>
                <a:t>i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所有</a:t>
              </a:r>
              <a:r>
                <a:rPr lang="zh-CN" altLang="en-US" b="1" dirty="0">
                  <a:solidFill>
                    <a:srgbClr val="FF0000"/>
                  </a:solidFill>
                  <a:latin typeface="华文新魏" panose="02010800040101010101" pitchFamily="2" charset="-122"/>
                  <a:ea typeface="华文新魏" panose="02010800040101010101" pitchFamily="2" charset="-122"/>
                </a:rPr>
                <a:t>下降沿</a:t>
              </a:r>
              <a:r>
                <a:rPr lang="zh-CN" altLang="en-US" b="1" dirty="0">
                  <a:solidFill>
                    <a:schemeClr val="tx1"/>
                  </a:solidFill>
                  <a:latin typeface="华文新魏" panose="02010800040101010101" pitchFamily="2" charset="-122"/>
                  <a:ea typeface="华文新魏" panose="02010800040101010101" pitchFamily="2" charset="-122"/>
                </a:rPr>
                <a:t>触发的触发器计数功能一样。</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n = 4</a:t>
              </a:r>
              <a:r>
                <a:rPr lang="zh-CN" altLang="en-US" b="1" dirty="0">
                  <a:solidFill>
                    <a:schemeClr val="tx1"/>
                  </a:solidFill>
                  <a:latin typeface="华文新魏" panose="02010800040101010101" pitchFamily="2" charset="-122"/>
                  <a:ea typeface="华文新魏" panose="02010800040101010101" pitchFamily="2" charset="-122"/>
                </a:rPr>
                <a:t>，电路为</a:t>
              </a:r>
              <a:r>
                <a:rPr lang="zh-CN" altLang="en-US" b="1" dirty="0">
                  <a:solidFill>
                    <a:srgbClr val="FF0000"/>
                  </a:solidFill>
                  <a:latin typeface="华文新魏" panose="02010800040101010101" pitchFamily="2" charset="-122"/>
                  <a:ea typeface="华文新魏" panose="02010800040101010101" pitchFamily="2" charset="-122"/>
                </a:rPr>
                <a:t>模 </a:t>
              </a:r>
              <a:r>
                <a:rPr lang="en-US" altLang="zh-CN" b="1">
                  <a:solidFill>
                    <a:srgbClr val="FF0000"/>
                  </a:solidFill>
                  <a:latin typeface="华文新魏" panose="02010800040101010101" pitchFamily="2" charset="-122"/>
                  <a:ea typeface="华文新魏" panose="02010800040101010101" pitchFamily="2" charset="-122"/>
                </a:rPr>
                <a:t>16 </a:t>
              </a:r>
              <a:r>
                <a:rPr lang="zh-CN" altLang="en-US" b="1" dirty="0">
                  <a:solidFill>
                    <a:srgbClr val="FF0000"/>
                  </a:solidFill>
                  <a:latin typeface="华文新魏" panose="02010800040101010101" pitchFamily="2" charset="-122"/>
                  <a:ea typeface="华文新魏" panose="02010800040101010101" pitchFamily="2" charset="-122"/>
                </a:rPr>
                <a:t>减 </a:t>
              </a:r>
              <a:r>
                <a:rPr lang="en-US" altLang="zh-CN" b="1">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55654" name="Line 132"/>
            <p:cNvSpPr/>
            <p:nvPr/>
          </p:nvSpPr>
          <p:spPr>
            <a:xfrm>
              <a:off x="7992" y="4020"/>
              <a:ext cx="360" cy="0"/>
            </a:xfrm>
            <a:prstGeom prst="line">
              <a:avLst/>
            </a:prstGeom>
            <a:ln w="19050" cap="flat" cmpd="sng">
              <a:solidFill>
                <a:srgbClr val="FF0000"/>
              </a:solidFill>
              <a:prstDash val="solid"/>
              <a:headEnd type="none" w="med" len="med"/>
              <a:tailEnd type="none" w="med" len="med"/>
            </a:ln>
          </p:spPr>
        </p:sp>
      </p:grpSp>
      <p:grpSp>
        <p:nvGrpSpPr>
          <p:cNvPr id="3" name="组合 2"/>
          <p:cNvGrpSpPr/>
          <p:nvPr/>
        </p:nvGrpSpPr>
        <p:grpSpPr>
          <a:xfrm>
            <a:off x="320675" y="395605"/>
            <a:ext cx="2965450" cy="4179570"/>
            <a:chOff x="505" y="605"/>
            <a:chExt cx="4670" cy="6582"/>
          </a:xfrm>
        </p:grpSpPr>
        <p:grpSp>
          <p:nvGrpSpPr>
            <p:cNvPr id="155653" name="组合 1"/>
            <p:cNvGrpSpPr/>
            <p:nvPr/>
          </p:nvGrpSpPr>
          <p:grpSpPr>
            <a:xfrm>
              <a:off x="505" y="605"/>
              <a:ext cx="4670" cy="6583"/>
              <a:chOff x="31324" y="383579"/>
              <a:chExt cx="2966640" cy="4180436"/>
            </a:xfrm>
          </p:grpSpPr>
          <p:sp>
            <p:nvSpPr>
              <p:cNvPr id="155659" name="Line 508"/>
              <p:cNvSpPr/>
              <p:nvPr/>
            </p:nvSpPr>
            <p:spPr>
              <a:xfrm flipH="1">
                <a:off x="429418" y="1146175"/>
                <a:ext cx="827088" cy="0"/>
              </a:xfrm>
              <a:prstGeom prst="line">
                <a:avLst/>
              </a:prstGeom>
              <a:ln w="28575" cap="flat" cmpd="sng">
                <a:solidFill>
                  <a:schemeClr val="tx1"/>
                </a:solidFill>
                <a:prstDash val="solid"/>
                <a:headEnd type="none" w="med" len="med"/>
                <a:tailEnd type="none" w="med" len="med"/>
              </a:ln>
            </p:spPr>
          </p:sp>
          <p:sp>
            <p:nvSpPr>
              <p:cNvPr id="155660" name="Line 509"/>
              <p:cNvSpPr/>
              <p:nvPr/>
            </p:nvSpPr>
            <p:spPr>
              <a:xfrm flipH="1">
                <a:off x="1022350" y="889000"/>
                <a:ext cx="361950" cy="0"/>
              </a:xfrm>
              <a:prstGeom prst="line">
                <a:avLst/>
              </a:prstGeom>
              <a:ln w="28575" cap="flat" cmpd="sng">
                <a:solidFill>
                  <a:schemeClr val="tx1"/>
                </a:solidFill>
                <a:prstDash val="solid"/>
                <a:headEnd type="none" w="med" len="med"/>
                <a:tailEnd type="none" w="med" len="med"/>
              </a:ln>
            </p:spPr>
          </p:sp>
          <p:sp>
            <p:nvSpPr>
              <p:cNvPr id="155661" name="Line 510"/>
              <p:cNvSpPr/>
              <p:nvPr/>
            </p:nvSpPr>
            <p:spPr>
              <a:xfrm flipH="1">
                <a:off x="1022350" y="1387475"/>
                <a:ext cx="361950" cy="0"/>
              </a:xfrm>
              <a:prstGeom prst="line">
                <a:avLst/>
              </a:prstGeom>
              <a:ln w="28575" cap="flat" cmpd="sng">
                <a:solidFill>
                  <a:schemeClr val="tx1"/>
                </a:solidFill>
                <a:prstDash val="solid"/>
                <a:headEnd type="none" w="med" len="med"/>
                <a:tailEnd type="none" w="med" len="med"/>
              </a:ln>
            </p:spPr>
          </p:sp>
          <p:sp>
            <p:nvSpPr>
              <p:cNvPr id="155662" name="Line 511"/>
              <p:cNvSpPr/>
              <p:nvPr/>
            </p:nvSpPr>
            <p:spPr>
              <a:xfrm flipH="1">
                <a:off x="1919287" y="889000"/>
                <a:ext cx="363538" cy="0"/>
              </a:xfrm>
              <a:prstGeom prst="line">
                <a:avLst/>
              </a:prstGeom>
              <a:ln w="28575" cap="flat" cmpd="sng">
                <a:solidFill>
                  <a:schemeClr val="tx1"/>
                </a:solidFill>
                <a:prstDash val="solid"/>
                <a:headEnd type="none" w="med" len="med"/>
                <a:tailEnd type="none" w="med" len="med"/>
              </a:ln>
            </p:spPr>
          </p:sp>
          <p:sp>
            <p:nvSpPr>
              <p:cNvPr id="155663" name="Line 513"/>
              <p:cNvSpPr/>
              <p:nvPr/>
            </p:nvSpPr>
            <p:spPr>
              <a:xfrm flipH="1">
                <a:off x="1022350" y="1841500"/>
                <a:ext cx="361950" cy="0"/>
              </a:xfrm>
              <a:prstGeom prst="line">
                <a:avLst/>
              </a:prstGeom>
              <a:ln w="28575" cap="flat" cmpd="sng">
                <a:solidFill>
                  <a:schemeClr val="tx1"/>
                </a:solidFill>
                <a:prstDash val="solid"/>
                <a:headEnd type="none" w="med" len="med"/>
                <a:tailEnd type="none" w="med" len="med"/>
              </a:ln>
            </p:spPr>
          </p:sp>
          <p:sp>
            <p:nvSpPr>
              <p:cNvPr id="155664" name="Line 514"/>
              <p:cNvSpPr/>
              <p:nvPr/>
            </p:nvSpPr>
            <p:spPr>
              <a:xfrm flipH="1">
                <a:off x="1022350" y="2339975"/>
                <a:ext cx="361950" cy="0"/>
              </a:xfrm>
              <a:prstGeom prst="line">
                <a:avLst/>
              </a:prstGeom>
              <a:ln w="28575" cap="flat" cmpd="sng">
                <a:solidFill>
                  <a:schemeClr val="tx1"/>
                </a:solidFill>
                <a:prstDash val="solid"/>
                <a:headEnd type="none" w="med" len="med"/>
                <a:tailEnd type="none" w="med" len="med"/>
              </a:ln>
            </p:spPr>
          </p:sp>
          <p:sp>
            <p:nvSpPr>
              <p:cNvPr id="155665" name="Line 515"/>
              <p:cNvSpPr/>
              <p:nvPr/>
            </p:nvSpPr>
            <p:spPr>
              <a:xfrm flipH="1">
                <a:off x="1929606" y="1867693"/>
                <a:ext cx="363538" cy="0"/>
              </a:xfrm>
              <a:prstGeom prst="line">
                <a:avLst/>
              </a:prstGeom>
              <a:ln w="28575" cap="flat" cmpd="sng">
                <a:solidFill>
                  <a:schemeClr val="tx1"/>
                </a:solidFill>
                <a:prstDash val="solid"/>
                <a:headEnd type="none" w="med" len="med"/>
                <a:tailEnd type="none" w="med" len="med"/>
              </a:ln>
            </p:spPr>
          </p:sp>
          <p:sp>
            <p:nvSpPr>
              <p:cNvPr id="155666" name="Line 517"/>
              <p:cNvSpPr/>
              <p:nvPr/>
            </p:nvSpPr>
            <p:spPr>
              <a:xfrm flipH="1" flipV="1">
                <a:off x="1022350" y="2933700"/>
                <a:ext cx="400050" cy="1"/>
              </a:xfrm>
              <a:prstGeom prst="line">
                <a:avLst/>
              </a:prstGeom>
              <a:ln w="28575" cap="flat" cmpd="sng">
                <a:solidFill>
                  <a:schemeClr val="tx1"/>
                </a:solidFill>
                <a:prstDash val="solid"/>
                <a:headEnd type="none" w="med" len="med"/>
                <a:tailEnd type="none" w="med" len="med"/>
              </a:ln>
            </p:spPr>
          </p:sp>
          <p:sp>
            <p:nvSpPr>
              <p:cNvPr id="155667" name="Line 518"/>
              <p:cNvSpPr/>
              <p:nvPr/>
            </p:nvSpPr>
            <p:spPr>
              <a:xfrm flipH="1" flipV="1">
                <a:off x="1022347" y="3433764"/>
                <a:ext cx="408049" cy="6074"/>
              </a:xfrm>
              <a:prstGeom prst="line">
                <a:avLst/>
              </a:prstGeom>
              <a:ln w="28575" cap="flat" cmpd="sng">
                <a:solidFill>
                  <a:schemeClr val="tx1"/>
                </a:solidFill>
                <a:prstDash val="solid"/>
                <a:headEnd type="none" w="med" len="med"/>
                <a:tailEnd type="none" w="med" len="med"/>
              </a:ln>
            </p:spPr>
          </p:sp>
          <p:sp>
            <p:nvSpPr>
              <p:cNvPr id="155668" name="Line 519"/>
              <p:cNvSpPr/>
              <p:nvPr/>
            </p:nvSpPr>
            <p:spPr>
              <a:xfrm flipH="1">
                <a:off x="1973262" y="2979738"/>
                <a:ext cx="361950" cy="0"/>
              </a:xfrm>
              <a:prstGeom prst="line">
                <a:avLst/>
              </a:prstGeom>
              <a:ln w="28575" cap="flat" cmpd="sng">
                <a:solidFill>
                  <a:schemeClr val="tx1"/>
                </a:solidFill>
                <a:prstDash val="solid"/>
                <a:headEnd type="none" w="med" len="med"/>
                <a:tailEnd type="none" w="med" len="med"/>
              </a:ln>
            </p:spPr>
          </p:sp>
          <p:sp>
            <p:nvSpPr>
              <p:cNvPr id="155669" name="Line 520"/>
              <p:cNvSpPr/>
              <p:nvPr/>
            </p:nvSpPr>
            <p:spPr>
              <a:xfrm flipH="1">
                <a:off x="2074488" y="3422650"/>
                <a:ext cx="208337" cy="1587"/>
              </a:xfrm>
              <a:prstGeom prst="line">
                <a:avLst/>
              </a:prstGeom>
              <a:ln w="28575" cap="flat" cmpd="sng">
                <a:solidFill>
                  <a:srgbClr val="FF0000"/>
                </a:solidFill>
                <a:prstDash val="solid"/>
                <a:headEnd type="none" w="med" len="med"/>
                <a:tailEnd type="none" w="med" len="med"/>
              </a:ln>
            </p:spPr>
          </p:sp>
          <p:sp>
            <p:nvSpPr>
              <p:cNvPr id="155670" name="Line 521"/>
              <p:cNvSpPr/>
              <p:nvPr/>
            </p:nvSpPr>
            <p:spPr>
              <a:xfrm flipH="1">
                <a:off x="1031244" y="3911600"/>
                <a:ext cx="361950" cy="0"/>
              </a:xfrm>
              <a:prstGeom prst="line">
                <a:avLst/>
              </a:prstGeom>
              <a:ln w="28575" cap="flat" cmpd="sng">
                <a:solidFill>
                  <a:schemeClr val="tx1"/>
                </a:solidFill>
                <a:prstDash val="solid"/>
                <a:headEnd type="none" w="med" len="med"/>
                <a:tailEnd type="none" w="med" len="med"/>
              </a:ln>
            </p:spPr>
          </p:sp>
          <p:sp>
            <p:nvSpPr>
              <p:cNvPr id="155671" name="Line 522"/>
              <p:cNvSpPr/>
              <p:nvPr/>
            </p:nvSpPr>
            <p:spPr>
              <a:xfrm flipH="1">
                <a:off x="1031244" y="4410075"/>
                <a:ext cx="361950" cy="0"/>
              </a:xfrm>
              <a:prstGeom prst="line">
                <a:avLst/>
              </a:prstGeom>
              <a:ln w="28575" cap="flat" cmpd="sng">
                <a:solidFill>
                  <a:schemeClr val="tx1"/>
                </a:solidFill>
                <a:prstDash val="solid"/>
                <a:headEnd type="none" w="med" len="med"/>
                <a:tailEnd type="none" w="med" len="med"/>
              </a:ln>
            </p:spPr>
          </p:sp>
          <p:sp>
            <p:nvSpPr>
              <p:cNvPr id="155672" name="Line 523"/>
              <p:cNvSpPr/>
              <p:nvPr/>
            </p:nvSpPr>
            <p:spPr>
              <a:xfrm flipH="1">
                <a:off x="1961510" y="3946984"/>
                <a:ext cx="361950" cy="0"/>
              </a:xfrm>
              <a:prstGeom prst="line">
                <a:avLst/>
              </a:prstGeom>
              <a:ln w="28575" cap="flat" cmpd="sng">
                <a:solidFill>
                  <a:schemeClr val="tx1"/>
                </a:solidFill>
                <a:prstDash val="solid"/>
                <a:headEnd type="none" w="med" len="med"/>
                <a:tailEnd type="none" w="med" len="med"/>
              </a:ln>
            </p:spPr>
          </p:sp>
          <p:sp>
            <p:nvSpPr>
              <p:cNvPr id="155673" name="Line 524"/>
              <p:cNvSpPr/>
              <p:nvPr/>
            </p:nvSpPr>
            <p:spPr>
              <a:xfrm flipH="1">
                <a:off x="2052070" y="4403656"/>
                <a:ext cx="250290" cy="6351"/>
              </a:xfrm>
              <a:prstGeom prst="line">
                <a:avLst/>
              </a:prstGeom>
              <a:ln w="28575" cap="flat" cmpd="sng">
                <a:solidFill>
                  <a:schemeClr val="tx1"/>
                </a:solidFill>
                <a:prstDash val="solid"/>
                <a:headEnd type="none" w="med" len="med"/>
                <a:tailEnd type="none" w="med" len="med"/>
              </a:ln>
            </p:spPr>
          </p:sp>
          <p:sp>
            <p:nvSpPr>
              <p:cNvPr id="155674" name="Line 525"/>
              <p:cNvSpPr/>
              <p:nvPr/>
            </p:nvSpPr>
            <p:spPr>
              <a:xfrm>
                <a:off x="1022350" y="639763"/>
                <a:ext cx="0" cy="3778250"/>
              </a:xfrm>
              <a:prstGeom prst="line">
                <a:avLst/>
              </a:prstGeom>
              <a:ln w="28575" cap="flat" cmpd="sng">
                <a:solidFill>
                  <a:schemeClr val="tx1"/>
                </a:solidFill>
                <a:prstDash val="solid"/>
                <a:headEnd type="none" w="med" len="med"/>
                <a:tailEnd type="none" w="med" len="med"/>
              </a:ln>
            </p:spPr>
          </p:sp>
          <p:sp>
            <p:nvSpPr>
              <p:cNvPr id="155675" name="Line 526"/>
              <p:cNvSpPr/>
              <p:nvPr/>
            </p:nvSpPr>
            <p:spPr>
              <a:xfrm>
                <a:off x="2302052" y="1374910"/>
                <a:ext cx="0" cy="200025"/>
              </a:xfrm>
              <a:prstGeom prst="line">
                <a:avLst/>
              </a:prstGeom>
              <a:ln w="28575" cap="flat" cmpd="sng">
                <a:solidFill>
                  <a:srgbClr val="FF0000"/>
                </a:solidFill>
                <a:prstDash val="solid"/>
                <a:headEnd type="none" w="med" len="med"/>
                <a:tailEnd type="none" w="med" len="med"/>
              </a:ln>
            </p:spPr>
          </p:sp>
          <p:sp>
            <p:nvSpPr>
              <p:cNvPr id="155676" name="Line 527"/>
              <p:cNvSpPr/>
              <p:nvPr/>
            </p:nvSpPr>
            <p:spPr>
              <a:xfrm flipH="1">
                <a:off x="487351" y="1576388"/>
                <a:ext cx="1814513" cy="1587"/>
              </a:xfrm>
              <a:prstGeom prst="line">
                <a:avLst/>
              </a:prstGeom>
              <a:ln w="28575" cap="flat" cmpd="sng">
                <a:solidFill>
                  <a:srgbClr val="FF0000"/>
                </a:solidFill>
                <a:prstDash val="solid"/>
                <a:headEnd type="none" w="med" len="med"/>
                <a:tailEnd type="none" w="med" len="med"/>
              </a:ln>
            </p:spPr>
          </p:sp>
          <p:sp>
            <p:nvSpPr>
              <p:cNvPr id="155677" name="Line 528"/>
              <p:cNvSpPr/>
              <p:nvPr/>
            </p:nvSpPr>
            <p:spPr>
              <a:xfrm>
                <a:off x="488939" y="1576388"/>
                <a:ext cx="0" cy="534987"/>
              </a:xfrm>
              <a:prstGeom prst="line">
                <a:avLst/>
              </a:prstGeom>
              <a:ln w="28575" cap="flat" cmpd="sng">
                <a:solidFill>
                  <a:srgbClr val="FF0000"/>
                </a:solidFill>
                <a:prstDash val="solid"/>
                <a:headEnd type="none" w="med" len="med"/>
                <a:tailEnd type="none" w="med" len="med"/>
              </a:ln>
            </p:spPr>
          </p:sp>
          <p:sp>
            <p:nvSpPr>
              <p:cNvPr id="155678" name="Line 529"/>
              <p:cNvSpPr/>
              <p:nvPr/>
            </p:nvSpPr>
            <p:spPr>
              <a:xfrm>
                <a:off x="503226" y="2111375"/>
                <a:ext cx="827088" cy="0"/>
              </a:xfrm>
              <a:prstGeom prst="line">
                <a:avLst/>
              </a:prstGeom>
              <a:ln w="28575" cap="flat" cmpd="sng">
                <a:solidFill>
                  <a:srgbClr val="FF0000"/>
                </a:solidFill>
                <a:prstDash val="solid"/>
                <a:headEnd type="none" w="med" len="med"/>
                <a:tailEnd type="none" w="med" len="med"/>
              </a:ln>
            </p:spPr>
          </p:sp>
          <p:sp>
            <p:nvSpPr>
              <p:cNvPr id="155679" name="Line 530"/>
              <p:cNvSpPr/>
              <p:nvPr/>
            </p:nvSpPr>
            <p:spPr>
              <a:xfrm>
                <a:off x="2301864" y="2327276"/>
                <a:ext cx="0" cy="201613"/>
              </a:xfrm>
              <a:prstGeom prst="line">
                <a:avLst/>
              </a:prstGeom>
              <a:ln w="28575" cap="flat" cmpd="sng">
                <a:solidFill>
                  <a:srgbClr val="FF0000"/>
                </a:solidFill>
                <a:prstDash val="solid"/>
                <a:headEnd type="none" w="med" len="med"/>
                <a:tailEnd type="none" w="med" len="med"/>
              </a:ln>
            </p:spPr>
          </p:sp>
          <p:sp>
            <p:nvSpPr>
              <p:cNvPr id="155680" name="Line 531"/>
              <p:cNvSpPr/>
              <p:nvPr/>
            </p:nvSpPr>
            <p:spPr>
              <a:xfrm flipH="1">
                <a:off x="480527" y="2541588"/>
                <a:ext cx="1814513" cy="0"/>
              </a:xfrm>
              <a:prstGeom prst="line">
                <a:avLst/>
              </a:prstGeom>
              <a:ln w="28575" cap="flat" cmpd="sng">
                <a:solidFill>
                  <a:srgbClr val="FF0000"/>
                </a:solidFill>
                <a:prstDash val="solid"/>
                <a:headEnd type="none" w="med" len="med"/>
                <a:tailEnd type="none" w="med" len="med"/>
              </a:ln>
            </p:spPr>
          </p:sp>
          <p:sp>
            <p:nvSpPr>
              <p:cNvPr id="155681" name="Line 532"/>
              <p:cNvSpPr/>
              <p:nvPr/>
            </p:nvSpPr>
            <p:spPr>
              <a:xfrm>
                <a:off x="482115" y="2541588"/>
                <a:ext cx="0" cy="650875"/>
              </a:xfrm>
              <a:prstGeom prst="line">
                <a:avLst/>
              </a:prstGeom>
              <a:ln w="28575" cap="flat" cmpd="sng">
                <a:solidFill>
                  <a:srgbClr val="FF0000"/>
                </a:solidFill>
                <a:prstDash val="solid"/>
                <a:headEnd type="none" w="med" len="med"/>
                <a:tailEnd type="none" w="med" len="med"/>
              </a:ln>
            </p:spPr>
          </p:sp>
          <p:sp>
            <p:nvSpPr>
              <p:cNvPr id="155682" name="Line 533"/>
              <p:cNvSpPr/>
              <p:nvPr/>
            </p:nvSpPr>
            <p:spPr>
              <a:xfrm>
                <a:off x="486877" y="3184525"/>
                <a:ext cx="827088" cy="0"/>
              </a:xfrm>
              <a:prstGeom prst="line">
                <a:avLst/>
              </a:prstGeom>
              <a:ln w="28575" cap="flat" cmpd="sng">
                <a:solidFill>
                  <a:srgbClr val="FF0000"/>
                </a:solidFill>
                <a:prstDash val="solid"/>
                <a:headEnd type="none" w="med" len="med"/>
                <a:tailEnd type="none" w="med" len="med"/>
              </a:ln>
            </p:spPr>
          </p:sp>
          <p:sp>
            <p:nvSpPr>
              <p:cNvPr id="155683" name="Line 534"/>
              <p:cNvSpPr/>
              <p:nvPr/>
            </p:nvSpPr>
            <p:spPr>
              <a:xfrm>
                <a:off x="2280740" y="3417888"/>
                <a:ext cx="0" cy="200025"/>
              </a:xfrm>
              <a:prstGeom prst="line">
                <a:avLst/>
              </a:prstGeom>
              <a:ln w="28575" cap="flat" cmpd="sng">
                <a:solidFill>
                  <a:srgbClr val="FF0000"/>
                </a:solidFill>
                <a:prstDash val="solid"/>
                <a:headEnd type="none" w="med" len="med"/>
                <a:tailEnd type="none" w="med" len="med"/>
              </a:ln>
            </p:spPr>
          </p:sp>
          <p:sp>
            <p:nvSpPr>
              <p:cNvPr id="155684" name="Line 535"/>
              <p:cNvSpPr/>
              <p:nvPr/>
            </p:nvSpPr>
            <p:spPr>
              <a:xfrm flipH="1">
                <a:off x="475291" y="3635375"/>
                <a:ext cx="1812925" cy="1588"/>
              </a:xfrm>
              <a:prstGeom prst="line">
                <a:avLst/>
              </a:prstGeom>
              <a:ln w="28575" cap="flat" cmpd="sng">
                <a:solidFill>
                  <a:srgbClr val="FF0000"/>
                </a:solidFill>
                <a:prstDash val="solid"/>
                <a:headEnd type="none" w="med" len="med"/>
                <a:tailEnd type="none" w="med" len="med"/>
              </a:ln>
            </p:spPr>
          </p:sp>
          <p:sp>
            <p:nvSpPr>
              <p:cNvPr id="155685" name="Line 536"/>
              <p:cNvSpPr/>
              <p:nvPr/>
            </p:nvSpPr>
            <p:spPr>
              <a:xfrm>
                <a:off x="475291" y="3636963"/>
                <a:ext cx="0" cy="533400"/>
              </a:xfrm>
              <a:prstGeom prst="line">
                <a:avLst/>
              </a:prstGeom>
              <a:ln w="28575" cap="flat" cmpd="sng">
                <a:solidFill>
                  <a:srgbClr val="FF0000"/>
                </a:solidFill>
                <a:prstDash val="solid"/>
                <a:headEnd type="none" w="med" len="med"/>
                <a:tailEnd type="none" w="med" len="med"/>
              </a:ln>
            </p:spPr>
          </p:sp>
          <p:sp>
            <p:nvSpPr>
              <p:cNvPr id="155686" name="Line 537"/>
              <p:cNvSpPr/>
              <p:nvPr/>
            </p:nvSpPr>
            <p:spPr>
              <a:xfrm>
                <a:off x="468941" y="4175125"/>
                <a:ext cx="828675" cy="1588"/>
              </a:xfrm>
              <a:prstGeom prst="line">
                <a:avLst/>
              </a:prstGeom>
              <a:ln w="28575" cap="flat" cmpd="sng">
                <a:solidFill>
                  <a:srgbClr val="FF0000"/>
                </a:solidFill>
                <a:prstDash val="solid"/>
                <a:headEnd type="none" w="med" len="med"/>
                <a:tailEnd type="none" w="med" len="med"/>
              </a:ln>
            </p:spPr>
          </p:sp>
          <p:sp>
            <p:nvSpPr>
              <p:cNvPr id="155687" name="Text Box 538"/>
              <p:cNvSpPr txBox="1"/>
              <p:nvPr/>
            </p:nvSpPr>
            <p:spPr>
              <a:xfrm>
                <a:off x="2415198" y="691356"/>
                <a:ext cx="494079"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0</a:t>
                </a:r>
                <a:endParaRPr lang="en-US" altLang="zh-CN" sz="1600" b="1" baseline="-25000">
                  <a:solidFill>
                    <a:schemeClr val="tx1"/>
                  </a:solidFill>
                  <a:latin typeface="Calibri" panose="020F0502020204030204" pitchFamily="34" charset="0"/>
                </a:endParaRPr>
              </a:p>
            </p:txBody>
          </p:sp>
          <p:sp>
            <p:nvSpPr>
              <p:cNvPr id="155688" name="Text Box 539"/>
              <p:cNvSpPr txBox="1"/>
              <p:nvPr/>
            </p:nvSpPr>
            <p:spPr>
              <a:xfrm>
                <a:off x="2424647" y="1706140"/>
                <a:ext cx="417680" cy="33659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1</a:t>
                </a:r>
                <a:endParaRPr lang="en-US" altLang="zh-CN" sz="1600" b="1" baseline="-25000">
                  <a:solidFill>
                    <a:schemeClr val="tx1"/>
                  </a:solidFill>
                  <a:latin typeface="Calibri" panose="020F0502020204030204" pitchFamily="34" charset="0"/>
                </a:endParaRPr>
              </a:p>
            </p:txBody>
          </p:sp>
          <p:sp>
            <p:nvSpPr>
              <p:cNvPr id="155689" name="Text Box 540"/>
              <p:cNvSpPr txBox="1"/>
              <p:nvPr/>
            </p:nvSpPr>
            <p:spPr>
              <a:xfrm>
                <a:off x="2420174" y="2788623"/>
                <a:ext cx="577790"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2</a:t>
                </a:r>
                <a:endParaRPr lang="en-US" altLang="zh-CN" sz="1600" b="1" baseline="-25000">
                  <a:solidFill>
                    <a:schemeClr val="tx1"/>
                  </a:solidFill>
                  <a:latin typeface="Calibri" panose="020F0502020204030204" pitchFamily="34" charset="0"/>
                </a:endParaRPr>
              </a:p>
            </p:txBody>
          </p:sp>
          <p:sp>
            <p:nvSpPr>
              <p:cNvPr id="155690" name="Text Box 541"/>
              <p:cNvSpPr txBox="1"/>
              <p:nvPr/>
            </p:nvSpPr>
            <p:spPr>
              <a:xfrm>
                <a:off x="2415198" y="3761487"/>
                <a:ext cx="451614" cy="338554"/>
              </a:xfrm>
              <a:prstGeom prst="rect">
                <a:avLst/>
              </a:prstGeom>
              <a:noFill/>
              <a:ln w="9525">
                <a:noFill/>
              </a:ln>
            </p:spPr>
            <p:txBody>
              <a:bodyPr>
                <a:spAutoFit/>
              </a:bodyPr>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3</a:t>
                </a:r>
                <a:endParaRPr lang="en-US" altLang="zh-CN" sz="1600" b="1" baseline="-25000">
                  <a:solidFill>
                    <a:schemeClr val="tx1"/>
                  </a:solidFill>
                  <a:latin typeface="Calibri" panose="020F0502020204030204" pitchFamily="34" charset="0"/>
                </a:endParaRPr>
              </a:p>
            </p:txBody>
          </p:sp>
          <p:sp>
            <p:nvSpPr>
              <p:cNvPr id="155691" name="Oval 542"/>
              <p:cNvSpPr/>
              <p:nvPr/>
            </p:nvSpPr>
            <p:spPr>
              <a:xfrm>
                <a:off x="990600" y="8509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2" name="Oval 543"/>
              <p:cNvSpPr/>
              <p:nvPr/>
            </p:nvSpPr>
            <p:spPr>
              <a:xfrm>
                <a:off x="977900" y="13620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3" name="Oval 544"/>
              <p:cNvSpPr/>
              <p:nvPr/>
            </p:nvSpPr>
            <p:spPr>
              <a:xfrm>
                <a:off x="978526" y="18192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4" name="Oval 545"/>
              <p:cNvSpPr/>
              <p:nvPr/>
            </p:nvSpPr>
            <p:spPr>
              <a:xfrm>
                <a:off x="984250" y="23114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5" name="Oval 546"/>
              <p:cNvSpPr/>
              <p:nvPr/>
            </p:nvSpPr>
            <p:spPr>
              <a:xfrm>
                <a:off x="981075" y="290353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6" name="Oval 547"/>
              <p:cNvSpPr/>
              <p:nvPr/>
            </p:nvSpPr>
            <p:spPr>
              <a:xfrm>
                <a:off x="983609" y="339725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7" name="Oval 548"/>
              <p:cNvSpPr/>
              <p:nvPr/>
            </p:nvSpPr>
            <p:spPr>
              <a:xfrm>
                <a:off x="981075" y="387508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8" name="Text Box 549"/>
              <p:cNvSpPr txBox="1"/>
              <p:nvPr/>
            </p:nvSpPr>
            <p:spPr>
              <a:xfrm>
                <a:off x="901623" y="383579"/>
                <a:ext cx="301746" cy="30484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a:t>
                </a:r>
                <a:endParaRPr lang="en-US" altLang="zh-CN" sz="1400" b="1">
                  <a:solidFill>
                    <a:schemeClr val="tx1"/>
                  </a:solidFill>
                  <a:latin typeface="Calibri" panose="020F0502020204030204" pitchFamily="34" charset="0"/>
                </a:endParaRPr>
              </a:p>
            </p:txBody>
          </p:sp>
          <p:sp>
            <p:nvSpPr>
              <p:cNvPr id="155699" name="AutoShape 550"/>
              <p:cNvSpPr/>
              <p:nvPr/>
            </p:nvSpPr>
            <p:spPr>
              <a:xfrm>
                <a:off x="1365250" y="7969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0" name="Text Box 551"/>
              <p:cNvSpPr txBox="1"/>
              <p:nvPr/>
            </p:nvSpPr>
            <p:spPr>
              <a:xfrm>
                <a:off x="1332008" y="775743"/>
                <a:ext cx="322392"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01" name="Line 552"/>
              <p:cNvSpPr/>
              <p:nvPr/>
            </p:nvSpPr>
            <p:spPr>
              <a:xfrm>
                <a:off x="1365250" y="1085850"/>
                <a:ext cx="60325" cy="49213"/>
              </a:xfrm>
              <a:prstGeom prst="line">
                <a:avLst/>
              </a:prstGeom>
              <a:ln w="28575" cap="flat" cmpd="sng">
                <a:solidFill>
                  <a:schemeClr val="tx1"/>
                </a:solidFill>
                <a:prstDash val="solid"/>
                <a:headEnd type="none" w="med" len="med"/>
                <a:tailEnd type="none" w="med" len="med"/>
              </a:ln>
            </p:spPr>
          </p:sp>
          <p:sp>
            <p:nvSpPr>
              <p:cNvPr id="155702" name="Line 553"/>
              <p:cNvSpPr/>
              <p:nvPr/>
            </p:nvSpPr>
            <p:spPr>
              <a:xfrm flipH="1">
                <a:off x="1365250" y="1146175"/>
                <a:ext cx="60325" cy="50800"/>
              </a:xfrm>
              <a:prstGeom prst="line">
                <a:avLst/>
              </a:prstGeom>
              <a:ln w="28575" cap="flat" cmpd="sng">
                <a:solidFill>
                  <a:schemeClr val="tx1"/>
                </a:solidFill>
                <a:prstDash val="solid"/>
                <a:headEnd type="none" w="med" len="med"/>
                <a:tailEnd type="none" w="med" len="med"/>
              </a:ln>
            </p:spPr>
          </p:sp>
          <p:sp>
            <p:nvSpPr>
              <p:cNvPr id="155703" name="Text Box 554"/>
              <p:cNvSpPr txBox="1"/>
              <p:nvPr/>
            </p:nvSpPr>
            <p:spPr>
              <a:xfrm>
                <a:off x="1346301" y="982145"/>
                <a:ext cx="62890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04" name="Text Box 555"/>
              <p:cNvSpPr txBox="1"/>
              <p:nvPr/>
            </p:nvSpPr>
            <p:spPr>
              <a:xfrm>
                <a:off x="1651224" y="767804"/>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05" name="Text Box 556"/>
              <p:cNvSpPr txBox="1"/>
              <p:nvPr/>
            </p:nvSpPr>
            <p:spPr>
              <a:xfrm>
                <a:off x="1651224" y="1229828"/>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06" name="Text Box 557"/>
              <p:cNvSpPr txBox="1"/>
              <p:nvPr/>
            </p:nvSpPr>
            <p:spPr>
              <a:xfrm>
                <a:off x="1317715" y="1237766"/>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07" name="Oval 558"/>
              <p:cNvSpPr/>
              <p:nvPr/>
            </p:nvSpPr>
            <p:spPr>
              <a:xfrm flipH="1">
                <a:off x="1903413" y="1344613"/>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08" name="AutoShape 559"/>
              <p:cNvSpPr/>
              <p:nvPr/>
            </p:nvSpPr>
            <p:spPr>
              <a:xfrm>
                <a:off x="1393825" y="17494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9" name="Text Box 560"/>
              <p:cNvSpPr txBox="1"/>
              <p:nvPr/>
            </p:nvSpPr>
            <p:spPr>
              <a:xfrm>
                <a:off x="1366947" y="1728368"/>
                <a:ext cx="322392"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10" name="Line 561"/>
              <p:cNvSpPr/>
              <p:nvPr/>
            </p:nvSpPr>
            <p:spPr>
              <a:xfrm>
                <a:off x="1393825" y="2038350"/>
                <a:ext cx="60325" cy="50800"/>
              </a:xfrm>
              <a:prstGeom prst="line">
                <a:avLst/>
              </a:prstGeom>
              <a:ln w="28575" cap="flat" cmpd="sng">
                <a:solidFill>
                  <a:schemeClr val="tx1"/>
                </a:solidFill>
                <a:prstDash val="solid"/>
                <a:headEnd type="none" w="med" len="med"/>
                <a:tailEnd type="none" w="med" len="med"/>
              </a:ln>
            </p:spPr>
          </p:sp>
          <p:sp>
            <p:nvSpPr>
              <p:cNvPr id="155711" name="Line 562"/>
              <p:cNvSpPr/>
              <p:nvPr/>
            </p:nvSpPr>
            <p:spPr>
              <a:xfrm flipH="1">
                <a:off x="1393825" y="2098675"/>
                <a:ext cx="60325" cy="50800"/>
              </a:xfrm>
              <a:prstGeom prst="line">
                <a:avLst/>
              </a:prstGeom>
              <a:ln w="28575" cap="flat" cmpd="sng">
                <a:solidFill>
                  <a:schemeClr val="tx1"/>
                </a:solidFill>
                <a:prstDash val="solid"/>
                <a:headEnd type="none" w="med" len="med"/>
                <a:tailEnd type="none" w="med" len="med"/>
              </a:ln>
            </p:spPr>
          </p:sp>
          <p:sp>
            <p:nvSpPr>
              <p:cNvPr id="155712" name="Text Box 563"/>
              <p:cNvSpPr txBox="1"/>
              <p:nvPr/>
            </p:nvSpPr>
            <p:spPr>
              <a:xfrm>
                <a:off x="1401886" y="1939533"/>
                <a:ext cx="62890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13" name="Text Box 564"/>
              <p:cNvSpPr txBox="1"/>
              <p:nvPr/>
            </p:nvSpPr>
            <p:spPr>
              <a:xfrm>
                <a:off x="1676634" y="1714079"/>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14" name="Text Box 565"/>
              <p:cNvSpPr txBox="1"/>
              <p:nvPr/>
            </p:nvSpPr>
            <p:spPr>
              <a:xfrm>
                <a:off x="1676634" y="2171339"/>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15" name="Text Box 566"/>
              <p:cNvSpPr txBox="1"/>
              <p:nvPr/>
            </p:nvSpPr>
            <p:spPr>
              <a:xfrm>
                <a:off x="1346301" y="2177689"/>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16" name="Oval 567"/>
              <p:cNvSpPr/>
              <p:nvPr/>
            </p:nvSpPr>
            <p:spPr>
              <a:xfrm flipH="1">
                <a:off x="1945481" y="2297764"/>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17" name="AutoShape 568"/>
              <p:cNvSpPr/>
              <p:nvPr/>
            </p:nvSpPr>
            <p:spPr>
              <a:xfrm>
                <a:off x="1417638" y="2840038"/>
                <a:ext cx="544512" cy="7032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18" name="Text Box 569"/>
              <p:cNvSpPr txBox="1"/>
              <p:nvPr/>
            </p:nvSpPr>
            <p:spPr>
              <a:xfrm>
                <a:off x="1390769" y="2819124"/>
                <a:ext cx="32080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19" name="Line 570"/>
              <p:cNvSpPr/>
              <p:nvPr/>
            </p:nvSpPr>
            <p:spPr>
              <a:xfrm>
                <a:off x="1416050" y="3130550"/>
                <a:ext cx="61913" cy="49213"/>
              </a:xfrm>
              <a:prstGeom prst="line">
                <a:avLst/>
              </a:prstGeom>
              <a:ln w="28575" cap="flat" cmpd="sng">
                <a:solidFill>
                  <a:schemeClr val="tx1"/>
                </a:solidFill>
                <a:prstDash val="solid"/>
                <a:headEnd type="none" w="med" len="med"/>
                <a:tailEnd type="none" w="med" len="med"/>
              </a:ln>
            </p:spPr>
          </p:sp>
          <p:sp>
            <p:nvSpPr>
              <p:cNvPr id="155720" name="Line 571"/>
              <p:cNvSpPr/>
              <p:nvPr/>
            </p:nvSpPr>
            <p:spPr>
              <a:xfrm flipH="1">
                <a:off x="1416050" y="3189288"/>
                <a:ext cx="61913" cy="50800"/>
              </a:xfrm>
              <a:prstGeom prst="line">
                <a:avLst/>
              </a:prstGeom>
              <a:ln w="28575" cap="flat" cmpd="sng">
                <a:solidFill>
                  <a:schemeClr val="tx1"/>
                </a:solidFill>
                <a:prstDash val="solid"/>
                <a:headEnd type="none" w="med" len="med"/>
                <a:tailEnd type="none" w="med" len="med"/>
              </a:ln>
            </p:spPr>
          </p:sp>
          <p:sp>
            <p:nvSpPr>
              <p:cNvPr id="155721" name="Text Box 572"/>
              <p:cNvSpPr txBox="1"/>
              <p:nvPr/>
            </p:nvSpPr>
            <p:spPr>
              <a:xfrm>
                <a:off x="1430473" y="3031876"/>
                <a:ext cx="630490"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22" name="Text Box 573"/>
              <p:cNvSpPr txBox="1"/>
              <p:nvPr/>
            </p:nvSpPr>
            <p:spPr>
              <a:xfrm>
                <a:off x="1724278" y="2803246"/>
                <a:ext cx="269983"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23" name="Text Box 574"/>
              <p:cNvSpPr txBox="1"/>
              <p:nvPr/>
            </p:nvSpPr>
            <p:spPr>
              <a:xfrm>
                <a:off x="1714749" y="3266857"/>
                <a:ext cx="26998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24" name="Text Box 575"/>
              <p:cNvSpPr txBox="1"/>
              <p:nvPr/>
            </p:nvSpPr>
            <p:spPr>
              <a:xfrm>
                <a:off x="1378064" y="3268445"/>
                <a:ext cx="241397"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25" name="Oval 576"/>
              <p:cNvSpPr/>
              <p:nvPr/>
            </p:nvSpPr>
            <p:spPr>
              <a:xfrm flipH="1">
                <a:off x="1972888" y="339090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26" name="AutoShape 577"/>
              <p:cNvSpPr/>
              <p:nvPr/>
            </p:nvSpPr>
            <p:spPr>
              <a:xfrm>
                <a:off x="1408113" y="3819525"/>
                <a:ext cx="544512"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27" name="Text Box 578"/>
              <p:cNvSpPr txBox="1"/>
              <p:nvPr/>
            </p:nvSpPr>
            <p:spPr>
              <a:xfrm>
                <a:off x="1368535" y="3776512"/>
                <a:ext cx="32080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J</a:t>
                </a:r>
                <a:endParaRPr lang="en-US" altLang="zh-CN" sz="1400">
                  <a:solidFill>
                    <a:schemeClr val="tx1"/>
                  </a:solidFill>
                  <a:latin typeface="Calibri" panose="020F0502020204030204" pitchFamily="34" charset="0"/>
                </a:endParaRPr>
              </a:p>
            </p:txBody>
          </p:sp>
          <p:sp>
            <p:nvSpPr>
              <p:cNvPr id="155728" name="Line 579"/>
              <p:cNvSpPr/>
              <p:nvPr/>
            </p:nvSpPr>
            <p:spPr>
              <a:xfrm>
                <a:off x="1406525" y="4108450"/>
                <a:ext cx="61913" cy="50800"/>
              </a:xfrm>
              <a:prstGeom prst="line">
                <a:avLst/>
              </a:prstGeom>
              <a:ln w="28575" cap="flat" cmpd="sng">
                <a:solidFill>
                  <a:schemeClr val="tx1"/>
                </a:solidFill>
                <a:prstDash val="solid"/>
                <a:headEnd type="none" w="med" len="med"/>
                <a:tailEnd type="none" w="med" len="med"/>
              </a:ln>
            </p:spPr>
          </p:sp>
          <p:sp>
            <p:nvSpPr>
              <p:cNvPr id="155729" name="Line 580"/>
              <p:cNvSpPr/>
              <p:nvPr/>
            </p:nvSpPr>
            <p:spPr>
              <a:xfrm flipH="1">
                <a:off x="1406525" y="4168775"/>
                <a:ext cx="61913" cy="49213"/>
              </a:xfrm>
              <a:prstGeom prst="line">
                <a:avLst/>
              </a:prstGeom>
              <a:ln w="28575" cap="flat" cmpd="sng">
                <a:solidFill>
                  <a:schemeClr val="tx1"/>
                </a:solidFill>
                <a:prstDash val="solid"/>
                <a:headEnd type="none" w="med" len="med"/>
                <a:tailEnd type="none" w="med" len="med"/>
              </a:ln>
            </p:spPr>
          </p:sp>
          <p:sp>
            <p:nvSpPr>
              <p:cNvPr id="155730" name="Text Box 581"/>
              <p:cNvSpPr txBox="1"/>
              <p:nvPr/>
            </p:nvSpPr>
            <p:spPr>
              <a:xfrm>
                <a:off x="1424120" y="4009905"/>
                <a:ext cx="630491"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55731" name="Text Box 582"/>
              <p:cNvSpPr txBox="1"/>
              <p:nvPr/>
            </p:nvSpPr>
            <p:spPr>
              <a:xfrm>
                <a:off x="1692515" y="3792389"/>
                <a:ext cx="269984" cy="304840"/>
              </a:xfrm>
              <a:prstGeom prst="rect">
                <a:avLst/>
              </a:prstGeom>
              <a:noFill/>
              <a:ln w="9525">
                <a:noFill/>
              </a:ln>
            </p:spPr>
            <p:txBody>
              <a:bodyPr>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32" name="Text Box 583"/>
              <p:cNvSpPr txBox="1"/>
              <p:nvPr/>
            </p:nvSpPr>
            <p:spPr>
              <a:xfrm>
                <a:off x="1691364" y="4248860"/>
                <a:ext cx="304892" cy="307777"/>
              </a:xfrm>
              <a:prstGeom prst="rect">
                <a:avLst/>
              </a:prstGeom>
              <a:noFill/>
              <a:ln w="9525">
                <a:noFill/>
              </a:ln>
            </p:spPr>
            <p:txBody>
              <a:bodyPr wrap="none">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55733" name="Text Box 584"/>
              <p:cNvSpPr txBox="1"/>
              <p:nvPr/>
            </p:nvSpPr>
            <p:spPr>
              <a:xfrm>
                <a:off x="1354242" y="4259175"/>
                <a:ext cx="276336" cy="304840"/>
              </a:xfrm>
              <a:prstGeom prst="rect">
                <a:avLst/>
              </a:prstGeom>
              <a:noFill/>
              <a:ln w="9525">
                <a:noFill/>
              </a:ln>
            </p:spPr>
            <p:txBody>
              <a:bodyPr wrap="none">
                <a:spAutoFit/>
              </a:bodyPr>
              <a:p>
                <a:pPr eaLnBrk="1" hangingPunct="1">
                  <a:buFont typeface="Arial" panose="020B0604020202020204" pitchFamily="34" charset="0"/>
                </a:pPr>
                <a:r>
                  <a:rPr lang="en-US" altLang="zh-CN" sz="1400">
                    <a:solidFill>
                      <a:schemeClr val="tx1"/>
                    </a:solidFill>
                    <a:latin typeface="Calibri" panose="020F0502020204030204" pitchFamily="34" charset="0"/>
                  </a:rPr>
                  <a:t>K</a:t>
                </a:r>
                <a:endParaRPr lang="en-US" altLang="zh-CN" sz="1400">
                  <a:solidFill>
                    <a:schemeClr val="tx1"/>
                  </a:solidFill>
                  <a:latin typeface="Calibri" panose="020F0502020204030204" pitchFamily="34" charset="0"/>
                </a:endParaRPr>
              </a:p>
            </p:txBody>
          </p:sp>
          <p:sp>
            <p:nvSpPr>
              <p:cNvPr id="155734" name="Oval 585"/>
              <p:cNvSpPr/>
              <p:nvPr/>
            </p:nvSpPr>
            <p:spPr>
              <a:xfrm flipH="1">
                <a:off x="1966064" y="436880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35" name="Text Box 586"/>
              <p:cNvSpPr txBox="1"/>
              <p:nvPr/>
            </p:nvSpPr>
            <p:spPr>
              <a:xfrm>
                <a:off x="31324" y="858421"/>
                <a:ext cx="725488" cy="33855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CLK</a:t>
                </a:r>
                <a:endParaRPr lang="en-US" altLang="zh-CN" sz="1600" b="1">
                  <a:solidFill>
                    <a:schemeClr val="tx1"/>
                  </a:solidFill>
                  <a:latin typeface="Calibri" panose="020F0502020204030204" pitchFamily="34" charset="0"/>
                </a:endParaRPr>
              </a:p>
            </p:txBody>
          </p:sp>
          <p:sp>
            <p:nvSpPr>
              <p:cNvPr id="155736" name="Line 512"/>
              <p:cNvSpPr>
                <a:spLocks noChangeShapeType="1"/>
              </p:cNvSpPr>
              <p:nvPr/>
            </p:nvSpPr>
            <p:spPr bwMode="auto">
              <a:xfrm flipH="1">
                <a:off x="1989497" y="1375897"/>
                <a:ext cx="312862" cy="0"/>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5737" name="Line 516"/>
              <p:cNvSpPr>
                <a:spLocks noChangeShapeType="1"/>
              </p:cNvSpPr>
              <p:nvPr/>
            </p:nvSpPr>
            <p:spPr bwMode="auto">
              <a:xfrm flipH="1">
                <a:off x="2030789" y="2326934"/>
                <a:ext cx="271571" cy="3175"/>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5655" name="Oval 558"/>
            <p:cNvSpPr/>
            <p:nvPr/>
          </p:nvSpPr>
          <p:spPr>
            <a:xfrm flipH="1">
              <a:off x="2455" y="1740"/>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6" name="Oval 558"/>
            <p:cNvSpPr/>
            <p:nvPr/>
          </p:nvSpPr>
          <p:spPr>
            <a:xfrm flipH="1">
              <a:off x="2520" y="3265"/>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7" name="Oval 558"/>
            <p:cNvSpPr/>
            <p:nvPr/>
          </p:nvSpPr>
          <p:spPr>
            <a:xfrm flipH="1">
              <a:off x="2548" y="4960"/>
              <a:ext cx="135" cy="12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8" name="Oval 558"/>
            <p:cNvSpPr/>
            <p:nvPr/>
          </p:nvSpPr>
          <p:spPr>
            <a:xfrm flipH="1">
              <a:off x="2520" y="6503"/>
              <a:ext cx="135" cy="12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5652"/>
                                        </p:tgtEl>
                                        <p:attrNameLst>
                                          <p:attrName>style.visibility</p:attrName>
                                        </p:attrNameLst>
                                      </p:cBhvr>
                                      <p:to>
                                        <p:strVal val="visible"/>
                                      </p:to>
                                    </p:set>
                                    <p:anim calcmode="lin" valueType="num">
                                      <p:cBhvr additive="base">
                                        <p:cTn id="19" dur="500" fill="hold"/>
                                        <p:tgtEl>
                                          <p:spTgt spid="155652"/>
                                        </p:tgtEl>
                                        <p:attrNameLst>
                                          <p:attrName>ppt_x</p:attrName>
                                        </p:attrNameLst>
                                      </p:cBhvr>
                                      <p:tavLst>
                                        <p:tav tm="0">
                                          <p:val>
                                            <p:strVal val="#ppt_x"/>
                                          </p:val>
                                        </p:tav>
                                        <p:tav tm="100000">
                                          <p:val>
                                            <p:strVal val="#ppt_x"/>
                                          </p:val>
                                        </p:tav>
                                      </p:tavLst>
                                    </p:anim>
                                    <p:anim calcmode="lin" valueType="num">
                                      <p:cBhvr additive="base">
                                        <p:cTn id="20" dur="500" fill="hold"/>
                                        <p:tgtEl>
                                          <p:spTgt spid="155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0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260D787-0BE4-479E-9F4A-0C88B0D712F5}"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3908" name="Rectangle 3"/>
          <p:cNvSpPr>
            <a:spLocks noGrp="1"/>
          </p:cNvSpPr>
          <p:nvPr>
            <p:ph type="title"/>
          </p:nvPr>
        </p:nvSpPr>
        <p:spPr>
          <a:xfrm>
            <a:off x="3695700" y="42545"/>
            <a:ext cx="4457700" cy="514350"/>
          </a:xfrm>
        </p:spPr>
        <p:txBody>
          <a:bodyPr vert="horz" wrap="square" lIns="68580" tIns="34290" rIns="68580" bIns="34290" anchor="ctr"/>
          <a:p>
            <a:pPr algn="l" eaLnBrk="1" hangingPunct="1"/>
            <a:r>
              <a:rPr lang="zh-CN" altLang="en-US" sz="2250" b="1" dirty="0">
                <a:solidFill>
                  <a:srgbClr val="FF0000"/>
                </a:solidFill>
                <a:ea typeface="华文新魏" panose="02010800040101010101" pitchFamily="2" charset="-122"/>
              </a:rPr>
              <a:t>串行计数器的连接结构</a:t>
            </a:r>
            <a:endParaRPr lang="zh-CN" altLang="en-US" sz="2250" b="1" dirty="0">
              <a:solidFill>
                <a:srgbClr val="FF0000"/>
              </a:solidFill>
              <a:ea typeface="华文新魏" panose="02010800040101010101" pitchFamily="2" charset="-122"/>
            </a:endParaRPr>
          </a:p>
        </p:txBody>
      </p:sp>
      <p:sp>
        <p:nvSpPr>
          <p:cNvPr id="123909" name="Text Box 20"/>
          <p:cNvSpPr txBox="1"/>
          <p:nvPr/>
        </p:nvSpPr>
        <p:spPr>
          <a:xfrm>
            <a:off x="3657600" y="707390"/>
            <a:ext cx="4606290" cy="1383665"/>
          </a:xfrm>
          <a:prstGeom prst="rect">
            <a:avLst/>
          </a:prstGeom>
          <a:noFill/>
          <a:ln w="9525">
            <a:noFill/>
          </a:ln>
        </p:spPr>
        <p:txBody>
          <a:bodyPr wrap="square">
            <a:spAutoFit/>
          </a:bodyPr>
          <a:p>
            <a:pPr algn="l">
              <a:spcBef>
                <a:spcPct val="50000"/>
              </a:spcBef>
            </a:pPr>
            <a:r>
              <a:rPr lang="en-US" altLang="zh-CN" sz="2100" dirty="0">
                <a:latin typeface="Times New Roman" panose="02020603050405020304" pitchFamily="18" charset="0"/>
              </a:rPr>
              <a:t>⑵  </a:t>
            </a:r>
            <a:r>
              <a:rPr lang="zh-CN" altLang="en-US" sz="2100" dirty="0">
                <a:latin typeface="Times New Roman" panose="02020603050405020304" pitchFamily="18" charset="0"/>
              </a:rPr>
              <a:t>计数器中的每一位均可能产生进位或借位，因此每一位触发器的状态变化只同它低一位的触发器状态变化有关，即：        </a:t>
            </a:r>
            <a:endParaRPr lang="zh-CN" altLang="en-US" sz="2100" dirty="0">
              <a:latin typeface="Times New Roman" panose="02020603050405020304" pitchFamily="18" charset="0"/>
            </a:endParaRPr>
          </a:p>
        </p:txBody>
      </p:sp>
      <p:grpSp>
        <p:nvGrpSpPr>
          <p:cNvPr id="123910" name="Group 152"/>
          <p:cNvGrpSpPr/>
          <p:nvPr/>
        </p:nvGrpSpPr>
        <p:grpSpPr>
          <a:xfrm>
            <a:off x="883920" y="671195"/>
            <a:ext cx="2171700" cy="4229100"/>
            <a:chOff x="144" y="624"/>
            <a:chExt cx="1824" cy="3552"/>
          </a:xfrm>
        </p:grpSpPr>
        <p:sp>
          <p:nvSpPr>
            <p:cNvPr id="123925" name="Text Box 124"/>
            <p:cNvSpPr txBox="1"/>
            <p:nvPr/>
          </p:nvSpPr>
          <p:spPr>
            <a:xfrm>
              <a:off x="144" y="3878"/>
              <a:ext cx="672"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CLK</a:t>
              </a:r>
              <a:endParaRPr lang="en-US" altLang="zh-CN" sz="1500" dirty="0">
                <a:solidFill>
                  <a:srgbClr val="FFFF00"/>
                </a:solidFill>
                <a:latin typeface="Times New Roman" panose="02020603050405020304" pitchFamily="18" charset="0"/>
              </a:endParaRPr>
            </a:p>
          </p:txBody>
        </p:sp>
        <p:sp>
          <p:nvSpPr>
            <p:cNvPr id="123926" name="Text Box 126"/>
            <p:cNvSpPr txBox="1"/>
            <p:nvPr/>
          </p:nvSpPr>
          <p:spPr>
            <a:xfrm>
              <a:off x="336" y="3504"/>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3927" name="Text Box 128"/>
            <p:cNvSpPr txBox="1"/>
            <p:nvPr/>
          </p:nvSpPr>
          <p:spPr>
            <a:xfrm>
              <a:off x="336" y="2568"/>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3928" name="Group 132"/>
            <p:cNvGrpSpPr/>
            <p:nvPr/>
          </p:nvGrpSpPr>
          <p:grpSpPr>
            <a:xfrm>
              <a:off x="576" y="624"/>
              <a:ext cx="1005" cy="3552"/>
              <a:chOff x="576" y="688"/>
              <a:chExt cx="1005" cy="3552"/>
            </a:xfrm>
          </p:grpSpPr>
          <p:grpSp>
            <p:nvGrpSpPr>
              <p:cNvPr id="123935" name="Group 72"/>
              <p:cNvGrpSpPr/>
              <p:nvPr/>
            </p:nvGrpSpPr>
            <p:grpSpPr>
              <a:xfrm>
                <a:off x="576" y="688"/>
                <a:ext cx="1005" cy="800"/>
                <a:chOff x="576" y="621"/>
                <a:chExt cx="1005" cy="800"/>
              </a:xfrm>
            </p:grpSpPr>
            <p:sp>
              <p:nvSpPr>
                <p:cNvPr id="123990" name="Line 3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91" name="Line 3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92" name="Line 3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93" name="Line 3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94" name="Line 3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95" name="Line 3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96" name="Line 3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97" name="Oval 3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98" name="Oval 2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99" name="AutoShape 2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4000" name="Line 2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4001" name="Line 2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4002" name="Text Box 26"/>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4003" name="Text Box 27"/>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4004" name="Text Box 28"/>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4005" name="Text Box 29"/>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6" name="Group 73"/>
              <p:cNvGrpSpPr/>
              <p:nvPr/>
            </p:nvGrpSpPr>
            <p:grpSpPr>
              <a:xfrm>
                <a:off x="576" y="1620"/>
                <a:ext cx="1005" cy="800"/>
                <a:chOff x="576" y="621"/>
                <a:chExt cx="1005" cy="800"/>
              </a:xfrm>
            </p:grpSpPr>
            <p:sp>
              <p:nvSpPr>
                <p:cNvPr id="123974" name="Line 7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75" name="Line 7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76" name="Line 7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77" name="Line 7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78" name="Line 7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79" name="Line 7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80" name="Line 8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81" name="Oval 8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82" name="Oval 8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83" name="AutoShape 8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84" name="Line 8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85" name="Line 8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86" name="Text Box 86"/>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87" name="Text Box 87"/>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88" name="Text Box 88"/>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89" name="Text Box 89"/>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7" name="Group 90"/>
              <p:cNvGrpSpPr/>
              <p:nvPr/>
            </p:nvGrpSpPr>
            <p:grpSpPr>
              <a:xfrm>
                <a:off x="576" y="2528"/>
                <a:ext cx="1005" cy="800"/>
                <a:chOff x="576" y="621"/>
                <a:chExt cx="1005" cy="800"/>
              </a:xfrm>
            </p:grpSpPr>
            <p:sp>
              <p:nvSpPr>
                <p:cNvPr id="123958" name="Line 9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59" name="Line 9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60" name="Line 9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61" name="Line 9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62" name="Line 9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63" name="Line 9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64" name="Line 9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65" name="Oval 9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66" name="Oval 9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67" name="AutoShape 10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68" name="Line 10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69" name="Line 10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70" name="Text Box 103"/>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71" name="Text Box 104"/>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72" name="Text Box 105"/>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73" name="Text Box 106"/>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3938" name="Group 107"/>
              <p:cNvGrpSpPr/>
              <p:nvPr/>
            </p:nvGrpSpPr>
            <p:grpSpPr>
              <a:xfrm>
                <a:off x="576" y="3440"/>
                <a:ext cx="1005" cy="800"/>
                <a:chOff x="576" y="621"/>
                <a:chExt cx="1005" cy="800"/>
              </a:xfrm>
            </p:grpSpPr>
            <p:sp>
              <p:nvSpPr>
                <p:cNvPr id="123942" name="Line 108"/>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43" name="Line 109"/>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44" name="Line 110"/>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45" name="Line 111"/>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46" name="Line 112"/>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47" name="Line 113"/>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48" name="Line 114"/>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49" name="Oval 115"/>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50" name="Oval 116"/>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3951" name="AutoShape 117"/>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3952" name="Line 118"/>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53" name="Line 119"/>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54" name="Text Box 120"/>
                <p:cNvSpPr txBox="1"/>
                <p:nvPr/>
              </p:nvSpPr>
              <p:spPr>
                <a:xfrm>
                  <a:off x="862" y="764"/>
                  <a:ext cx="500" cy="23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3955" name="Text Box 121"/>
                <p:cNvSpPr txBox="1"/>
                <p:nvPr/>
              </p:nvSpPr>
              <p:spPr>
                <a:xfrm>
                  <a:off x="1124" y="779"/>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56" name="Text Box 122"/>
                <p:cNvSpPr txBox="1"/>
                <p:nvPr/>
              </p:nvSpPr>
              <p:spPr>
                <a:xfrm>
                  <a:off x="1124" y="1154"/>
                  <a:ext cx="258" cy="251"/>
                </a:xfrm>
                <a:prstGeom prst="rect">
                  <a:avLst/>
                </a:prstGeom>
                <a:noFill/>
                <a:ln w="28575">
                  <a:noFill/>
                </a:ln>
              </p:spPr>
              <p:txBody>
                <a:bodyPr wrap="non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3957" name="Text Box 123"/>
                <p:cNvSpPr txBox="1"/>
                <p:nvPr/>
              </p:nvSpPr>
              <p:spPr>
                <a:xfrm>
                  <a:off x="888" y="1194"/>
                  <a:ext cx="346" cy="193"/>
                </a:xfrm>
                <a:prstGeom prst="rect">
                  <a:avLst/>
                </a:prstGeom>
                <a:noFill/>
                <a:ln w="28575">
                  <a:noFill/>
                </a:ln>
              </p:spPr>
              <p:txBody>
                <a:bodyPr wrap="non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3939" name="Line 125"/>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3940" name="Line 127"/>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3941" name="Line 12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3929" name="Text Box 130"/>
            <p:cNvSpPr txBox="1"/>
            <p:nvPr/>
          </p:nvSpPr>
          <p:spPr>
            <a:xfrm>
              <a:off x="336" y="1692"/>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3930" name="Text Box 131"/>
            <p:cNvSpPr txBox="1"/>
            <p:nvPr/>
          </p:nvSpPr>
          <p:spPr>
            <a:xfrm>
              <a:off x="336" y="720"/>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3931" name="Text Box 133"/>
            <p:cNvSpPr txBox="1"/>
            <p:nvPr/>
          </p:nvSpPr>
          <p:spPr>
            <a:xfrm>
              <a:off x="1584" y="3456"/>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3932" name="Text Box 134"/>
            <p:cNvSpPr txBox="1"/>
            <p:nvPr/>
          </p:nvSpPr>
          <p:spPr>
            <a:xfrm>
              <a:off x="1584" y="2520"/>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3933" name="Text Box 135"/>
            <p:cNvSpPr txBox="1"/>
            <p:nvPr/>
          </p:nvSpPr>
          <p:spPr>
            <a:xfrm>
              <a:off x="1584" y="1644"/>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3934" name="Text Box 136"/>
            <p:cNvSpPr txBox="1"/>
            <p:nvPr/>
          </p:nvSpPr>
          <p:spPr>
            <a:xfrm>
              <a:off x="1584" y="672"/>
              <a:ext cx="384" cy="270"/>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sp>
        <p:nvSpPr>
          <p:cNvPr id="123911" name="Text Box 137"/>
          <p:cNvSpPr txBox="1"/>
          <p:nvPr/>
        </p:nvSpPr>
        <p:spPr>
          <a:xfrm>
            <a:off x="3829050" y="2171700"/>
            <a:ext cx="4349750" cy="737235"/>
          </a:xfrm>
          <a:prstGeom prst="rect">
            <a:avLst/>
          </a:prstGeom>
          <a:noFill/>
          <a:ln w="9525">
            <a:noFill/>
          </a:ln>
        </p:spPr>
        <p:txBody>
          <a:bodyPr wrap="square">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 </a:t>
            </a:r>
            <a:r>
              <a:rPr lang="zh-CN" altLang="en-US" sz="2100" dirty="0">
                <a:latin typeface="Times New Roman" panose="02020603050405020304" pitchFamily="18" charset="0"/>
              </a:rPr>
              <a:t>的变化</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CLK </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的变化有可能</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a:t>
            </a:r>
            <a:endParaRPr lang="zh-CN" altLang="en-US" sz="2100" dirty="0">
              <a:latin typeface="Times New Roman" panose="02020603050405020304" pitchFamily="18" charset="0"/>
            </a:endParaRPr>
          </a:p>
        </p:txBody>
      </p:sp>
      <p:sp>
        <p:nvSpPr>
          <p:cNvPr id="123912" name="Text Box 138"/>
          <p:cNvSpPr txBox="1"/>
          <p:nvPr/>
        </p:nvSpPr>
        <p:spPr>
          <a:xfrm>
            <a:off x="3771900" y="3086100"/>
            <a:ext cx="3943350" cy="414020"/>
          </a:xfrm>
          <a:prstGeom prst="rect">
            <a:avLst/>
          </a:prstGeom>
          <a:noFill/>
          <a:ln w="9525">
            <a:noFill/>
          </a:ln>
        </p:spPr>
        <p:txBody>
          <a:bodyPr>
            <a:spAutoFit/>
          </a:bodyPr>
          <a:p>
            <a:pPr algn="l">
              <a:spcBef>
                <a:spcPct val="50000"/>
              </a:spcBef>
            </a:pPr>
            <a:r>
              <a:rPr lang="zh-CN" altLang="en-US" sz="2100" dirty="0">
                <a:solidFill>
                  <a:srgbClr val="FFFF00"/>
                </a:solidFill>
                <a:latin typeface="Times New Roman" panose="02020603050405020304" pitchFamily="18" charset="0"/>
              </a:rPr>
              <a:t>例  </a:t>
            </a:r>
            <a:r>
              <a:rPr lang="zh-CN" altLang="en-US" sz="2100" dirty="0">
                <a:latin typeface="Times New Roman" panose="02020603050405020304" pitchFamily="18" charset="0"/>
              </a:rPr>
              <a:t>分析左图所示电路。      </a:t>
            </a:r>
            <a:endParaRPr lang="zh-CN" altLang="en-US" sz="2100" baseline="-25000" dirty="0">
              <a:latin typeface="Times New Roman" panose="02020603050405020304" pitchFamily="18" charset="0"/>
            </a:endParaRPr>
          </a:p>
        </p:txBody>
      </p:sp>
      <p:grpSp>
        <p:nvGrpSpPr>
          <p:cNvPr id="123913" name="Group 142"/>
          <p:cNvGrpSpPr/>
          <p:nvPr/>
        </p:nvGrpSpPr>
        <p:grpSpPr>
          <a:xfrm>
            <a:off x="4000500" y="3657600"/>
            <a:ext cx="1485900" cy="414338"/>
            <a:chOff x="2160" y="3216"/>
            <a:chExt cx="1248" cy="348"/>
          </a:xfrm>
        </p:grpSpPr>
        <p:sp>
          <p:nvSpPr>
            <p:cNvPr id="123923" name="Text Box 139"/>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3</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3</a:t>
              </a:r>
              <a:endParaRPr lang="en-US" altLang="zh-CN" sz="2100" baseline="-25000" dirty="0">
                <a:solidFill>
                  <a:srgbClr val="FFFF00"/>
                </a:solidFill>
                <a:latin typeface="Times New Roman" panose="02020603050405020304" pitchFamily="18" charset="0"/>
              </a:endParaRPr>
            </a:p>
          </p:txBody>
        </p:sp>
        <p:sp>
          <p:nvSpPr>
            <p:cNvPr id="123924" name="Line 14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4" name="Group 143"/>
          <p:cNvGrpSpPr/>
          <p:nvPr/>
        </p:nvGrpSpPr>
        <p:grpSpPr>
          <a:xfrm>
            <a:off x="4000500" y="4068366"/>
            <a:ext cx="1485900" cy="414337"/>
            <a:chOff x="2160" y="3216"/>
            <a:chExt cx="1248" cy="348"/>
          </a:xfrm>
        </p:grpSpPr>
        <p:sp>
          <p:nvSpPr>
            <p:cNvPr id="123921" name="Text Box 144"/>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2</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2</a:t>
              </a:r>
              <a:endParaRPr lang="en-US" altLang="zh-CN" sz="2100" baseline="-25000" dirty="0">
                <a:solidFill>
                  <a:srgbClr val="FFFF00"/>
                </a:solidFill>
                <a:latin typeface="Times New Roman" panose="02020603050405020304" pitchFamily="18" charset="0"/>
              </a:endParaRPr>
            </a:p>
          </p:txBody>
        </p:sp>
        <p:sp>
          <p:nvSpPr>
            <p:cNvPr id="123922" name="Line 145"/>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5" name="Group 146"/>
          <p:cNvGrpSpPr/>
          <p:nvPr/>
        </p:nvGrpSpPr>
        <p:grpSpPr>
          <a:xfrm>
            <a:off x="5772150" y="3668316"/>
            <a:ext cx="1485900" cy="414337"/>
            <a:chOff x="2160" y="3216"/>
            <a:chExt cx="1248" cy="348"/>
          </a:xfrm>
        </p:grpSpPr>
        <p:sp>
          <p:nvSpPr>
            <p:cNvPr id="123919" name="Text Box 147"/>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1</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1</a:t>
              </a:r>
              <a:endParaRPr lang="en-US" altLang="zh-CN" sz="2100" baseline="-25000" dirty="0">
                <a:solidFill>
                  <a:srgbClr val="FFFF00"/>
                </a:solidFill>
                <a:latin typeface="Times New Roman" panose="02020603050405020304" pitchFamily="18" charset="0"/>
              </a:endParaRPr>
            </a:p>
          </p:txBody>
        </p:sp>
        <p:sp>
          <p:nvSpPr>
            <p:cNvPr id="123920" name="Line 148"/>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6" name="Group 149"/>
          <p:cNvGrpSpPr/>
          <p:nvPr/>
        </p:nvGrpSpPr>
        <p:grpSpPr>
          <a:xfrm>
            <a:off x="5772150" y="4068366"/>
            <a:ext cx="1485900" cy="414337"/>
            <a:chOff x="2160" y="3216"/>
            <a:chExt cx="1248" cy="348"/>
          </a:xfrm>
        </p:grpSpPr>
        <p:sp>
          <p:nvSpPr>
            <p:cNvPr id="123917" name="Text Box 150"/>
            <p:cNvSpPr txBox="1"/>
            <p:nvPr/>
          </p:nvSpPr>
          <p:spPr>
            <a:xfrm>
              <a:off x="2160" y="3216"/>
              <a:ext cx="1248" cy="348"/>
            </a:xfrm>
            <a:prstGeom prst="rect">
              <a:avLst/>
            </a:prstGeom>
            <a:noFill/>
            <a:ln w="28575">
              <a:noFill/>
            </a:ln>
          </p:spPr>
          <p:txBody>
            <a:bodyPr>
              <a:spAutoFit/>
            </a:bodyPr>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0</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0</a:t>
              </a:r>
              <a:endParaRPr lang="en-US" altLang="zh-CN" sz="2100" baseline="-25000" dirty="0">
                <a:solidFill>
                  <a:srgbClr val="FFFF00"/>
                </a:solidFill>
                <a:latin typeface="Times New Roman" panose="02020603050405020304" pitchFamily="18" charset="0"/>
              </a:endParaRPr>
            </a:p>
          </p:txBody>
        </p:sp>
        <p:sp>
          <p:nvSpPr>
            <p:cNvPr id="123918" name="Line 15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91"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58301B4-141B-4F27-9C14-D90C3EB5A27B}"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93"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4932" name="Rectangle 3"/>
          <p:cNvSpPr>
            <a:spLocks noGrp="1"/>
          </p:cNvSpPr>
          <p:nvPr>
            <p:ph type="title"/>
          </p:nvPr>
        </p:nvSpPr>
        <p:spPr>
          <a:xfrm>
            <a:off x="2992755" y="99695"/>
            <a:ext cx="5829300" cy="400050"/>
          </a:xfrm>
        </p:spPr>
        <p:txBody>
          <a:bodyPr vert="horz" wrap="square" lIns="68580" tIns="34290" rIns="68580" bIns="34290" anchor="ctr"/>
          <a:p>
            <a:pPr algn="l" eaLnBrk="1" hangingPunct="1"/>
            <a:r>
              <a:rPr lang="zh-CN" altLang="en-US" sz="2100" b="1" dirty="0">
                <a:solidFill>
                  <a:schemeClr val="bg1"/>
                </a:solidFill>
                <a:ea typeface="华文新魏" panose="02010800040101010101" pitchFamily="2" charset="-122"/>
              </a:rPr>
              <a:t>设：初态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3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2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1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0</a:t>
            </a:r>
            <a:r>
              <a:rPr lang="en-US" altLang="zh-CN" sz="2100" b="1" dirty="0">
                <a:solidFill>
                  <a:srgbClr val="FFFF00"/>
                </a:solidFill>
                <a:ea typeface="华文新魏" panose="02010800040101010101" pitchFamily="2" charset="-122"/>
              </a:rPr>
              <a:t> = 0000</a:t>
            </a:r>
            <a:endParaRPr lang="en-US" altLang="zh-CN" sz="2100" b="1" dirty="0">
              <a:solidFill>
                <a:srgbClr val="FFFF00"/>
              </a:solidFill>
              <a:ea typeface="华文新魏" panose="02010800040101010101" pitchFamily="2" charset="-122"/>
            </a:endParaRPr>
          </a:p>
        </p:txBody>
      </p:sp>
      <p:grpSp>
        <p:nvGrpSpPr>
          <p:cNvPr id="124933" name="Group 4"/>
          <p:cNvGrpSpPr/>
          <p:nvPr/>
        </p:nvGrpSpPr>
        <p:grpSpPr>
          <a:xfrm>
            <a:off x="703580" y="713740"/>
            <a:ext cx="2171700" cy="3971138"/>
            <a:chOff x="144" y="624"/>
            <a:chExt cx="1824" cy="3553"/>
          </a:xfrm>
        </p:grpSpPr>
        <p:sp>
          <p:nvSpPr>
            <p:cNvPr id="125240" name="Text Box 5"/>
            <p:cNvSpPr txBox="1"/>
            <p:nvPr/>
          </p:nvSpPr>
          <p:spPr>
            <a:xfrm>
              <a:off x="144" y="3878"/>
              <a:ext cx="672"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CLK</a:t>
              </a:r>
              <a:endParaRPr lang="en-US" altLang="zh-CN" sz="1500" dirty="0">
                <a:solidFill>
                  <a:srgbClr val="FFFF00"/>
                </a:solidFill>
                <a:latin typeface="Times New Roman" panose="02020603050405020304" pitchFamily="18" charset="0"/>
              </a:endParaRPr>
            </a:p>
          </p:txBody>
        </p:sp>
        <p:sp>
          <p:nvSpPr>
            <p:cNvPr id="125241" name="Text Box 6"/>
            <p:cNvSpPr txBox="1"/>
            <p:nvPr/>
          </p:nvSpPr>
          <p:spPr>
            <a:xfrm>
              <a:off x="336" y="3504"/>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5242" name="Text Box 7"/>
            <p:cNvSpPr txBox="1"/>
            <p:nvPr/>
          </p:nvSpPr>
          <p:spPr>
            <a:xfrm>
              <a:off x="336" y="2568"/>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5243" name="Group 8"/>
            <p:cNvGrpSpPr/>
            <p:nvPr/>
          </p:nvGrpSpPr>
          <p:grpSpPr>
            <a:xfrm>
              <a:off x="576" y="624"/>
              <a:ext cx="1005" cy="3553"/>
              <a:chOff x="576" y="688"/>
              <a:chExt cx="1005" cy="3553"/>
            </a:xfrm>
          </p:grpSpPr>
          <p:grpSp>
            <p:nvGrpSpPr>
              <p:cNvPr id="125250" name="Group 9"/>
              <p:cNvGrpSpPr/>
              <p:nvPr/>
            </p:nvGrpSpPr>
            <p:grpSpPr>
              <a:xfrm>
                <a:off x="576" y="688"/>
                <a:ext cx="1005" cy="801"/>
                <a:chOff x="576" y="621"/>
                <a:chExt cx="1005" cy="801"/>
              </a:xfrm>
            </p:grpSpPr>
            <p:sp>
              <p:nvSpPr>
                <p:cNvPr id="125305"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306"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307"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308"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309"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310"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311"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312"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313"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314"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315"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16"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17" name="Text Box 22"/>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318" name="Text Box 23"/>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19" name="Text Box 24"/>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20" name="Text Box 25"/>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1" name="Group 26"/>
              <p:cNvGrpSpPr/>
              <p:nvPr/>
            </p:nvGrpSpPr>
            <p:grpSpPr>
              <a:xfrm>
                <a:off x="576" y="1620"/>
                <a:ext cx="1005" cy="801"/>
                <a:chOff x="576" y="621"/>
                <a:chExt cx="1005" cy="801"/>
              </a:xfrm>
            </p:grpSpPr>
            <p:sp>
              <p:nvSpPr>
                <p:cNvPr id="125289"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90"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91"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92"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93"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94"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95"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96"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97"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98"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99"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00"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01" name="Text Box 39"/>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302" name="Text Box 40"/>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03" name="Text Box 41"/>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304" name="Text Box 42"/>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2" name="Group 43"/>
              <p:cNvGrpSpPr/>
              <p:nvPr/>
            </p:nvGrpSpPr>
            <p:grpSpPr>
              <a:xfrm>
                <a:off x="576" y="2528"/>
                <a:ext cx="1005" cy="801"/>
                <a:chOff x="576" y="621"/>
                <a:chExt cx="1005" cy="801"/>
              </a:xfrm>
            </p:grpSpPr>
            <p:sp>
              <p:nvSpPr>
                <p:cNvPr id="125273"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74"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75"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76"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77"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78"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79"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80"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81"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82"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83"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84"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85" name="Text Box 56"/>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286" name="Text Box 57"/>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87" name="Text Box 58"/>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88" name="Text Box 59"/>
                <p:cNvSpPr txBox="1"/>
                <p:nvPr/>
              </p:nvSpPr>
              <p:spPr>
                <a:xfrm>
                  <a:off x="888" y="1195"/>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5253" name="Group 60"/>
              <p:cNvGrpSpPr/>
              <p:nvPr/>
            </p:nvGrpSpPr>
            <p:grpSpPr>
              <a:xfrm>
                <a:off x="576" y="3440"/>
                <a:ext cx="1005" cy="801"/>
                <a:chOff x="576" y="621"/>
                <a:chExt cx="1005" cy="801"/>
              </a:xfrm>
            </p:grpSpPr>
            <p:sp>
              <p:nvSpPr>
                <p:cNvPr id="125257"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58"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59"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60"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61"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62"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63"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64"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65"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5266"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5267"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68"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69" name="Text Box 73"/>
                <p:cNvSpPr txBox="1"/>
                <p:nvPr/>
              </p:nvSpPr>
              <p:spPr>
                <a:xfrm>
                  <a:off x="862" y="764"/>
                  <a:ext cx="500" cy="247"/>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5270" name="Text Box 74"/>
                <p:cNvSpPr txBox="1"/>
                <p:nvPr/>
              </p:nvSpPr>
              <p:spPr>
                <a:xfrm>
                  <a:off x="1124" y="779"/>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71" name="Text Box 75"/>
                <p:cNvSpPr txBox="1"/>
                <p:nvPr/>
              </p:nvSpPr>
              <p:spPr>
                <a:xfrm>
                  <a:off x="1124" y="1154"/>
                  <a:ext cx="258" cy="268"/>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5272" name="Text Box 76"/>
                <p:cNvSpPr txBox="1"/>
                <p:nvPr/>
              </p:nvSpPr>
              <p:spPr>
                <a:xfrm>
                  <a:off x="888" y="1194"/>
                  <a:ext cx="346" cy="206"/>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5254"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5255"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5256"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5244" name="Text Box 80"/>
            <p:cNvSpPr txBox="1"/>
            <p:nvPr/>
          </p:nvSpPr>
          <p:spPr>
            <a:xfrm>
              <a:off x="336" y="1692"/>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5245" name="Text Box 81"/>
            <p:cNvSpPr txBox="1"/>
            <p:nvPr/>
          </p:nvSpPr>
          <p:spPr>
            <a:xfrm>
              <a:off x="336" y="720"/>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5246" name="Text Box 82"/>
            <p:cNvSpPr txBox="1"/>
            <p:nvPr/>
          </p:nvSpPr>
          <p:spPr>
            <a:xfrm>
              <a:off x="1584" y="3456"/>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5247" name="Text Box 83"/>
            <p:cNvSpPr txBox="1"/>
            <p:nvPr/>
          </p:nvSpPr>
          <p:spPr>
            <a:xfrm>
              <a:off x="1584" y="2520"/>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5248" name="Text Box 84"/>
            <p:cNvSpPr txBox="1"/>
            <p:nvPr/>
          </p:nvSpPr>
          <p:spPr>
            <a:xfrm>
              <a:off x="1584" y="1644"/>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5249" name="Text Box 85"/>
            <p:cNvSpPr txBox="1"/>
            <p:nvPr/>
          </p:nvSpPr>
          <p:spPr>
            <a:xfrm>
              <a:off x="1584" y="672"/>
              <a:ext cx="384" cy="288"/>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grpSp>
        <p:nvGrpSpPr>
          <p:cNvPr id="124934" name="Group 86"/>
          <p:cNvGrpSpPr/>
          <p:nvPr/>
        </p:nvGrpSpPr>
        <p:grpSpPr>
          <a:xfrm>
            <a:off x="3143250" y="571500"/>
            <a:ext cx="4757738" cy="595313"/>
            <a:chOff x="1680" y="480"/>
            <a:chExt cx="3996" cy="500"/>
          </a:xfrm>
        </p:grpSpPr>
        <p:sp>
          <p:nvSpPr>
            <p:cNvPr id="125136"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5137" name="Group 88"/>
            <p:cNvGrpSpPr/>
            <p:nvPr/>
          </p:nvGrpSpPr>
          <p:grpSpPr>
            <a:xfrm>
              <a:off x="2076" y="480"/>
              <a:ext cx="336" cy="467"/>
              <a:chOff x="1968" y="480"/>
              <a:chExt cx="336" cy="467"/>
            </a:xfrm>
          </p:grpSpPr>
          <p:sp>
            <p:nvSpPr>
              <p:cNvPr id="125235"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6"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7"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8"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9"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5138" name="Group 94"/>
            <p:cNvGrpSpPr/>
            <p:nvPr/>
          </p:nvGrpSpPr>
          <p:grpSpPr>
            <a:xfrm>
              <a:off x="2280" y="480"/>
              <a:ext cx="336" cy="467"/>
              <a:chOff x="1968" y="480"/>
              <a:chExt cx="336" cy="467"/>
            </a:xfrm>
          </p:grpSpPr>
          <p:sp>
            <p:nvSpPr>
              <p:cNvPr id="125230"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1"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2"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3"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4"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5139" name="Group 100"/>
            <p:cNvGrpSpPr/>
            <p:nvPr/>
          </p:nvGrpSpPr>
          <p:grpSpPr>
            <a:xfrm>
              <a:off x="2484" y="480"/>
              <a:ext cx="336" cy="467"/>
              <a:chOff x="1968" y="480"/>
              <a:chExt cx="336" cy="467"/>
            </a:xfrm>
          </p:grpSpPr>
          <p:sp>
            <p:nvSpPr>
              <p:cNvPr id="125225"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6"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7"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8"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9"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5140" name="Group 106"/>
            <p:cNvGrpSpPr/>
            <p:nvPr/>
          </p:nvGrpSpPr>
          <p:grpSpPr>
            <a:xfrm>
              <a:off x="2688" y="480"/>
              <a:ext cx="336" cy="467"/>
              <a:chOff x="1968" y="480"/>
              <a:chExt cx="336" cy="467"/>
            </a:xfrm>
          </p:grpSpPr>
          <p:sp>
            <p:nvSpPr>
              <p:cNvPr id="125220"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1"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2"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3"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4"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5141" name="Group 112"/>
            <p:cNvGrpSpPr/>
            <p:nvPr/>
          </p:nvGrpSpPr>
          <p:grpSpPr>
            <a:xfrm>
              <a:off x="2892" y="480"/>
              <a:ext cx="336" cy="467"/>
              <a:chOff x="1968" y="480"/>
              <a:chExt cx="336" cy="467"/>
            </a:xfrm>
          </p:grpSpPr>
          <p:sp>
            <p:nvSpPr>
              <p:cNvPr id="125215"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6"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7"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8"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9"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5142" name="Group 118"/>
            <p:cNvGrpSpPr/>
            <p:nvPr/>
          </p:nvGrpSpPr>
          <p:grpSpPr>
            <a:xfrm>
              <a:off x="3096" y="480"/>
              <a:ext cx="336" cy="467"/>
              <a:chOff x="1968" y="480"/>
              <a:chExt cx="336" cy="467"/>
            </a:xfrm>
          </p:grpSpPr>
          <p:sp>
            <p:nvSpPr>
              <p:cNvPr id="125210"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1"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2"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3"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4"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5143" name="Group 124"/>
            <p:cNvGrpSpPr/>
            <p:nvPr/>
          </p:nvGrpSpPr>
          <p:grpSpPr>
            <a:xfrm>
              <a:off x="3300" y="480"/>
              <a:ext cx="336" cy="467"/>
              <a:chOff x="1968" y="480"/>
              <a:chExt cx="336" cy="467"/>
            </a:xfrm>
          </p:grpSpPr>
          <p:sp>
            <p:nvSpPr>
              <p:cNvPr id="125205"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6"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7"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8"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9"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5144" name="Group 130"/>
            <p:cNvGrpSpPr/>
            <p:nvPr/>
          </p:nvGrpSpPr>
          <p:grpSpPr>
            <a:xfrm>
              <a:off x="3504" y="480"/>
              <a:ext cx="336" cy="467"/>
              <a:chOff x="1968" y="480"/>
              <a:chExt cx="336" cy="467"/>
            </a:xfrm>
          </p:grpSpPr>
          <p:sp>
            <p:nvSpPr>
              <p:cNvPr id="125200"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1"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2"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3"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4"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5145" name="Group 136"/>
            <p:cNvGrpSpPr/>
            <p:nvPr/>
          </p:nvGrpSpPr>
          <p:grpSpPr>
            <a:xfrm>
              <a:off x="3708" y="480"/>
              <a:ext cx="336" cy="467"/>
              <a:chOff x="1968" y="480"/>
              <a:chExt cx="336" cy="467"/>
            </a:xfrm>
          </p:grpSpPr>
          <p:sp>
            <p:nvSpPr>
              <p:cNvPr id="125195"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6"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7"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8"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9"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5146" name="Group 142"/>
            <p:cNvGrpSpPr/>
            <p:nvPr/>
          </p:nvGrpSpPr>
          <p:grpSpPr>
            <a:xfrm>
              <a:off x="3912" y="480"/>
              <a:ext cx="336" cy="467"/>
              <a:chOff x="1968" y="480"/>
              <a:chExt cx="336" cy="467"/>
            </a:xfrm>
          </p:grpSpPr>
          <p:sp>
            <p:nvSpPr>
              <p:cNvPr id="125190"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1"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2"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3"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4"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5147" name="Group 148"/>
            <p:cNvGrpSpPr/>
            <p:nvPr/>
          </p:nvGrpSpPr>
          <p:grpSpPr>
            <a:xfrm>
              <a:off x="4116" y="480"/>
              <a:ext cx="336" cy="467"/>
              <a:chOff x="1968" y="480"/>
              <a:chExt cx="336" cy="467"/>
            </a:xfrm>
          </p:grpSpPr>
          <p:sp>
            <p:nvSpPr>
              <p:cNvPr id="125185"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6"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7"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8"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9"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5148" name="Group 154"/>
            <p:cNvGrpSpPr/>
            <p:nvPr/>
          </p:nvGrpSpPr>
          <p:grpSpPr>
            <a:xfrm>
              <a:off x="4320" y="480"/>
              <a:ext cx="336" cy="467"/>
              <a:chOff x="1968" y="480"/>
              <a:chExt cx="336" cy="467"/>
            </a:xfrm>
          </p:grpSpPr>
          <p:sp>
            <p:nvSpPr>
              <p:cNvPr id="125180"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1"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2"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3"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4"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5149" name="Group 160"/>
            <p:cNvGrpSpPr/>
            <p:nvPr/>
          </p:nvGrpSpPr>
          <p:grpSpPr>
            <a:xfrm>
              <a:off x="4524" y="480"/>
              <a:ext cx="336" cy="467"/>
              <a:chOff x="1968" y="480"/>
              <a:chExt cx="336" cy="467"/>
            </a:xfrm>
          </p:grpSpPr>
          <p:sp>
            <p:nvSpPr>
              <p:cNvPr id="125175"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6"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7"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8"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9"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5150" name="Group 166"/>
            <p:cNvGrpSpPr/>
            <p:nvPr/>
          </p:nvGrpSpPr>
          <p:grpSpPr>
            <a:xfrm>
              <a:off x="4728" y="480"/>
              <a:ext cx="336" cy="467"/>
              <a:chOff x="1968" y="480"/>
              <a:chExt cx="336" cy="467"/>
            </a:xfrm>
          </p:grpSpPr>
          <p:sp>
            <p:nvSpPr>
              <p:cNvPr id="125170"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1"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2"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3"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4"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5151" name="Group 172"/>
            <p:cNvGrpSpPr/>
            <p:nvPr/>
          </p:nvGrpSpPr>
          <p:grpSpPr>
            <a:xfrm>
              <a:off x="4932" y="480"/>
              <a:ext cx="336" cy="467"/>
              <a:chOff x="1968" y="480"/>
              <a:chExt cx="336" cy="467"/>
            </a:xfrm>
          </p:grpSpPr>
          <p:sp>
            <p:nvSpPr>
              <p:cNvPr id="125165"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6"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7"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8"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9"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5152" name="Group 178"/>
            <p:cNvGrpSpPr/>
            <p:nvPr/>
          </p:nvGrpSpPr>
          <p:grpSpPr>
            <a:xfrm>
              <a:off x="5136" y="480"/>
              <a:ext cx="336" cy="467"/>
              <a:chOff x="1968" y="480"/>
              <a:chExt cx="336" cy="467"/>
            </a:xfrm>
          </p:grpSpPr>
          <p:sp>
            <p:nvSpPr>
              <p:cNvPr id="125160"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1"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2"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3"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4"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5153" name="Group 184"/>
            <p:cNvGrpSpPr/>
            <p:nvPr/>
          </p:nvGrpSpPr>
          <p:grpSpPr>
            <a:xfrm>
              <a:off x="5340" y="480"/>
              <a:ext cx="336" cy="467"/>
              <a:chOff x="1968" y="480"/>
              <a:chExt cx="336" cy="467"/>
            </a:xfrm>
          </p:grpSpPr>
          <p:sp>
            <p:nvSpPr>
              <p:cNvPr id="125155"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56"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57"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58"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59"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5154"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4935" name="Group 191"/>
          <p:cNvGrpSpPr/>
          <p:nvPr/>
        </p:nvGrpSpPr>
        <p:grpSpPr>
          <a:xfrm>
            <a:off x="3672205" y="1143000"/>
            <a:ext cx="3891915" cy="2969260"/>
            <a:chOff x="2124" y="960"/>
            <a:chExt cx="3264" cy="2016"/>
          </a:xfrm>
        </p:grpSpPr>
        <p:sp>
          <p:nvSpPr>
            <p:cNvPr id="125119"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5120"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5121"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5122"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5123"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5124"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5125"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5126"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5127"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5128"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5129"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5130"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5131"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5132"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5133"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5134"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5135"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4936" name="Group 211"/>
          <p:cNvGrpSpPr/>
          <p:nvPr/>
        </p:nvGrpSpPr>
        <p:grpSpPr>
          <a:xfrm>
            <a:off x="3257550" y="1314450"/>
            <a:ext cx="4657725" cy="370285"/>
            <a:chOff x="1776" y="1104"/>
            <a:chExt cx="3912" cy="311"/>
          </a:xfrm>
        </p:grpSpPr>
        <p:sp>
          <p:nvSpPr>
            <p:cNvPr id="125059" name="Text Box 212"/>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5060" name="Line 213"/>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5061" name="Text Box 214"/>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62" name="Text Box 215"/>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63" name="Line 216"/>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5064" name="Line 217"/>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5065" name="Line 218"/>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5066" name="Line 219"/>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5067" name="Line 220"/>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5068" name="Text Box 221"/>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69" name="Text Box 222"/>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70" name="Line 223"/>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5071" name="Line 224"/>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5072" name="Line 225"/>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5073" name="Line 226"/>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5074" name="Line 227"/>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5075" name="Text Box 228"/>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76" name="Text Box 229"/>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77" name="Line 230"/>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5078" name="Line 231"/>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5079" name="Line 232"/>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5080" name="Line 233"/>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5081" name="Line 234"/>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5082" name="Text Box 235"/>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83" name="Text Box 236"/>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84" name="Line 237"/>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5085" name="Line 238"/>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5086" name="Line 239"/>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5087" name="Line 240"/>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5088" name="Line 241"/>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5089" name="Text Box 242"/>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90" name="Text Box 243"/>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91" name="Line 244"/>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5092" name="Line 245"/>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5093" name="Line 246"/>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5094" name="Line 247"/>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5095" name="Line 248"/>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5096" name="Text Box 249"/>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97" name="Text Box 250"/>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98" name="Line 251"/>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5099" name="Line 252"/>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5100" name="Line 253"/>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5101" name="Line 254"/>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5102" name="Line 255"/>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5103" name="Text Box 256"/>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04" name="Text Box 257"/>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105" name="Line 258"/>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5106" name="Line 259"/>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5107" name="Line 260"/>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5108" name="Line 261"/>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5109" name="Line 262"/>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5110" name="Text Box 263"/>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11" name="Text Box 264"/>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112" name="Line 265"/>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5113" name="Line 266"/>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5114" name="Line 267"/>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5115" name="Line 268"/>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5116" name="Text Box 269"/>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117" name="Line 270"/>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5118" name="Line 271"/>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4937" name="Group 272"/>
          <p:cNvGrpSpPr/>
          <p:nvPr/>
        </p:nvGrpSpPr>
        <p:grpSpPr>
          <a:xfrm>
            <a:off x="3086100" y="1874044"/>
            <a:ext cx="4714875" cy="321469"/>
            <a:chOff x="1632" y="1574"/>
            <a:chExt cx="3960" cy="270"/>
          </a:xfrm>
        </p:grpSpPr>
        <p:sp>
          <p:nvSpPr>
            <p:cNvPr id="125016" name="Text Box 273"/>
            <p:cNvSpPr txBox="1"/>
            <p:nvPr/>
          </p:nvSpPr>
          <p:spPr>
            <a:xfrm>
              <a:off x="1632" y="1574"/>
              <a:ext cx="624" cy="270"/>
            </a:xfrm>
            <a:prstGeom prst="rect">
              <a:avLst/>
            </a:prstGeom>
            <a:noFill/>
            <a:ln w="952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r>
                <a:rPr lang="en-US" altLang="zh-CN" sz="1500" baseline="-25000" dirty="0">
                  <a:solidFill>
                    <a:srgbClr val="FF0000"/>
                  </a:solidFill>
                  <a:latin typeface="Times New Roman" panose="02020603050405020304" pitchFamily="18" charset="0"/>
                </a:rPr>
                <a:t>1</a:t>
              </a:r>
              <a:endParaRPr lang="en-US" altLang="zh-CN" sz="1500" baseline="-25000" dirty="0">
                <a:solidFill>
                  <a:srgbClr val="FF0000"/>
                </a:solidFill>
                <a:latin typeface="Times New Roman" panose="02020603050405020304" pitchFamily="18" charset="0"/>
              </a:endParaRPr>
            </a:p>
          </p:txBody>
        </p:sp>
        <p:sp>
          <p:nvSpPr>
            <p:cNvPr id="125017" name="Line 274"/>
            <p:cNvSpPr/>
            <p:nvPr/>
          </p:nvSpPr>
          <p:spPr>
            <a:xfrm>
              <a:off x="2011" y="1586"/>
              <a:ext cx="113" cy="0"/>
            </a:xfrm>
            <a:prstGeom prst="line">
              <a:avLst/>
            </a:prstGeom>
            <a:ln w="28575" cap="flat" cmpd="sng">
              <a:solidFill>
                <a:schemeClr val="bg1"/>
              </a:solidFill>
              <a:prstDash val="solid"/>
              <a:headEnd type="none" w="med" len="med"/>
              <a:tailEnd type="none" w="med" len="med"/>
            </a:ln>
          </p:spPr>
        </p:sp>
        <p:sp>
          <p:nvSpPr>
            <p:cNvPr id="125018" name="Line 275"/>
            <p:cNvSpPr/>
            <p:nvPr/>
          </p:nvSpPr>
          <p:spPr>
            <a:xfrm>
              <a:off x="2124" y="1814"/>
              <a:ext cx="204" cy="0"/>
            </a:xfrm>
            <a:prstGeom prst="line">
              <a:avLst/>
            </a:prstGeom>
            <a:ln w="28575" cap="flat" cmpd="sng">
              <a:solidFill>
                <a:schemeClr val="bg1"/>
              </a:solidFill>
              <a:prstDash val="solid"/>
              <a:headEnd type="none" w="med" len="med"/>
              <a:tailEnd type="none" w="med" len="med"/>
            </a:ln>
          </p:spPr>
        </p:sp>
        <p:sp>
          <p:nvSpPr>
            <p:cNvPr id="125019" name="Line 276"/>
            <p:cNvSpPr/>
            <p:nvPr/>
          </p:nvSpPr>
          <p:spPr>
            <a:xfrm>
              <a:off x="2124" y="1587"/>
              <a:ext cx="0" cy="227"/>
            </a:xfrm>
            <a:prstGeom prst="line">
              <a:avLst/>
            </a:prstGeom>
            <a:ln w="28575" cap="flat" cmpd="sng">
              <a:solidFill>
                <a:schemeClr val="bg1"/>
              </a:solidFill>
              <a:prstDash val="solid"/>
              <a:headEnd type="none" w="med" len="med"/>
              <a:tailEnd type="none" w="med" len="med"/>
            </a:ln>
          </p:spPr>
        </p:sp>
        <p:sp>
          <p:nvSpPr>
            <p:cNvPr id="125020" name="Line 277"/>
            <p:cNvSpPr/>
            <p:nvPr/>
          </p:nvSpPr>
          <p:spPr>
            <a:xfrm>
              <a:off x="2328" y="1587"/>
              <a:ext cx="0" cy="227"/>
            </a:xfrm>
            <a:prstGeom prst="line">
              <a:avLst/>
            </a:prstGeom>
            <a:ln w="28575" cap="flat" cmpd="sng">
              <a:solidFill>
                <a:schemeClr val="bg1"/>
              </a:solidFill>
              <a:prstDash val="solid"/>
              <a:headEnd type="none" w="med" len="med"/>
              <a:tailEnd type="none" w="med" len="med"/>
            </a:ln>
          </p:spPr>
        </p:sp>
        <p:sp>
          <p:nvSpPr>
            <p:cNvPr id="125021" name="Line 278"/>
            <p:cNvSpPr/>
            <p:nvPr/>
          </p:nvSpPr>
          <p:spPr>
            <a:xfrm>
              <a:off x="2329" y="1586"/>
              <a:ext cx="204" cy="0"/>
            </a:xfrm>
            <a:prstGeom prst="line">
              <a:avLst/>
            </a:prstGeom>
            <a:ln w="28575" cap="flat" cmpd="sng">
              <a:solidFill>
                <a:schemeClr val="bg1"/>
              </a:solidFill>
              <a:prstDash val="solid"/>
              <a:headEnd type="none" w="med" len="med"/>
              <a:tailEnd type="none" w="med" len="med"/>
            </a:ln>
          </p:spPr>
        </p:sp>
        <p:sp>
          <p:nvSpPr>
            <p:cNvPr id="125022" name="Line 279"/>
            <p:cNvSpPr/>
            <p:nvPr/>
          </p:nvSpPr>
          <p:spPr>
            <a:xfrm>
              <a:off x="2532" y="1587"/>
              <a:ext cx="0" cy="227"/>
            </a:xfrm>
            <a:prstGeom prst="line">
              <a:avLst/>
            </a:prstGeom>
            <a:ln w="9525" cap="flat" cmpd="sng">
              <a:solidFill>
                <a:schemeClr val="bg1"/>
              </a:solidFill>
              <a:prstDash val="solid"/>
              <a:headEnd type="none" w="med" len="med"/>
              <a:tailEnd type="none" w="med" len="med"/>
            </a:ln>
          </p:spPr>
        </p:sp>
        <p:sp>
          <p:nvSpPr>
            <p:cNvPr id="125023" name="Line 280"/>
            <p:cNvSpPr/>
            <p:nvPr/>
          </p:nvSpPr>
          <p:spPr>
            <a:xfrm>
              <a:off x="2532" y="1814"/>
              <a:ext cx="204" cy="0"/>
            </a:xfrm>
            <a:prstGeom prst="line">
              <a:avLst/>
            </a:prstGeom>
            <a:ln w="28575" cap="flat" cmpd="sng">
              <a:solidFill>
                <a:schemeClr val="bg1"/>
              </a:solidFill>
              <a:prstDash val="solid"/>
              <a:headEnd type="none" w="med" len="med"/>
              <a:tailEnd type="none" w="med" len="med"/>
            </a:ln>
          </p:spPr>
        </p:sp>
        <p:sp>
          <p:nvSpPr>
            <p:cNvPr id="125024" name="Line 281"/>
            <p:cNvSpPr/>
            <p:nvPr/>
          </p:nvSpPr>
          <p:spPr>
            <a:xfrm>
              <a:off x="2532" y="1587"/>
              <a:ext cx="0" cy="227"/>
            </a:xfrm>
            <a:prstGeom prst="line">
              <a:avLst/>
            </a:prstGeom>
            <a:ln w="28575" cap="flat" cmpd="sng">
              <a:solidFill>
                <a:schemeClr val="bg1"/>
              </a:solidFill>
              <a:prstDash val="solid"/>
              <a:headEnd type="none" w="med" len="med"/>
              <a:tailEnd type="none" w="med" len="med"/>
            </a:ln>
          </p:spPr>
        </p:sp>
        <p:sp>
          <p:nvSpPr>
            <p:cNvPr id="125025" name="Line 282"/>
            <p:cNvSpPr/>
            <p:nvPr/>
          </p:nvSpPr>
          <p:spPr>
            <a:xfrm>
              <a:off x="2736" y="1587"/>
              <a:ext cx="0" cy="227"/>
            </a:xfrm>
            <a:prstGeom prst="line">
              <a:avLst/>
            </a:prstGeom>
            <a:ln w="28575" cap="flat" cmpd="sng">
              <a:solidFill>
                <a:schemeClr val="bg1"/>
              </a:solidFill>
              <a:prstDash val="solid"/>
              <a:headEnd type="none" w="med" len="med"/>
              <a:tailEnd type="none" w="med" len="med"/>
            </a:ln>
          </p:spPr>
        </p:sp>
        <p:sp>
          <p:nvSpPr>
            <p:cNvPr id="125026" name="Line 283"/>
            <p:cNvSpPr/>
            <p:nvPr/>
          </p:nvSpPr>
          <p:spPr>
            <a:xfrm>
              <a:off x="2737" y="1586"/>
              <a:ext cx="204" cy="0"/>
            </a:xfrm>
            <a:prstGeom prst="line">
              <a:avLst/>
            </a:prstGeom>
            <a:ln w="28575" cap="flat" cmpd="sng">
              <a:solidFill>
                <a:schemeClr val="bg1"/>
              </a:solidFill>
              <a:prstDash val="solid"/>
              <a:headEnd type="none" w="med" len="med"/>
              <a:tailEnd type="none" w="med" len="med"/>
            </a:ln>
          </p:spPr>
        </p:sp>
        <p:sp>
          <p:nvSpPr>
            <p:cNvPr id="125027" name="Line 284"/>
            <p:cNvSpPr/>
            <p:nvPr/>
          </p:nvSpPr>
          <p:spPr>
            <a:xfrm>
              <a:off x="2940" y="1587"/>
              <a:ext cx="0" cy="227"/>
            </a:xfrm>
            <a:prstGeom prst="line">
              <a:avLst/>
            </a:prstGeom>
            <a:ln w="9525" cap="flat" cmpd="sng">
              <a:solidFill>
                <a:schemeClr val="bg1"/>
              </a:solidFill>
              <a:prstDash val="solid"/>
              <a:headEnd type="none" w="med" len="med"/>
              <a:tailEnd type="none" w="med" len="med"/>
            </a:ln>
          </p:spPr>
        </p:sp>
        <p:sp>
          <p:nvSpPr>
            <p:cNvPr id="125028" name="Line 285"/>
            <p:cNvSpPr/>
            <p:nvPr/>
          </p:nvSpPr>
          <p:spPr>
            <a:xfrm>
              <a:off x="2940" y="1814"/>
              <a:ext cx="204" cy="0"/>
            </a:xfrm>
            <a:prstGeom prst="line">
              <a:avLst/>
            </a:prstGeom>
            <a:ln w="28575" cap="flat" cmpd="sng">
              <a:solidFill>
                <a:schemeClr val="bg1"/>
              </a:solidFill>
              <a:prstDash val="solid"/>
              <a:headEnd type="none" w="med" len="med"/>
              <a:tailEnd type="none" w="med" len="med"/>
            </a:ln>
          </p:spPr>
        </p:sp>
        <p:sp>
          <p:nvSpPr>
            <p:cNvPr id="125029" name="Line 286"/>
            <p:cNvSpPr/>
            <p:nvPr/>
          </p:nvSpPr>
          <p:spPr>
            <a:xfrm>
              <a:off x="2940" y="1587"/>
              <a:ext cx="0" cy="227"/>
            </a:xfrm>
            <a:prstGeom prst="line">
              <a:avLst/>
            </a:prstGeom>
            <a:ln w="28575" cap="flat" cmpd="sng">
              <a:solidFill>
                <a:schemeClr val="bg1"/>
              </a:solidFill>
              <a:prstDash val="solid"/>
              <a:headEnd type="none" w="med" len="med"/>
              <a:tailEnd type="none" w="med" len="med"/>
            </a:ln>
          </p:spPr>
        </p:sp>
        <p:sp>
          <p:nvSpPr>
            <p:cNvPr id="125030" name="Line 287"/>
            <p:cNvSpPr/>
            <p:nvPr/>
          </p:nvSpPr>
          <p:spPr>
            <a:xfrm>
              <a:off x="3144" y="1587"/>
              <a:ext cx="0" cy="227"/>
            </a:xfrm>
            <a:prstGeom prst="line">
              <a:avLst/>
            </a:prstGeom>
            <a:ln w="28575" cap="flat" cmpd="sng">
              <a:solidFill>
                <a:schemeClr val="bg1"/>
              </a:solidFill>
              <a:prstDash val="solid"/>
              <a:headEnd type="none" w="med" len="med"/>
              <a:tailEnd type="none" w="med" len="med"/>
            </a:ln>
          </p:spPr>
        </p:sp>
        <p:sp>
          <p:nvSpPr>
            <p:cNvPr id="125031" name="Line 288"/>
            <p:cNvSpPr/>
            <p:nvPr/>
          </p:nvSpPr>
          <p:spPr>
            <a:xfrm>
              <a:off x="3145" y="1586"/>
              <a:ext cx="204" cy="0"/>
            </a:xfrm>
            <a:prstGeom prst="line">
              <a:avLst/>
            </a:prstGeom>
            <a:ln w="28575" cap="flat" cmpd="sng">
              <a:solidFill>
                <a:schemeClr val="bg1"/>
              </a:solidFill>
              <a:prstDash val="solid"/>
              <a:headEnd type="none" w="med" len="med"/>
              <a:tailEnd type="none" w="med" len="med"/>
            </a:ln>
          </p:spPr>
        </p:sp>
        <p:sp>
          <p:nvSpPr>
            <p:cNvPr id="125032" name="Line 289"/>
            <p:cNvSpPr/>
            <p:nvPr/>
          </p:nvSpPr>
          <p:spPr>
            <a:xfrm>
              <a:off x="3348" y="1587"/>
              <a:ext cx="0" cy="227"/>
            </a:xfrm>
            <a:prstGeom prst="line">
              <a:avLst/>
            </a:prstGeom>
            <a:ln w="9525" cap="flat" cmpd="sng">
              <a:solidFill>
                <a:schemeClr val="bg1"/>
              </a:solidFill>
              <a:prstDash val="solid"/>
              <a:headEnd type="none" w="med" len="med"/>
              <a:tailEnd type="none" w="med" len="med"/>
            </a:ln>
          </p:spPr>
        </p:sp>
        <p:sp>
          <p:nvSpPr>
            <p:cNvPr id="125033" name="Line 290"/>
            <p:cNvSpPr/>
            <p:nvPr/>
          </p:nvSpPr>
          <p:spPr>
            <a:xfrm>
              <a:off x="3348" y="1814"/>
              <a:ext cx="204" cy="0"/>
            </a:xfrm>
            <a:prstGeom prst="line">
              <a:avLst/>
            </a:prstGeom>
            <a:ln w="28575" cap="flat" cmpd="sng">
              <a:solidFill>
                <a:schemeClr val="bg1"/>
              </a:solidFill>
              <a:prstDash val="solid"/>
              <a:headEnd type="none" w="med" len="med"/>
              <a:tailEnd type="none" w="med" len="med"/>
            </a:ln>
          </p:spPr>
        </p:sp>
        <p:sp>
          <p:nvSpPr>
            <p:cNvPr id="125034" name="Line 291"/>
            <p:cNvSpPr/>
            <p:nvPr/>
          </p:nvSpPr>
          <p:spPr>
            <a:xfrm>
              <a:off x="3348" y="1587"/>
              <a:ext cx="0" cy="227"/>
            </a:xfrm>
            <a:prstGeom prst="line">
              <a:avLst/>
            </a:prstGeom>
            <a:ln w="28575" cap="flat" cmpd="sng">
              <a:solidFill>
                <a:schemeClr val="bg1"/>
              </a:solidFill>
              <a:prstDash val="solid"/>
              <a:headEnd type="none" w="med" len="med"/>
              <a:tailEnd type="none" w="med" len="med"/>
            </a:ln>
          </p:spPr>
        </p:sp>
        <p:sp>
          <p:nvSpPr>
            <p:cNvPr id="125035" name="Line 292"/>
            <p:cNvSpPr/>
            <p:nvPr/>
          </p:nvSpPr>
          <p:spPr>
            <a:xfrm>
              <a:off x="3552" y="1587"/>
              <a:ext cx="0" cy="227"/>
            </a:xfrm>
            <a:prstGeom prst="line">
              <a:avLst/>
            </a:prstGeom>
            <a:ln w="28575" cap="flat" cmpd="sng">
              <a:solidFill>
                <a:schemeClr val="bg1"/>
              </a:solidFill>
              <a:prstDash val="solid"/>
              <a:headEnd type="none" w="med" len="med"/>
              <a:tailEnd type="none" w="med" len="med"/>
            </a:ln>
          </p:spPr>
        </p:sp>
        <p:sp>
          <p:nvSpPr>
            <p:cNvPr id="125036" name="Line 293"/>
            <p:cNvSpPr/>
            <p:nvPr/>
          </p:nvSpPr>
          <p:spPr>
            <a:xfrm>
              <a:off x="3553" y="1586"/>
              <a:ext cx="204" cy="0"/>
            </a:xfrm>
            <a:prstGeom prst="line">
              <a:avLst/>
            </a:prstGeom>
            <a:ln w="28575" cap="flat" cmpd="sng">
              <a:solidFill>
                <a:schemeClr val="bg1"/>
              </a:solidFill>
              <a:prstDash val="solid"/>
              <a:headEnd type="none" w="med" len="med"/>
              <a:tailEnd type="none" w="med" len="med"/>
            </a:ln>
          </p:spPr>
        </p:sp>
        <p:sp>
          <p:nvSpPr>
            <p:cNvPr id="125037" name="Line 294"/>
            <p:cNvSpPr/>
            <p:nvPr/>
          </p:nvSpPr>
          <p:spPr>
            <a:xfrm>
              <a:off x="3756" y="1587"/>
              <a:ext cx="0" cy="227"/>
            </a:xfrm>
            <a:prstGeom prst="line">
              <a:avLst/>
            </a:prstGeom>
            <a:ln w="9525" cap="flat" cmpd="sng">
              <a:solidFill>
                <a:schemeClr val="bg1"/>
              </a:solidFill>
              <a:prstDash val="solid"/>
              <a:headEnd type="none" w="med" len="med"/>
              <a:tailEnd type="none" w="med" len="med"/>
            </a:ln>
          </p:spPr>
        </p:sp>
        <p:sp>
          <p:nvSpPr>
            <p:cNvPr id="125038" name="Line 295"/>
            <p:cNvSpPr/>
            <p:nvPr/>
          </p:nvSpPr>
          <p:spPr>
            <a:xfrm>
              <a:off x="3768" y="1814"/>
              <a:ext cx="204" cy="0"/>
            </a:xfrm>
            <a:prstGeom prst="line">
              <a:avLst/>
            </a:prstGeom>
            <a:ln w="28575" cap="flat" cmpd="sng">
              <a:solidFill>
                <a:schemeClr val="bg1"/>
              </a:solidFill>
              <a:prstDash val="solid"/>
              <a:headEnd type="none" w="med" len="med"/>
              <a:tailEnd type="none" w="med" len="med"/>
            </a:ln>
          </p:spPr>
        </p:sp>
        <p:sp>
          <p:nvSpPr>
            <p:cNvPr id="125039" name="Line 296"/>
            <p:cNvSpPr/>
            <p:nvPr/>
          </p:nvSpPr>
          <p:spPr>
            <a:xfrm>
              <a:off x="3768" y="1587"/>
              <a:ext cx="0" cy="227"/>
            </a:xfrm>
            <a:prstGeom prst="line">
              <a:avLst/>
            </a:prstGeom>
            <a:ln w="28575" cap="flat" cmpd="sng">
              <a:solidFill>
                <a:schemeClr val="bg1"/>
              </a:solidFill>
              <a:prstDash val="solid"/>
              <a:headEnd type="none" w="med" len="med"/>
              <a:tailEnd type="none" w="med" len="med"/>
            </a:ln>
          </p:spPr>
        </p:sp>
        <p:sp>
          <p:nvSpPr>
            <p:cNvPr id="125040" name="Line 297"/>
            <p:cNvSpPr/>
            <p:nvPr/>
          </p:nvSpPr>
          <p:spPr>
            <a:xfrm>
              <a:off x="3972" y="1587"/>
              <a:ext cx="0" cy="227"/>
            </a:xfrm>
            <a:prstGeom prst="line">
              <a:avLst/>
            </a:prstGeom>
            <a:ln w="28575" cap="flat" cmpd="sng">
              <a:solidFill>
                <a:schemeClr val="bg1"/>
              </a:solidFill>
              <a:prstDash val="solid"/>
              <a:headEnd type="none" w="med" len="med"/>
              <a:tailEnd type="none" w="med" len="med"/>
            </a:ln>
          </p:spPr>
        </p:sp>
        <p:sp>
          <p:nvSpPr>
            <p:cNvPr id="125041" name="Line 298"/>
            <p:cNvSpPr/>
            <p:nvPr/>
          </p:nvSpPr>
          <p:spPr>
            <a:xfrm>
              <a:off x="3973" y="1586"/>
              <a:ext cx="204" cy="0"/>
            </a:xfrm>
            <a:prstGeom prst="line">
              <a:avLst/>
            </a:prstGeom>
            <a:ln w="28575" cap="flat" cmpd="sng">
              <a:solidFill>
                <a:schemeClr val="bg1"/>
              </a:solidFill>
              <a:prstDash val="solid"/>
              <a:headEnd type="none" w="med" len="med"/>
              <a:tailEnd type="none" w="med" len="med"/>
            </a:ln>
          </p:spPr>
        </p:sp>
        <p:sp>
          <p:nvSpPr>
            <p:cNvPr id="125042" name="Line 299"/>
            <p:cNvSpPr/>
            <p:nvPr/>
          </p:nvSpPr>
          <p:spPr>
            <a:xfrm>
              <a:off x="4176" y="1587"/>
              <a:ext cx="0" cy="227"/>
            </a:xfrm>
            <a:prstGeom prst="line">
              <a:avLst/>
            </a:prstGeom>
            <a:ln w="9525" cap="flat" cmpd="sng">
              <a:solidFill>
                <a:schemeClr val="bg1"/>
              </a:solidFill>
              <a:prstDash val="solid"/>
              <a:headEnd type="none" w="med" len="med"/>
              <a:tailEnd type="none" w="med" len="med"/>
            </a:ln>
          </p:spPr>
        </p:sp>
        <p:sp>
          <p:nvSpPr>
            <p:cNvPr id="125043" name="Line 300"/>
            <p:cNvSpPr/>
            <p:nvPr/>
          </p:nvSpPr>
          <p:spPr>
            <a:xfrm>
              <a:off x="4176" y="1814"/>
              <a:ext cx="204" cy="0"/>
            </a:xfrm>
            <a:prstGeom prst="line">
              <a:avLst/>
            </a:prstGeom>
            <a:ln w="28575" cap="flat" cmpd="sng">
              <a:solidFill>
                <a:schemeClr val="bg1"/>
              </a:solidFill>
              <a:prstDash val="solid"/>
              <a:headEnd type="none" w="med" len="med"/>
              <a:tailEnd type="none" w="med" len="med"/>
            </a:ln>
          </p:spPr>
        </p:sp>
        <p:sp>
          <p:nvSpPr>
            <p:cNvPr id="125044" name="Line 301"/>
            <p:cNvSpPr/>
            <p:nvPr/>
          </p:nvSpPr>
          <p:spPr>
            <a:xfrm>
              <a:off x="4176" y="1587"/>
              <a:ext cx="0" cy="227"/>
            </a:xfrm>
            <a:prstGeom prst="line">
              <a:avLst/>
            </a:prstGeom>
            <a:ln w="28575" cap="flat" cmpd="sng">
              <a:solidFill>
                <a:schemeClr val="bg1"/>
              </a:solidFill>
              <a:prstDash val="solid"/>
              <a:headEnd type="none" w="med" len="med"/>
              <a:tailEnd type="none" w="med" len="med"/>
            </a:ln>
          </p:spPr>
        </p:sp>
        <p:sp>
          <p:nvSpPr>
            <p:cNvPr id="125045" name="Line 302"/>
            <p:cNvSpPr/>
            <p:nvPr/>
          </p:nvSpPr>
          <p:spPr>
            <a:xfrm>
              <a:off x="4380" y="1587"/>
              <a:ext cx="0" cy="227"/>
            </a:xfrm>
            <a:prstGeom prst="line">
              <a:avLst/>
            </a:prstGeom>
            <a:ln w="28575" cap="flat" cmpd="sng">
              <a:solidFill>
                <a:schemeClr val="bg1"/>
              </a:solidFill>
              <a:prstDash val="solid"/>
              <a:headEnd type="none" w="med" len="med"/>
              <a:tailEnd type="none" w="med" len="med"/>
            </a:ln>
          </p:spPr>
        </p:sp>
        <p:sp>
          <p:nvSpPr>
            <p:cNvPr id="125046" name="Line 303"/>
            <p:cNvSpPr/>
            <p:nvPr/>
          </p:nvSpPr>
          <p:spPr>
            <a:xfrm>
              <a:off x="4381" y="1586"/>
              <a:ext cx="204" cy="0"/>
            </a:xfrm>
            <a:prstGeom prst="line">
              <a:avLst/>
            </a:prstGeom>
            <a:ln w="28575" cap="flat" cmpd="sng">
              <a:solidFill>
                <a:schemeClr val="bg1"/>
              </a:solidFill>
              <a:prstDash val="solid"/>
              <a:headEnd type="none" w="med" len="med"/>
              <a:tailEnd type="none" w="med" len="med"/>
            </a:ln>
          </p:spPr>
        </p:sp>
        <p:sp>
          <p:nvSpPr>
            <p:cNvPr id="125047" name="Line 304"/>
            <p:cNvSpPr/>
            <p:nvPr/>
          </p:nvSpPr>
          <p:spPr>
            <a:xfrm>
              <a:off x="4584" y="1587"/>
              <a:ext cx="0" cy="227"/>
            </a:xfrm>
            <a:prstGeom prst="line">
              <a:avLst/>
            </a:prstGeom>
            <a:ln w="9525" cap="flat" cmpd="sng">
              <a:solidFill>
                <a:schemeClr val="bg1"/>
              </a:solidFill>
              <a:prstDash val="solid"/>
              <a:headEnd type="none" w="med" len="med"/>
              <a:tailEnd type="none" w="med" len="med"/>
            </a:ln>
          </p:spPr>
        </p:sp>
        <p:sp>
          <p:nvSpPr>
            <p:cNvPr id="125048" name="Line 305"/>
            <p:cNvSpPr/>
            <p:nvPr/>
          </p:nvSpPr>
          <p:spPr>
            <a:xfrm>
              <a:off x="4584" y="1814"/>
              <a:ext cx="204" cy="0"/>
            </a:xfrm>
            <a:prstGeom prst="line">
              <a:avLst/>
            </a:prstGeom>
            <a:ln w="28575" cap="flat" cmpd="sng">
              <a:solidFill>
                <a:schemeClr val="bg1"/>
              </a:solidFill>
              <a:prstDash val="solid"/>
              <a:headEnd type="none" w="med" len="med"/>
              <a:tailEnd type="none" w="med" len="med"/>
            </a:ln>
          </p:spPr>
        </p:sp>
        <p:sp>
          <p:nvSpPr>
            <p:cNvPr id="125049" name="Line 306"/>
            <p:cNvSpPr/>
            <p:nvPr/>
          </p:nvSpPr>
          <p:spPr>
            <a:xfrm>
              <a:off x="4584" y="1587"/>
              <a:ext cx="0" cy="227"/>
            </a:xfrm>
            <a:prstGeom prst="line">
              <a:avLst/>
            </a:prstGeom>
            <a:ln w="28575" cap="flat" cmpd="sng">
              <a:solidFill>
                <a:schemeClr val="bg1"/>
              </a:solidFill>
              <a:prstDash val="solid"/>
              <a:headEnd type="none" w="med" len="med"/>
              <a:tailEnd type="none" w="med" len="med"/>
            </a:ln>
          </p:spPr>
        </p:sp>
        <p:sp>
          <p:nvSpPr>
            <p:cNvPr id="125050" name="Line 307"/>
            <p:cNvSpPr/>
            <p:nvPr/>
          </p:nvSpPr>
          <p:spPr>
            <a:xfrm>
              <a:off x="4788" y="1587"/>
              <a:ext cx="0" cy="227"/>
            </a:xfrm>
            <a:prstGeom prst="line">
              <a:avLst/>
            </a:prstGeom>
            <a:ln w="28575" cap="flat" cmpd="sng">
              <a:solidFill>
                <a:schemeClr val="bg1"/>
              </a:solidFill>
              <a:prstDash val="solid"/>
              <a:headEnd type="none" w="med" len="med"/>
              <a:tailEnd type="none" w="med" len="med"/>
            </a:ln>
          </p:spPr>
        </p:sp>
        <p:sp>
          <p:nvSpPr>
            <p:cNvPr id="125051" name="Line 308"/>
            <p:cNvSpPr/>
            <p:nvPr/>
          </p:nvSpPr>
          <p:spPr>
            <a:xfrm>
              <a:off x="4789" y="1586"/>
              <a:ext cx="204" cy="0"/>
            </a:xfrm>
            <a:prstGeom prst="line">
              <a:avLst/>
            </a:prstGeom>
            <a:ln w="28575" cap="flat" cmpd="sng">
              <a:solidFill>
                <a:schemeClr val="bg1"/>
              </a:solidFill>
              <a:prstDash val="solid"/>
              <a:headEnd type="none" w="med" len="med"/>
              <a:tailEnd type="none" w="med" len="med"/>
            </a:ln>
          </p:spPr>
        </p:sp>
        <p:sp>
          <p:nvSpPr>
            <p:cNvPr id="125052" name="Line 309"/>
            <p:cNvSpPr/>
            <p:nvPr/>
          </p:nvSpPr>
          <p:spPr>
            <a:xfrm>
              <a:off x="4980" y="1814"/>
              <a:ext cx="204" cy="0"/>
            </a:xfrm>
            <a:prstGeom prst="line">
              <a:avLst/>
            </a:prstGeom>
            <a:ln w="28575" cap="flat" cmpd="sng">
              <a:solidFill>
                <a:schemeClr val="bg1"/>
              </a:solidFill>
              <a:prstDash val="solid"/>
              <a:headEnd type="none" w="med" len="med"/>
              <a:tailEnd type="none" w="med" len="med"/>
            </a:ln>
          </p:spPr>
        </p:sp>
        <p:sp>
          <p:nvSpPr>
            <p:cNvPr id="125053" name="Line 310"/>
            <p:cNvSpPr/>
            <p:nvPr/>
          </p:nvSpPr>
          <p:spPr>
            <a:xfrm>
              <a:off x="4992" y="1587"/>
              <a:ext cx="0" cy="227"/>
            </a:xfrm>
            <a:prstGeom prst="line">
              <a:avLst/>
            </a:prstGeom>
            <a:ln w="28575" cap="flat" cmpd="sng">
              <a:solidFill>
                <a:schemeClr val="bg1"/>
              </a:solidFill>
              <a:prstDash val="solid"/>
              <a:headEnd type="none" w="med" len="med"/>
              <a:tailEnd type="none" w="med" len="med"/>
            </a:ln>
          </p:spPr>
        </p:sp>
        <p:sp>
          <p:nvSpPr>
            <p:cNvPr id="125054" name="Line 311"/>
            <p:cNvSpPr/>
            <p:nvPr/>
          </p:nvSpPr>
          <p:spPr>
            <a:xfrm>
              <a:off x="5196" y="1587"/>
              <a:ext cx="0" cy="227"/>
            </a:xfrm>
            <a:prstGeom prst="line">
              <a:avLst/>
            </a:prstGeom>
            <a:ln w="28575" cap="flat" cmpd="sng">
              <a:solidFill>
                <a:schemeClr val="bg1"/>
              </a:solidFill>
              <a:prstDash val="solid"/>
              <a:headEnd type="none" w="med" len="med"/>
              <a:tailEnd type="none" w="med" len="med"/>
            </a:ln>
          </p:spPr>
        </p:sp>
        <p:sp>
          <p:nvSpPr>
            <p:cNvPr id="125055" name="Line 312"/>
            <p:cNvSpPr/>
            <p:nvPr/>
          </p:nvSpPr>
          <p:spPr>
            <a:xfrm>
              <a:off x="5185" y="1586"/>
              <a:ext cx="204" cy="0"/>
            </a:xfrm>
            <a:prstGeom prst="line">
              <a:avLst/>
            </a:prstGeom>
            <a:ln w="28575" cap="flat" cmpd="sng">
              <a:solidFill>
                <a:schemeClr val="bg1"/>
              </a:solidFill>
              <a:prstDash val="solid"/>
              <a:headEnd type="none" w="med" len="med"/>
              <a:tailEnd type="none" w="med" len="med"/>
            </a:ln>
          </p:spPr>
        </p:sp>
        <p:sp>
          <p:nvSpPr>
            <p:cNvPr id="125056" name="Line 313"/>
            <p:cNvSpPr/>
            <p:nvPr/>
          </p:nvSpPr>
          <p:spPr>
            <a:xfrm>
              <a:off x="5388" y="1587"/>
              <a:ext cx="0" cy="227"/>
            </a:xfrm>
            <a:prstGeom prst="line">
              <a:avLst/>
            </a:prstGeom>
            <a:ln w="9525" cap="flat" cmpd="sng">
              <a:solidFill>
                <a:schemeClr val="bg1"/>
              </a:solidFill>
              <a:prstDash val="solid"/>
              <a:headEnd type="none" w="med" len="med"/>
              <a:tailEnd type="none" w="med" len="med"/>
            </a:ln>
          </p:spPr>
        </p:sp>
        <p:sp>
          <p:nvSpPr>
            <p:cNvPr id="125057" name="Line 314"/>
            <p:cNvSpPr/>
            <p:nvPr/>
          </p:nvSpPr>
          <p:spPr>
            <a:xfrm>
              <a:off x="5388" y="1814"/>
              <a:ext cx="204" cy="0"/>
            </a:xfrm>
            <a:prstGeom prst="line">
              <a:avLst/>
            </a:prstGeom>
            <a:ln w="28575" cap="flat" cmpd="sng">
              <a:solidFill>
                <a:schemeClr val="bg1"/>
              </a:solidFill>
              <a:prstDash val="solid"/>
              <a:headEnd type="none" w="med" len="med"/>
              <a:tailEnd type="none" w="med" len="med"/>
            </a:ln>
          </p:spPr>
        </p:sp>
        <p:sp>
          <p:nvSpPr>
            <p:cNvPr id="125058" name="Line 315"/>
            <p:cNvSpPr/>
            <p:nvPr/>
          </p:nvSpPr>
          <p:spPr>
            <a:xfrm>
              <a:off x="5388" y="1587"/>
              <a:ext cx="0" cy="227"/>
            </a:xfrm>
            <a:prstGeom prst="line">
              <a:avLst/>
            </a:prstGeom>
            <a:ln w="28575" cap="flat" cmpd="sng">
              <a:solidFill>
                <a:schemeClr val="bg1"/>
              </a:solidFill>
              <a:prstDash val="solid"/>
              <a:headEnd type="none" w="med" len="med"/>
              <a:tailEnd type="none" w="med" len="med"/>
            </a:ln>
          </p:spPr>
        </p:sp>
      </p:grpSp>
      <p:grpSp>
        <p:nvGrpSpPr>
          <p:cNvPr id="124938" name="Group 316"/>
          <p:cNvGrpSpPr/>
          <p:nvPr/>
        </p:nvGrpSpPr>
        <p:grpSpPr>
          <a:xfrm>
            <a:off x="3257550" y="2424113"/>
            <a:ext cx="4572000" cy="332184"/>
            <a:chOff x="1776" y="2036"/>
            <a:chExt cx="3840" cy="279"/>
          </a:xfrm>
        </p:grpSpPr>
        <p:sp>
          <p:nvSpPr>
            <p:cNvPr id="124989" name="Text Box 317"/>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4990" name="Line 318"/>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4991" name="Text Box 319"/>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92" name="Line 320"/>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4993" name="Line 321"/>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4994" name="Text Box 322"/>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95" name="Line 323"/>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4996" name="Line 324"/>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4997" name="Text Box 325"/>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98" name="Line 326"/>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4999" name="Line 327"/>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5000" name="Text Box 328"/>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01" name="Line 329"/>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5002" name="Line 330"/>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5003" name="Text Box 331"/>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04" name="Line 332"/>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5005" name="Line 333"/>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5006" name="Text Box 334"/>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07" name="Line 335"/>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5008" name="Line 336"/>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5009" name="Text Box 337"/>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010" name="Line 338"/>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5011" name="Line 339"/>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5012" name="Text Box 340"/>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013" name="Line 341"/>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5014" name="Line 342"/>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5015" name="Line 343"/>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4939" name="Group 344"/>
          <p:cNvGrpSpPr/>
          <p:nvPr/>
        </p:nvGrpSpPr>
        <p:grpSpPr>
          <a:xfrm>
            <a:off x="3257550" y="2995613"/>
            <a:ext cx="4585097" cy="389335"/>
            <a:chOff x="1776" y="2516"/>
            <a:chExt cx="3851" cy="327"/>
          </a:xfrm>
        </p:grpSpPr>
        <p:sp>
          <p:nvSpPr>
            <p:cNvPr id="124970" name="Text Box 345"/>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4971" name="Line 346"/>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4972" name="Group 347"/>
            <p:cNvGrpSpPr/>
            <p:nvPr/>
          </p:nvGrpSpPr>
          <p:grpSpPr>
            <a:xfrm>
              <a:off x="2736" y="2544"/>
              <a:ext cx="816" cy="299"/>
              <a:chOff x="2736" y="2544"/>
              <a:chExt cx="816" cy="299"/>
            </a:xfrm>
          </p:grpSpPr>
          <p:sp>
            <p:nvSpPr>
              <p:cNvPr id="124986" name="Text Box 348"/>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87" name="Line 349"/>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8" name="Line 350"/>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3" name="Group 351"/>
            <p:cNvGrpSpPr/>
            <p:nvPr/>
          </p:nvGrpSpPr>
          <p:grpSpPr>
            <a:xfrm>
              <a:off x="3552" y="2544"/>
              <a:ext cx="816" cy="299"/>
              <a:chOff x="3552" y="2544"/>
              <a:chExt cx="816" cy="299"/>
            </a:xfrm>
          </p:grpSpPr>
          <p:sp>
            <p:nvSpPr>
              <p:cNvPr id="124983" name="Text Box 352"/>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84" name="Line 353"/>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4985" name="Line 354"/>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4974" name="Line 355"/>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4975" name="Group 356"/>
            <p:cNvGrpSpPr/>
            <p:nvPr/>
          </p:nvGrpSpPr>
          <p:grpSpPr>
            <a:xfrm>
              <a:off x="4368" y="2544"/>
              <a:ext cx="816" cy="299"/>
              <a:chOff x="2736" y="2544"/>
              <a:chExt cx="816" cy="299"/>
            </a:xfrm>
          </p:grpSpPr>
          <p:sp>
            <p:nvSpPr>
              <p:cNvPr id="124980" name="Text Box 357"/>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81" name="Line 358"/>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2" name="Line 359"/>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6" name="Group 360"/>
            <p:cNvGrpSpPr/>
            <p:nvPr/>
          </p:nvGrpSpPr>
          <p:grpSpPr>
            <a:xfrm>
              <a:off x="5196" y="2544"/>
              <a:ext cx="431" cy="299"/>
              <a:chOff x="5184" y="2544"/>
              <a:chExt cx="431" cy="299"/>
            </a:xfrm>
          </p:grpSpPr>
          <p:sp>
            <p:nvSpPr>
              <p:cNvPr id="124977" name="Text Box 361"/>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78" name="Line 362"/>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4979" name="Line 363"/>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4940" name="Group 374"/>
          <p:cNvGrpSpPr/>
          <p:nvPr/>
        </p:nvGrpSpPr>
        <p:grpSpPr>
          <a:xfrm>
            <a:off x="3257550" y="3567113"/>
            <a:ext cx="4585097" cy="389335"/>
            <a:chOff x="1776" y="2996"/>
            <a:chExt cx="3851" cy="327"/>
          </a:xfrm>
        </p:grpSpPr>
        <p:sp>
          <p:nvSpPr>
            <p:cNvPr id="124961" name="Text Box 209"/>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4962" name="Line 21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4963" name="Text Box 365"/>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4964"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4965"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4966"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4967" name="Text Box 370"/>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4968" name="Line 371"/>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4969" name="Line 372"/>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4941" name="Group 396"/>
          <p:cNvGrpSpPr/>
          <p:nvPr/>
        </p:nvGrpSpPr>
        <p:grpSpPr>
          <a:xfrm>
            <a:off x="2938145" y="4137660"/>
            <a:ext cx="4976569" cy="783590"/>
            <a:chOff x="1584" y="3408"/>
            <a:chExt cx="3981" cy="657"/>
          </a:xfrm>
        </p:grpSpPr>
        <p:sp>
          <p:nvSpPr>
            <p:cNvPr id="124942" name="Text Box 375"/>
            <p:cNvSpPr txBox="1"/>
            <p:nvPr/>
          </p:nvSpPr>
          <p:spPr>
            <a:xfrm>
              <a:off x="1584" y="3408"/>
              <a:ext cx="384" cy="657"/>
            </a:xfrm>
            <a:prstGeom prst="rect">
              <a:avLst/>
            </a:prstGeom>
            <a:noFill/>
            <a:ln w="9525">
              <a:noFill/>
            </a:ln>
          </p:spPr>
          <p:txBody>
            <a:bodyPr>
              <a:spAutoFit/>
            </a:bodyPr>
            <a:p>
              <a:pPr>
                <a:spcBef>
                  <a:spcPct val="50000"/>
                </a:spcBef>
              </a:pPr>
              <a:r>
                <a:rPr lang="zh-CN" altLang="en-US" sz="1500" dirty="0">
                  <a:solidFill>
                    <a:srgbClr val="FF00FF"/>
                  </a:solidFill>
                  <a:latin typeface="Times New Roman" panose="02020603050405020304" pitchFamily="18" charset="0"/>
                </a:rPr>
                <a:t>计数值</a:t>
              </a:r>
              <a:endParaRPr lang="zh-CN" altLang="en-US" sz="1500" dirty="0">
                <a:solidFill>
                  <a:srgbClr val="FF00FF"/>
                </a:solidFill>
                <a:latin typeface="Times New Roman" panose="02020603050405020304" pitchFamily="18" charset="0"/>
              </a:endParaRPr>
            </a:p>
          </p:txBody>
        </p:sp>
        <p:sp>
          <p:nvSpPr>
            <p:cNvPr id="124943" name="Text Box 376"/>
            <p:cNvSpPr txBox="1"/>
            <p:nvPr/>
          </p:nvSpPr>
          <p:spPr>
            <a:xfrm>
              <a:off x="1854"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4944" name="Text Box 377"/>
            <p:cNvSpPr txBox="1"/>
            <p:nvPr/>
          </p:nvSpPr>
          <p:spPr>
            <a:xfrm>
              <a:off x="2064"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sp>
          <p:nvSpPr>
            <p:cNvPr id="124945" name="Text Box 378"/>
            <p:cNvSpPr txBox="1"/>
            <p:nvPr/>
          </p:nvSpPr>
          <p:spPr>
            <a:xfrm>
              <a:off x="2286"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0010</a:t>
              </a:r>
              <a:endParaRPr lang="en-US" altLang="zh-CN" sz="1050" dirty="0">
                <a:latin typeface="Times New Roman" panose="02020603050405020304" pitchFamily="18" charset="0"/>
              </a:endParaRPr>
            </a:p>
          </p:txBody>
        </p:sp>
        <p:sp>
          <p:nvSpPr>
            <p:cNvPr id="124946" name="Text Box 379"/>
            <p:cNvSpPr txBox="1"/>
            <p:nvPr/>
          </p:nvSpPr>
          <p:spPr>
            <a:xfrm>
              <a:off x="2472"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0011</a:t>
              </a:r>
              <a:endParaRPr lang="en-US" altLang="zh-CN" sz="1050" dirty="0">
                <a:latin typeface="Times New Roman" panose="02020603050405020304" pitchFamily="18" charset="0"/>
              </a:endParaRPr>
            </a:p>
          </p:txBody>
        </p:sp>
        <p:sp>
          <p:nvSpPr>
            <p:cNvPr id="124947" name="Text Box 380"/>
            <p:cNvSpPr txBox="1"/>
            <p:nvPr/>
          </p:nvSpPr>
          <p:spPr>
            <a:xfrm>
              <a:off x="2676"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0100</a:t>
              </a:r>
              <a:endParaRPr lang="en-US" altLang="zh-CN" sz="1050" dirty="0">
                <a:latin typeface="Times New Roman" panose="02020603050405020304" pitchFamily="18" charset="0"/>
              </a:endParaRPr>
            </a:p>
          </p:txBody>
        </p:sp>
        <p:sp>
          <p:nvSpPr>
            <p:cNvPr id="124948" name="Text Box 381"/>
            <p:cNvSpPr txBox="1"/>
            <p:nvPr/>
          </p:nvSpPr>
          <p:spPr>
            <a:xfrm>
              <a:off x="2856"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0101</a:t>
              </a:r>
              <a:endParaRPr lang="en-US" altLang="zh-CN" sz="1050" dirty="0">
                <a:latin typeface="Times New Roman" panose="02020603050405020304" pitchFamily="18" charset="0"/>
              </a:endParaRPr>
            </a:p>
          </p:txBody>
        </p:sp>
        <p:sp>
          <p:nvSpPr>
            <p:cNvPr id="124949" name="Text Box 382"/>
            <p:cNvSpPr txBox="1"/>
            <p:nvPr/>
          </p:nvSpPr>
          <p:spPr>
            <a:xfrm>
              <a:off x="3072" y="3504"/>
              <a:ext cx="384" cy="212"/>
            </a:xfrm>
            <a:prstGeom prst="rect">
              <a:avLst/>
            </a:prstGeom>
            <a:noFill/>
            <a:ln w="9525">
              <a:noFill/>
            </a:ln>
          </p:spPr>
          <p:txBody>
            <a:bodyPr wrap="square">
              <a:spAutoFit/>
            </a:bodyPr>
            <a:p>
              <a:pPr algn="l">
                <a:spcBef>
                  <a:spcPct val="50000"/>
                </a:spcBef>
              </a:pPr>
              <a:r>
                <a:rPr lang="en-US" altLang="zh-CN" sz="1050" dirty="0">
                  <a:latin typeface="Times New Roman" panose="02020603050405020304" pitchFamily="18" charset="0"/>
                </a:rPr>
                <a:t>0110</a:t>
              </a:r>
              <a:endParaRPr lang="en-US" altLang="zh-CN" sz="1050" dirty="0">
                <a:latin typeface="Times New Roman" panose="02020603050405020304" pitchFamily="18" charset="0"/>
              </a:endParaRPr>
            </a:p>
          </p:txBody>
        </p:sp>
        <p:sp>
          <p:nvSpPr>
            <p:cNvPr id="124950" name="Text Box 383"/>
            <p:cNvSpPr txBox="1"/>
            <p:nvPr/>
          </p:nvSpPr>
          <p:spPr>
            <a:xfrm>
              <a:off x="3266" y="3696"/>
              <a:ext cx="370" cy="212"/>
            </a:xfrm>
            <a:prstGeom prst="rect">
              <a:avLst/>
            </a:prstGeom>
            <a:noFill/>
            <a:ln w="9525">
              <a:noFill/>
            </a:ln>
          </p:spPr>
          <p:txBody>
            <a:bodyPr wrap="square">
              <a:spAutoFit/>
            </a:bodyPr>
            <a:p>
              <a:pPr algn="l">
                <a:spcBef>
                  <a:spcPct val="50000"/>
                </a:spcBef>
              </a:pPr>
              <a:r>
                <a:rPr lang="en-US" altLang="zh-CN" sz="1050" dirty="0">
                  <a:latin typeface="Times New Roman" panose="02020603050405020304" pitchFamily="18" charset="0"/>
                </a:rPr>
                <a:t>0111</a:t>
              </a:r>
              <a:endParaRPr lang="en-US" altLang="zh-CN" sz="1050" dirty="0">
                <a:latin typeface="Times New Roman" panose="02020603050405020304" pitchFamily="18" charset="0"/>
              </a:endParaRPr>
            </a:p>
          </p:txBody>
        </p:sp>
        <p:sp>
          <p:nvSpPr>
            <p:cNvPr id="124951" name="Text Box 384"/>
            <p:cNvSpPr txBox="1"/>
            <p:nvPr/>
          </p:nvSpPr>
          <p:spPr>
            <a:xfrm>
              <a:off x="3447"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1000</a:t>
              </a:r>
              <a:endParaRPr lang="en-US" altLang="zh-CN" sz="1050" dirty="0">
                <a:latin typeface="Times New Roman" panose="02020603050405020304" pitchFamily="18" charset="0"/>
              </a:endParaRPr>
            </a:p>
          </p:txBody>
        </p:sp>
        <p:sp>
          <p:nvSpPr>
            <p:cNvPr id="124952" name="Text Box 385"/>
            <p:cNvSpPr txBox="1"/>
            <p:nvPr/>
          </p:nvSpPr>
          <p:spPr>
            <a:xfrm>
              <a:off x="3651" y="3696"/>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1001</a:t>
              </a:r>
              <a:endParaRPr lang="en-US" altLang="zh-CN" sz="1050" dirty="0">
                <a:latin typeface="Times New Roman" panose="02020603050405020304" pitchFamily="18" charset="0"/>
              </a:endParaRPr>
            </a:p>
          </p:txBody>
        </p:sp>
        <p:sp>
          <p:nvSpPr>
            <p:cNvPr id="124953" name="Text Box 386"/>
            <p:cNvSpPr txBox="1"/>
            <p:nvPr/>
          </p:nvSpPr>
          <p:spPr>
            <a:xfrm>
              <a:off x="3822"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1010</a:t>
              </a:r>
              <a:endParaRPr lang="en-US" altLang="zh-CN" sz="1050" dirty="0">
                <a:latin typeface="Times New Roman" panose="02020603050405020304" pitchFamily="18" charset="0"/>
              </a:endParaRPr>
            </a:p>
          </p:txBody>
        </p:sp>
        <p:sp>
          <p:nvSpPr>
            <p:cNvPr id="124954" name="Text Box 387"/>
            <p:cNvSpPr txBox="1"/>
            <p:nvPr/>
          </p:nvSpPr>
          <p:spPr>
            <a:xfrm>
              <a:off x="4038"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1011</a:t>
              </a:r>
              <a:endParaRPr lang="en-US" altLang="zh-CN" sz="1050" dirty="0">
                <a:latin typeface="Times New Roman" panose="02020603050405020304" pitchFamily="18" charset="0"/>
              </a:endParaRPr>
            </a:p>
          </p:txBody>
        </p:sp>
        <p:sp>
          <p:nvSpPr>
            <p:cNvPr id="124955" name="Text Box 388"/>
            <p:cNvSpPr txBox="1"/>
            <p:nvPr/>
          </p:nvSpPr>
          <p:spPr>
            <a:xfrm>
              <a:off x="4230"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1100</a:t>
              </a:r>
              <a:endParaRPr lang="en-US" altLang="zh-CN" sz="1050" dirty="0">
                <a:latin typeface="Times New Roman" panose="02020603050405020304" pitchFamily="18" charset="0"/>
              </a:endParaRPr>
            </a:p>
          </p:txBody>
        </p:sp>
        <p:sp>
          <p:nvSpPr>
            <p:cNvPr id="124956" name="Text Box 389"/>
            <p:cNvSpPr txBox="1"/>
            <p:nvPr/>
          </p:nvSpPr>
          <p:spPr>
            <a:xfrm>
              <a:off x="4434"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1101</a:t>
              </a:r>
              <a:endParaRPr lang="en-US" altLang="zh-CN" sz="1050" dirty="0">
                <a:latin typeface="Times New Roman" panose="02020603050405020304" pitchFamily="18" charset="0"/>
              </a:endParaRPr>
            </a:p>
          </p:txBody>
        </p:sp>
        <p:sp>
          <p:nvSpPr>
            <p:cNvPr id="124957" name="Text Box 390"/>
            <p:cNvSpPr txBox="1"/>
            <p:nvPr/>
          </p:nvSpPr>
          <p:spPr>
            <a:xfrm>
              <a:off x="4620"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1110</a:t>
              </a:r>
              <a:endParaRPr lang="en-US" altLang="zh-CN" sz="1050" dirty="0">
                <a:latin typeface="Times New Roman" panose="02020603050405020304" pitchFamily="18" charset="0"/>
              </a:endParaRPr>
            </a:p>
          </p:txBody>
        </p:sp>
        <p:sp>
          <p:nvSpPr>
            <p:cNvPr id="124958" name="Text Box 391"/>
            <p:cNvSpPr txBox="1"/>
            <p:nvPr/>
          </p:nvSpPr>
          <p:spPr>
            <a:xfrm>
              <a:off x="4806"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sp>
          <p:nvSpPr>
            <p:cNvPr id="124959" name="Text Box 392"/>
            <p:cNvSpPr txBox="1"/>
            <p:nvPr/>
          </p:nvSpPr>
          <p:spPr>
            <a:xfrm>
              <a:off x="5001" y="3504"/>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4960" name="Text Box 393"/>
            <p:cNvSpPr txBox="1"/>
            <p:nvPr/>
          </p:nvSpPr>
          <p:spPr>
            <a:xfrm>
              <a:off x="5181" y="3677"/>
              <a:ext cx="384" cy="212"/>
            </a:xfrm>
            <a:prstGeom prst="rect">
              <a:avLst/>
            </a:prstGeom>
            <a:noFill/>
            <a:ln w="952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3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A6E9559-BB85-4D4D-ABD2-703D8BA0F751}"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5956" name="Rectangle 3"/>
          <p:cNvSpPr>
            <a:spLocks noGrp="1"/>
          </p:cNvSpPr>
          <p:nvPr>
            <p:ph type="title"/>
          </p:nvPr>
        </p:nvSpPr>
        <p:spPr>
          <a:xfrm>
            <a:off x="3257550" y="2743200"/>
            <a:ext cx="2743200" cy="314325"/>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grpSp>
        <p:nvGrpSpPr>
          <p:cNvPr id="125957" name="Group 4"/>
          <p:cNvGrpSpPr/>
          <p:nvPr/>
        </p:nvGrpSpPr>
        <p:grpSpPr>
          <a:xfrm>
            <a:off x="613410" y="713105"/>
            <a:ext cx="2171700" cy="3933970"/>
            <a:chOff x="144" y="624"/>
            <a:chExt cx="1824" cy="3555"/>
          </a:xfrm>
        </p:grpSpPr>
        <p:sp>
          <p:nvSpPr>
            <p:cNvPr id="126203" name="Text Box 5"/>
            <p:cNvSpPr txBox="1"/>
            <p:nvPr/>
          </p:nvSpPr>
          <p:spPr>
            <a:xfrm>
              <a:off x="144" y="3878"/>
              <a:ext cx="672" cy="291"/>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sp>
          <p:nvSpPr>
            <p:cNvPr id="126204" name="Text Box 6"/>
            <p:cNvSpPr txBox="1"/>
            <p:nvPr/>
          </p:nvSpPr>
          <p:spPr>
            <a:xfrm>
              <a:off x="336" y="3504"/>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6205" name="Text Box 7"/>
            <p:cNvSpPr txBox="1"/>
            <p:nvPr/>
          </p:nvSpPr>
          <p:spPr>
            <a:xfrm>
              <a:off x="336" y="2568"/>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grpSp>
          <p:nvGrpSpPr>
            <p:cNvPr id="126206" name="Group 8"/>
            <p:cNvGrpSpPr/>
            <p:nvPr/>
          </p:nvGrpSpPr>
          <p:grpSpPr>
            <a:xfrm>
              <a:off x="576" y="624"/>
              <a:ext cx="1005" cy="3555"/>
              <a:chOff x="576" y="688"/>
              <a:chExt cx="1005" cy="3555"/>
            </a:xfrm>
          </p:grpSpPr>
          <p:grpSp>
            <p:nvGrpSpPr>
              <p:cNvPr id="126213" name="Group 9"/>
              <p:cNvGrpSpPr/>
              <p:nvPr/>
            </p:nvGrpSpPr>
            <p:grpSpPr>
              <a:xfrm>
                <a:off x="576" y="688"/>
                <a:ext cx="1005" cy="803"/>
                <a:chOff x="576" y="621"/>
                <a:chExt cx="1005" cy="803"/>
              </a:xfrm>
            </p:grpSpPr>
            <p:sp>
              <p:nvSpPr>
                <p:cNvPr id="126268"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69"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70"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71"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72"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73"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74"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75"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76"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77"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78"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79"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80" name="Text Box 22"/>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81" name="Text Box 23"/>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82" name="Text Box 24"/>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83" name="Text Box 25"/>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4" name="Group 26"/>
              <p:cNvGrpSpPr/>
              <p:nvPr/>
            </p:nvGrpSpPr>
            <p:grpSpPr>
              <a:xfrm>
                <a:off x="576" y="1620"/>
                <a:ext cx="1005" cy="803"/>
                <a:chOff x="576" y="621"/>
                <a:chExt cx="1005" cy="803"/>
              </a:xfrm>
            </p:grpSpPr>
            <p:sp>
              <p:nvSpPr>
                <p:cNvPr id="126252"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53"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54"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55"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56"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57"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58"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59"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60"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61"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62"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63"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64" name="Text Box 39"/>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65" name="Text Box 40"/>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66" name="Text Box 41"/>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67" name="Text Box 42"/>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5" name="Group 43"/>
              <p:cNvGrpSpPr/>
              <p:nvPr/>
            </p:nvGrpSpPr>
            <p:grpSpPr>
              <a:xfrm>
                <a:off x="576" y="2528"/>
                <a:ext cx="1005" cy="803"/>
                <a:chOff x="576" y="621"/>
                <a:chExt cx="1005" cy="803"/>
              </a:xfrm>
            </p:grpSpPr>
            <p:sp>
              <p:nvSpPr>
                <p:cNvPr id="126236"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37"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38"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39"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40"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41"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42"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43"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44"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45"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46"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47"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48" name="Text Box 56"/>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49" name="Text Box 57"/>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50" name="Text Box 58"/>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51" name="Text Box 59"/>
                <p:cNvSpPr txBox="1"/>
                <p:nvPr/>
              </p:nvSpPr>
              <p:spPr>
                <a:xfrm>
                  <a:off x="888" y="1196"/>
                  <a:ext cx="346" cy="209"/>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grpSp>
            <p:nvGrpSpPr>
              <p:cNvPr id="126216" name="Group 60"/>
              <p:cNvGrpSpPr/>
              <p:nvPr/>
            </p:nvGrpSpPr>
            <p:grpSpPr>
              <a:xfrm>
                <a:off x="576" y="3440"/>
                <a:ext cx="1005" cy="803"/>
                <a:chOff x="576" y="621"/>
                <a:chExt cx="1005" cy="803"/>
              </a:xfrm>
            </p:grpSpPr>
            <p:sp>
              <p:nvSpPr>
                <p:cNvPr id="126220"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21"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22"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23"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24"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25"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26"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27"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28"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6229"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6230"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31"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32" name="Text Box 73"/>
                <p:cNvSpPr txBox="1"/>
                <p:nvPr/>
              </p:nvSpPr>
              <p:spPr>
                <a:xfrm>
                  <a:off x="862" y="764"/>
                  <a:ext cx="500" cy="249"/>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6233" name="Text Box 74"/>
                <p:cNvSpPr txBox="1"/>
                <p:nvPr/>
              </p:nvSpPr>
              <p:spPr>
                <a:xfrm>
                  <a:off x="1124" y="779"/>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34" name="Text Box 75"/>
                <p:cNvSpPr txBox="1"/>
                <p:nvPr/>
              </p:nvSpPr>
              <p:spPr>
                <a:xfrm>
                  <a:off x="1124" y="1154"/>
                  <a:ext cx="258" cy="270"/>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6235" name="Text Box 76"/>
                <p:cNvSpPr txBox="1"/>
                <p:nvPr/>
              </p:nvSpPr>
              <p:spPr>
                <a:xfrm>
                  <a:off x="888" y="1194"/>
                  <a:ext cx="346" cy="20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grpSp>
          <p:sp>
            <p:nvSpPr>
              <p:cNvPr id="126217"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6218"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6219"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6207" name="Text Box 80"/>
            <p:cNvSpPr txBox="1"/>
            <p:nvPr/>
          </p:nvSpPr>
          <p:spPr>
            <a:xfrm>
              <a:off x="336" y="1692"/>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6208" name="Text Box 81"/>
            <p:cNvSpPr txBox="1"/>
            <p:nvPr/>
          </p:nvSpPr>
          <p:spPr>
            <a:xfrm>
              <a:off x="336" y="720"/>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6209" name="Text Box 82"/>
            <p:cNvSpPr txBox="1"/>
            <p:nvPr/>
          </p:nvSpPr>
          <p:spPr>
            <a:xfrm>
              <a:off x="1584" y="3456"/>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6210" name="Text Box 83"/>
            <p:cNvSpPr txBox="1"/>
            <p:nvPr/>
          </p:nvSpPr>
          <p:spPr>
            <a:xfrm>
              <a:off x="1584" y="2520"/>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6211" name="Text Box 84"/>
            <p:cNvSpPr txBox="1"/>
            <p:nvPr/>
          </p:nvSpPr>
          <p:spPr>
            <a:xfrm>
              <a:off x="1584" y="1644"/>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6212" name="Text Box 85"/>
            <p:cNvSpPr txBox="1"/>
            <p:nvPr/>
          </p:nvSpPr>
          <p:spPr>
            <a:xfrm>
              <a:off x="1584" y="672"/>
              <a:ext cx="384" cy="291"/>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grpSp>
      <p:grpSp>
        <p:nvGrpSpPr>
          <p:cNvPr id="125958" name="Group 86"/>
          <p:cNvGrpSpPr/>
          <p:nvPr/>
        </p:nvGrpSpPr>
        <p:grpSpPr>
          <a:xfrm>
            <a:off x="3143250" y="171450"/>
            <a:ext cx="4757738" cy="595313"/>
            <a:chOff x="1680" y="480"/>
            <a:chExt cx="3996" cy="500"/>
          </a:xfrm>
        </p:grpSpPr>
        <p:sp>
          <p:nvSpPr>
            <p:cNvPr id="126099"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6100" name="Group 88"/>
            <p:cNvGrpSpPr/>
            <p:nvPr/>
          </p:nvGrpSpPr>
          <p:grpSpPr>
            <a:xfrm>
              <a:off x="2076" y="480"/>
              <a:ext cx="336" cy="467"/>
              <a:chOff x="1968" y="480"/>
              <a:chExt cx="336" cy="467"/>
            </a:xfrm>
          </p:grpSpPr>
          <p:sp>
            <p:nvSpPr>
              <p:cNvPr id="126198"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9"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200"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201"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202"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6101" name="Group 94"/>
            <p:cNvGrpSpPr/>
            <p:nvPr/>
          </p:nvGrpSpPr>
          <p:grpSpPr>
            <a:xfrm>
              <a:off x="2280" y="480"/>
              <a:ext cx="336" cy="467"/>
              <a:chOff x="1968" y="480"/>
              <a:chExt cx="336" cy="467"/>
            </a:xfrm>
          </p:grpSpPr>
          <p:sp>
            <p:nvSpPr>
              <p:cNvPr id="126193"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4"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5"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6"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7"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6102" name="Group 100"/>
            <p:cNvGrpSpPr/>
            <p:nvPr/>
          </p:nvGrpSpPr>
          <p:grpSpPr>
            <a:xfrm>
              <a:off x="2484" y="480"/>
              <a:ext cx="336" cy="467"/>
              <a:chOff x="1968" y="480"/>
              <a:chExt cx="336" cy="467"/>
            </a:xfrm>
          </p:grpSpPr>
          <p:sp>
            <p:nvSpPr>
              <p:cNvPr id="126188"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9"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0"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1"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2"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6103" name="Group 106"/>
            <p:cNvGrpSpPr/>
            <p:nvPr/>
          </p:nvGrpSpPr>
          <p:grpSpPr>
            <a:xfrm>
              <a:off x="2688" y="480"/>
              <a:ext cx="336" cy="467"/>
              <a:chOff x="1968" y="480"/>
              <a:chExt cx="336" cy="467"/>
            </a:xfrm>
          </p:grpSpPr>
          <p:sp>
            <p:nvSpPr>
              <p:cNvPr id="126183"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4"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5"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6"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7"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6104" name="Group 112"/>
            <p:cNvGrpSpPr/>
            <p:nvPr/>
          </p:nvGrpSpPr>
          <p:grpSpPr>
            <a:xfrm>
              <a:off x="2892" y="480"/>
              <a:ext cx="336" cy="467"/>
              <a:chOff x="1968" y="480"/>
              <a:chExt cx="336" cy="467"/>
            </a:xfrm>
          </p:grpSpPr>
          <p:sp>
            <p:nvSpPr>
              <p:cNvPr id="126178"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9"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0"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1"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2"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6105" name="Group 118"/>
            <p:cNvGrpSpPr/>
            <p:nvPr/>
          </p:nvGrpSpPr>
          <p:grpSpPr>
            <a:xfrm>
              <a:off x="3096" y="480"/>
              <a:ext cx="336" cy="467"/>
              <a:chOff x="1968" y="480"/>
              <a:chExt cx="336" cy="467"/>
            </a:xfrm>
          </p:grpSpPr>
          <p:sp>
            <p:nvSpPr>
              <p:cNvPr id="126173"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4"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5"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6"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7"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6106" name="Group 124"/>
            <p:cNvGrpSpPr/>
            <p:nvPr/>
          </p:nvGrpSpPr>
          <p:grpSpPr>
            <a:xfrm>
              <a:off x="3300" y="480"/>
              <a:ext cx="336" cy="467"/>
              <a:chOff x="1968" y="480"/>
              <a:chExt cx="336" cy="467"/>
            </a:xfrm>
          </p:grpSpPr>
          <p:sp>
            <p:nvSpPr>
              <p:cNvPr id="126168"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9"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0"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1"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2"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6107" name="Group 130"/>
            <p:cNvGrpSpPr/>
            <p:nvPr/>
          </p:nvGrpSpPr>
          <p:grpSpPr>
            <a:xfrm>
              <a:off x="3504" y="480"/>
              <a:ext cx="336" cy="467"/>
              <a:chOff x="1968" y="480"/>
              <a:chExt cx="336" cy="467"/>
            </a:xfrm>
          </p:grpSpPr>
          <p:sp>
            <p:nvSpPr>
              <p:cNvPr id="126163"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4"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5"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6"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7"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6108" name="Group 136"/>
            <p:cNvGrpSpPr/>
            <p:nvPr/>
          </p:nvGrpSpPr>
          <p:grpSpPr>
            <a:xfrm>
              <a:off x="3708" y="480"/>
              <a:ext cx="336" cy="467"/>
              <a:chOff x="1968" y="480"/>
              <a:chExt cx="336" cy="467"/>
            </a:xfrm>
          </p:grpSpPr>
          <p:sp>
            <p:nvSpPr>
              <p:cNvPr id="126158"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9"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0"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1"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2"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6109" name="Group 142"/>
            <p:cNvGrpSpPr/>
            <p:nvPr/>
          </p:nvGrpSpPr>
          <p:grpSpPr>
            <a:xfrm>
              <a:off x="3912" y="480"/>
              <a:ext cx="336" cy="467"/>
              <a:chOff x="1968" y="480"/>
              <a:chExt cx="336" cy="467"/>
            </a:xfrm>
          </p:grpSpPr>
          <p:sp>
            <p:nvSpPr>
              <p:cNvPr id="126153"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4"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5"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6"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7"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6110" name="Group 148"/>
            <p:cNvGrpSpPr/>
            <p:nvPr/>
          </p:nvGrpSpPr>
          <p:grpSpPr>
            <a:xfrm>
              <a:off x="4116" y="480"/>
              <a:ext cx="336" cy="467"/>
              <a:chOff x="1968" y="480"/>
              <a:chExt cx="336" cy="467"/>
            </a:xfrm>
          </p:grpSpPr>
          <p:sp>
            <p:nvSpPr>
              <p:cNvPr id="126148"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9"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0"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1"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2"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6111" name="Group 154"/>
            <p:cNvGrpSpPr/>
            <p:nvPr/>
          </p:nvGrpSpPr>
          <p:grpSpPr>
            <a:xfrm>
              <a:off x="4320" y="480"/>
              <a:ext cx="336" cy="467"/>
              <a:chOff x="1968" y="480"/>
              <a:chExt cx="336" cy="467"/>
            </a:xfrm>
          </p:grpSpPr>
          <p:sp>
            <p:nvSpPr>
              <p:cNvPr id="126143"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4"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5"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6"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7"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6112" name="Group 160"/>
            <p:cNvGrpSpPr/>
            <p:nvPr/>
          </p:nvGrpSpPr>
          <p:grpSpPr>
            <a:xfrm>
              <a:off x="4524" y="480"/>
              <a:ext cx="336" cy="467"/>
              <a:chOff x="1968" y="480"/>
              <a:chExt cx="336" cy="467"/>
            </a:xfrm>
          </p:grpSpPr>
          <p:sp>
            <p:nvSpPr>
              <p:cNvPr id="126138"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9"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0"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1"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2"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6113" name="Group 166"/>
            <p:cNvGrpSpPr/>
            <p:nvPr/>
          </p:nvGrpSpPr>
          <p:grpSpPr>
            <a:xfrm>
              <a:off x="4728" y="480"/>
              <a:ext cx="336" cy="467"/>
              <a:chOff x="1968" y="480"/>
              <a:chExt cx="336" cy="467"/>
            </a:xfrm>
          </p:grpSpPr>
          <p:sp>
            <p:nvSpPr>
              <p:cNvPr id="126133"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4"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5"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6"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7"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6114" name="Group 172"/>
            <p:cNvGrpSpPr/>
            <p:nvPr/>
          </p:nvGrpSpPr>
          <p:grpSpPr>
            <a:xfrm>
              <a:off x="4932" y="480"/>
              <a:ext cx="336" cy="467"/>
              <a:chOff x="1968" y="480"/>
              <a:chExt cx="336" cy="467"/>
            </a:xfrm>
          </p:grpSpPr>
          <p:sp>
            <p:nvSpPr>
              <p:cNvPr id="126128"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9"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0"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1"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2"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6115" name="Group 178"/>
            <p:cNvGrpSpPr/>
            <p:nvPr/>
          </p:nvGrpSpPr>
          <p:grpSpPr>
            <a:xfrm>
              <a:off x="5136" y="480"/>
              <a:ext cx="336" cy="467"/>
              <a:chOff x="1968" y="480"/>
              <a:chExt cx="336" cy="467"/>
            </a:xfrm>
          </p:grpSpPr>
          <p:sp>
            <p:nvSpPr>
              <p:cNvPr id="126123"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4"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5"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6"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7"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6116" name="Group 184"/>
            <p:cNvGrpSpPr/>
            <p:nvPr/>
          </p:nvGrpSpPr>
          <p:grpSpPr>
            <a:xfrm>
              <a:off x="5340" y="480"/>
              <a:ext cx="336" cy="467"/>
              <a:chOff x="1968" y="480"/>
              <a:chExt cx="336" cy="467"/>
            </a:xfrm>
          </p:grpSpPr>
          <p:sp>
            <p:nvSpPr>
              <p:cNvPr id="126118"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19"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0"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1"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2"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6117"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5959" name="Group 191"/>
          <p:cNvGrpSpPr/>
          <p:nvPr/>
        </p:nvGrpSpPr>
        <p:grpSpPr>
          <a:xfrm>
            <a:off x="3671888" y="742950"/>
            <a:ext cx="3886200" cy="1889522"/>
            <a:chOff x="2124" y="960"/>
            <a:chExt cx="3264" cy="2016"/>
          </a:xfrm>
        </p:grpSpPr>
        <p:sp>
          <p:nvSpPr>
            <p:cNvPr id="126082"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6083"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6084"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6085"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6086"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6087"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6088"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6089"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6090"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6091"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6092"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6093"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6094"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6095"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6096"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6097"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6098"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5960" name="Group 209"/>
          <p:cNvGrpSpPr/>
          <p:nvPr/>
        </p:nvGrpSpPr>
        <p:grpSpPr>
          <a:xfrm>
            <a:off x="3257550" y="914400"/>
            <a:ext cx="4657725" cy="370285"/>
            <a:chOff x="1776" y="1104"/>
            <a:chExt cx="3912" cy="311"/>
          </a:xfrm>
        </p:grpSpPr>
        <p:sp>
          <p:nvSpPr>
            <p:cNvPr id="126022" name="Text Box 210"/>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6023"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6024" name="Text Box 212"/>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25" name="Text Box 213"/>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26"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6027"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6028"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6029"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6030"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6031" name="Text Box 219"/>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32" name="Text Box 220"/>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33"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6034"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6035"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6036"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6037"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6038" name="Text Box 226"/>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39" name="Text Box 227"/>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40"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6041"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6042"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6043"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6044"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6045" name="Text Box 233"/>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46" name="Text Box 234"/>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47"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6048"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6049"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6050"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6051"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6052" name="Text Box 240"/>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53" name="Text Box 241"/>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54"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6055"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6056"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6057"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6058"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6059" name="Text Box 247"/>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60" name="Text Box 248"/>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61"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6062"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6063"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6064"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6065"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6066" name="Text Box 254"/>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67" name="Text Box 255"/>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68"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6069"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6070"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6071"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6072"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6073" name="Text Box 261"/>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74" name="Text Box 262"/>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75"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6076"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6077"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6078"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6079" name="Text Box 267"/>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80"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6081"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5961" name="Group 314"/>
          <p:cNvGrpSpPr/>
          <p:nvPr/>
        </p:nvGrpSpPr>
        <p:grpSpPr>
          <a:xfrm>
            <a:off x="3257550" y="1314450"/>
            <a:ext cx="4572000" cy="332184"/>
            <a:chOff x="1776" y="2036"/>
            <a:chExt cx="3840" cy="279"/>
          </a:xfrm>
        </p:grpSpPr>
        <p:sp>
          <p:nvSpPr>
            <p:cNvPr id="125995" name="Text Box 315"/>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5996" name="Line 316"/>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5997" name="Text Box 317"/>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98" name="Line 318"/>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5999" name="Line 319"/>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6000" name="Text Box 320"/>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01" name="Line 321"/>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6002" name="Line 322"/>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6003" name="Text Box 323"/>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04" name="Line 324"/>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6005" name="Line 325"/>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6006" name="Text Box 326"/>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07" name="Line 327"/>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6008" name="Line 328"/>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6009" name="Text Box 329"/>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10" name="Line 330"/>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6011" name="Line 331"/>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6012" name="Text Box 332"/>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13" name="Line 333"/>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6014" name="Line 334"/>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6015" name="Text Box 335"/>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6016" name="Line 336"/>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6017" name="Line 337"/>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6018" name="Text Box 338"/>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6019" name="Line 339"/>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6020" name="Line 340"/>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6021" name="Line 341"/>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5962" name="Group 342"/>
          <p:cNvGrpSpPr/>
          <p:nvPr/>
        </p:nvGrpSpPr>
        <p:grpSpPr>
          <a:xfrm>
            <a:off x="3257550" y="1714500"/>
            <a:ext cx="4585097" cy="389335"/>
            <a:chOff x="1776" y="2516"/>
            <a:chExt cx="3851" cy="327"/>
          </a:xfrm>
        </p:grpSpPr>
        <p:sp>
          <p:nvSpPr>
            <p:cNvPr id="125976" name="Text Box 343"/>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5977" name="Line 344"/>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5978" name="Group 345"/>
            <p:cNvGrpSpPr/>
            <p:nvPr/>
          </p:nvGrpSpPr>
          <p:grpSpPr>
            <a:xfrm>
              <a:off x="2736" y="2544"/>
              <a:ext cx="816" cy="299"/>
              <a:chOff x="2736" y="2544"/>
              <a:chExt cx="816" cy="299"/>
            </a:xfrm>
          </p:grpSpPr>
          <p:sp>
            <p:nvSpPr>
              <p:cNvPr id="125992" name="Text Box 346"/>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93" name="Line 347"/>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94" name="Line 348"/>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79" name="Group 349"/>
            <p:cNvGrpSpPr/>
            <p:nvPr/>
          </p:nvGrpSpPr>
          <p:grpSpPr>
            <a:xfrm>
              <a:off x="3552" y="2544"/>
              <a:ext cx="816" cy="299"/>
              <a:chOff x="3552" y="2544"/>
              <a:chExt cx="816" cy="299"/>
            </a:xfrm>
          </p:grpSpPr>
          <p:sp>
            <p:nvSpPr>
              <p:cNvPr id="125989" name="Text Box 350"/>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90" name="Line 351"/>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5991" name="Line 352"/>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5980" name="Line 353"/>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5981" name="Group 354"/>
            <p:cNvGrpSpPr/>
            <p:nvPr/>
          </p:nvGrpSpPr>
          <p:grpSpPr>
            <a:xfrm>
              <a:off x="4368" y="2544"/>
              <a:ext cx="816" cy="299"/>
              <a:chOff x="2736" y="2544"/>
              <a:chExt cx="816" cy="299"/>
            </a:xfrm>
          </p:grpSpPr>
          <p:sp>
            <p:nvSpPr>
              <p:cNvPr id="125986" name="Text Box 355"/>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87" name="Line 356"/>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88" name="Line 357"/>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82" name="Group 358"/>
            <p:cNvGrpSpPr/>
            <p:nvPr/>
          </p:nvGrpSpPr>
          <p:grpSpPr>
            <a:xfrm>
              <a:off x="5196" y="2544"/>
              <a:ext cx="431" cy="299"/>
              <a:chOff x="5184" y="2544"/>
              <a:chExt cx="431" cy="299"/>
            </a:xfrm>
          </p:grpSpPr>
          <p:sp>
            <p:nvSpPr>
              <p:cNvPr id="125983" name="Text Box 359"/>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84" name="Line 360"/>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5985" name="Line 361"/>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5963" name="Group 362"/>
          <p:cNvGrpSpPr/>
          <p:nvPr/>
        </p:nvGrpSpPr>
        <p:grpSpPr>
          <a:xfrm>
            <a:off x="3257550" y="2114550"/>
            <a:ext cx="4585097" cy="389335"/>
            <a:chOff x="1776" y="2996"/>
            <a:chExt cx="3851" cy="327"/>
          </a:xfrm>
        </p:grpSpPr>
        <p:sp>
          <p:nvSpPr>
            <p:cNvPr id="125967" name="Text Box 363"/>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5968" name="Line 364"/>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5969" name="Text Box 365"/>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5970"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5971"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5972"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5973" name="Text Box 369"/>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5974" name="Line 370"/>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5975" name="Line 371"/>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5964" name="Group 398"/>
          <p:cNvGrpSpPr/>
          <p:nvPr/>
        </p:nvGrpSpPr>
        <p:grpSpPr>
          <a:xfrm>
            <a:off x="3113485" y="3212306"/>
            <a:ext cx="4887515" cy="1751409"/>
            <a:chOff x="1728" y="2736"/>
            <a:chExt cx="3936" cy="1471"/>
          </a:xfrm>
        </p:grpSpPr>
        <p:sp>
          <p:nvSpPr>
            <p:cNvPr id="125965" name="Text Box 391"/>
            <p:cNvSpPr txBox="1"/>
            <p:nvPr/>
          </p:nvSpPr>
          <p:spPr>
            <a:xfrm>
              <a:off x="1728" y="2736"/>
              <a:ext cx="3936" cy="1471"/>
            </a:xfrm>
            <a:prstGeom prst="rect">
              <a:avLst/>
            </a:prstGeom>
            <a:noFill/>
            <a:ln w="2222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变化。</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所有</a:t>
              </a:r>
              <a:r>
                <a:rPr lang="zh-CN" altLang="en-US" sz="1800" dirty="0">
                  <a:solidFill>
                    <a:srgbClr val="FF0000"/>
                  </a:solidFill>
                  <a:latin typeface="Times New Roman" panose="02020603050405020304" pitchFamily="18" charset="0"/>
                </a:rPr>
                <a:t>上升沿触发的</a:t>
              </a:r>
              <a:r>
                <a:rPr lang="zh-CN" altLang="en-US" sz="1800" dirty="0">
                  <a:latin typeface="Times New Roman" panose="02020603050405020304" pitchFamily="18" charset="0"/>
                </a:rPr>
                <a:t>触发器，如 </a:t>
              </a:r>
              <a:r>
                <a:rPr lang="en-US" altLang="zh-CN" sz="1800" dirty="0">
                  <a:latin typeface="Times New Roman" panose="02020603050405020304" pitchFamily="18" charset="0"/>
                </a:rPr>
                <a:t>JK</a:t>
              </a:r>
              <a:r>
                <a:rPr lang="zh-CN" altLang="en-US" sz="1800" dirty="0">
                  <a:latin typeface="Times New Roman" panose="02020603050405020304" pitchFamily="18" charset="0"/>
                </a:rPr>
                <a:t>、</a:t>
              </a:r>
              <a:r>
                <a:rPr lang="en-US" altLang="zh-CN" sz="1800" dirty="0">
                  <a:latin typeface="Times New Roman" panose="02020603050405020304" pitchFamily="18" charset="0"/>
                </a:rPr>
                <a:t>T </a:t>
              </a:r>
              <a:r>
                <a:rPr lang="zh-CN" altLang="en-US" sz="1800" dirty="0">
                  <a:latin typeface="Times New Roman" panose="02020603050405020304" pitchFamily="18" charset="0"/>
                </a:rPr>
                <a:t>等计</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数功能一样，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endParaRPr lang="en-US" altLang="zh-CN" sz="1800" baseline="-25000" dirty="0">
                <a:solidFill>
                  <a:srgbClr val="FFFF00"/>
                </a:solidFill>
                <a:latin typeface="Times New Roman" panose="02020603050405020304" pitchFamily="18" charset="0"/>
              </a:endParaRPr>
            </a:p>
          </p:txBody>
        </p:sp>
        <p:sp>
          <p:nvSpPr>
            <p:cNvPr id="125966" name="Line 393"/>
            <p:cNvSpPr/>
            <p:nvPr/>
          </p:nvSpPr>
          <p:spPr>
            <a:xfrm>
              <a:off x="3818" y="3929"/>
              <a:ext cx="170" cy="0"/>
            </a:xfrm>
            <a:prstGeom prst="line">
              <a:avLst/>
            </a:prstGeom>
            <a:ln w="22225" cap="flat" cmpd="sng">
              <a:solidFill>
                <a:srgbClr val="FF9900"/>
              </a:solidFill>
              <a:prstDash val="solid"/>
              <a:headEnd type="none" w="med" len="med"/>
              <a:tailEnd type="none" w="med" len="med"/>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29"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2BAA771-D2A9-4DB7-BC88-BA5D77AEFD54}"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1"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6980" name="Rectangle 3"/>
          <p:cNvSpPr>
            <a:spLocks noGrp="1"/>
          </p:cNvSpPr>
          <p:nvPr>
            <p:ph type="title"/>
          </p:nvPr>
        </p:nvSpPr>
        <p:spPr>
          <a:xfrm>
            <a:off x="3257550" y="27432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chemeClr val="bg1"/>
                </a:solidFill>
                <a:ea typeface="华文新魏" panose="02010800040101010101" pitchFamily="2" charset="-122"/>
              </a:rPr>
              <a:t>：</a:t>
            </a:r>
            <a:endParaRPr lang="zh-CN" altLang="en-US" sz="2100" b="1" dirty="0">
              <a:solidFill>
                <a:schemeClr val="bg1"/>
              </a:solidFill>
              <a:ea typeface="华文新魏" panose="02010800040101010101" pitchFamily="2" charset="-122"/>
            </a:endParaRPr>
          </a:p>
        </p:txBody>
      </p:sp>
      <p:grpSp>
        <p:nvGrpSpPr>
          <p:cNvPr id="126981" name="Group 86"/>
          <p:cNvGrpSpPr/>
          <p:nvPr/>
        </p:nvGrpSpPr>
        <p:grpSpPr>
          <a:xfrm>
            <a:off x="3143250" y="171450"/>
            <a:ext cx="4757738" cy="595313"/>
            <a:chOff x="1680" y="480"/>
            <a:chExt cx="3996" cy="500"/>
          </a:xfrm>
        </p:grpSpPr>
        <p:sp>
          <p:nvSpPr>
            <p:cNvPr id="127203"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7204" name="Group 88"/>
            <p:cNvGrpSpPr/>
            <p:nvPr/>
          </p:nvGrpSpPr>
          <p:grpSpPr>
            <a:xfrm>
              <a:off x="2076" y="480"/>
              <a:ext cx="336" cy="467"/>
              <a:chOff x="1968" y="480"/>
              <a:chExt cx="336" cy="467"/>
            </a:xfrm>
          </p:grpSpPr>
          <p:sp>
            <p:nvSpPr>
              <p:cNvPr id="127302"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303"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304"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5"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6"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7205" name="Group 94"/>
            <p:cNvGrpSpPr/>
            <p:nvPr/>
          </p:nvGrpSpPr>
          <p:grpSpPr>
            <a:xfrm>
              <a:off x="2280" y="480"/>
              <a:ext cx="336" cy="467"/>
              <a:chOff x="1968" y="480"/>
              <a:chExt cx="336" cy="467"/>
            </a:xfrm>
          </p:grpSpPr>
          <p:sp>
            <p:nvSpPr>
              <p:cNvPr id="127297"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8"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9"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0"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1"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7206" name="Group 100"/>
            <p:cNvGrpSpPr/>
            <p:nvPr/>
          </p:nvGrpSpPr>
          <p:grpSpPr>
            <a:xfrm>
              <a:off x="2484" y="480"/>
              <a:ext cx="336" cy="467"/>
              <a:chOff x="1968" y="480"/>
              <a:chExt cx="336" cy="467"/>
            </a:xfrm>
          </p:grpSpPr>
          <p:sp>
            <p:nvSpPr>
              <p:cNvPr id="127292"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3"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4"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5"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6"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7207" name="Group 106"/>
            <p:cNvGrpSpPr/>
            <p:nvPr/>
          </p:nvGrpSpPr>
          <p:grpSpPr>
            <a:xfrm>
              <a:off x="2688" y="480"/>
              <a:ext cx="336" cy="467"/>
              <a:chOff x="1968" y="480"/>
              <a:chExt cx="336" cy="467"/>
            </a:xfrm>
          </p:grpSpPr>
          <p:sp>
            <p:nvSpPr>
              <p:cNvPr id="127287"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8"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9"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0"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1"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7208" name="Group 112"/>
            <p:cNvGrpSpPr/>
            <p:nvPr/>
          </p:nvGrpSpPr>
          <p:grpSpPr>
            <a:xfrm>
              <a:off x="2892" y="480"/>
              <a:ext cx="336" cy="467"/>
              <a:chOff x="1968" y="480"/>
              <a:chExt cx="336" cy="467"/>
            </a:xfrm>
          </p:grpSpPr>
          <p:sp>
            <p:nvSpPr>
              <p:cNvPr id="127282"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3"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4"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5"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6"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7209" name="Group 118"/>
            <p:cNvGrpSpPr/>
            <p:nvPr/>
          </p:nvGrpSpPr>
          <p:grpSpPr>
            <a:xfrm>
              <a:off x="3096" y="480"/>
              <a:ext cx="336" cy="467"/>
              <a:chOff x="1968" y="480"/>
              <a:chExt cx="336" cy="467"/>
            </a:xfrm>
          </p:grpSpPr>
          <p:sp>
            <p:nvSpPr>
              <p:cNvPr id="127277"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8"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9"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0"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1"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7210" name="Group 124"/>
            <p:cNvGrpSpPr/>
            <p:nvPr/>
          </p:nvGrpSpPr>
          <p:grpSpPr>
            <a:xfrm>
              <a:off x="3300" y="480"/>
              <a:ext cx="336" cy="467"/>
              <a:chOff x="1968" y="480"/>
              <a:chExt cx="336" cy="467"/>
            </a:xfrm>
          </p:grpSpPr>
          <p:sp>
            <p:nvSpPr>
              <p:cNvPr id="127272"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3"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4"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5"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6"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7211" name="Group 130"/>
            <p:cNvGrpSpPr/>
            <p:nvPr/>
          </p:nvGrpSpPr>
          <p:grpSpPr>
            <a:xfrm>
              <a:off x="3504" y="480"/>
              <a:ext cx="336" cy="467"/>
              <a:chOff x="1968" y="480"/>
              <a:chExt cx="336" cy="467"/>
            </a:xfrm>
          </p:grpSpPr>
          <p:sp>
            <p:nvSpPr>
              <p:cNvPr id="127267"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8"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9"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0"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1"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7212" name="Group 136"/>
            <p:cNvGrpSpPr/>
            <p:nvPr/>
          </p:nvGrpSpPr>
          <p:grpSpPr>
            <a:xfrm>
              <a:off x="3708" y="480"/>
              <a:ext cx="336" cy="467"/>
              <a:chOff x="1968" y="480"/>
              <a:chExt cx="336" cy="467"/>
            </a:xfrm>
          </p:grpSpPr>
          <p:sp>
            <p:nvSpPr>
              <p:cNvPr id="127262"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3"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4"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5"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6"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7213" name="Group 142"/>
            <p:cNvGrpSpPr/>
            <p:nvPr/>
          </p:nvGrpSpPr>
          <p:grpSpPr>
            <a:xfrm>
              <a:off x="3912" y="480"/>
              <a:ext cx="336" cy="467"/>
              <a:chOff x="1968" y="480"/>
              <a:chExt cx="336" cy="467"/>
            </a:xfrm>
          </p:grpSpPr>
          <p:sp>
            <p:nvSpPr>
              <p:cNvPr id="127257"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8"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9"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0"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1"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7214" name="Group 148"/>
            <p:cNvGrpSpPr/>
            <p:nvPr/>
          </p:nvGrpSpPr>
          <p:grpSpPr>
            <a:xfrm>
              <a:off x="4116" y="480"/>
              <a:ext cx="336" cy="467"/>
              <a:chOff x="1968" y="480"/>
              <a:chExt cx="336" cy="467"/>
            </a:xfrm>
          </p:grpSpPr>
          <p:sp>
            <p:nvSpPr>
              <p:cNvPr id="127252"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3"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4"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5"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6"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7215" name="Group 154"/>
            <p:cNvGrpSpPr/>
            <p:nvPr/>
          </p:nvGrpSpPr>
          <p:grpSpPr>
            <a:xfrm>
              <a:off x="4320" y="480"/>
              <a:ext cx="336" cy="467"/>
              <a:chOff x="1968" y="480"/>
              <a:chExt cx="336" cy="467"/>
            </a:xfrm>
          </p:grpSpPr>
          <p:sp>
            <p:nvSpPr>
              <p:cNvPr id="127247"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8"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9"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0"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1"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7216" name="Group 160"/>
            <p:cNvGrpSpPr/>
            <p:nvPr/>
          </p:nvGrpSpPr>
          <p:grpSpPr>
            <a:xfrm>
              <a:off x="4524" y="480"/>
              <a:ext cx="336" cy="467"/>
              <a:chOff x="1968" y="480"/>
              <a:chExt cx="336" cy="467"/>
            </a:xfrm>
          </p:grpSpPr>
          <p:sp>
            <p:nvSpPr>
              <p:cNvPr id="127242"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3"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4"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5"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6"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7217" name="Group 166"/>
            <p:cNvGrpSpPr/>
            <p:nvPr/>
          </p:nvGrpSpPr>
          <p:grpSpPr>
            <a:xfrm>
              <a:off x="4728" y="480"/>
              <a:ext cx="336" cy="467"/>
              <a:chOff x="1968" y="480"/>
              <a:chExt cx="336" cy="467"/>
            </a:xfrm>
          </p:grpSpPr>
          <p:sp>
            <p:nvSpPr>
              <p:cNvPr id="127237"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8"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9"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0"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1"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7218" name="Group 172"/>
            <p:cNvGrpSpPr/>
            <p:nvPr/>
          </p:nvGrpSpPr>
          <p:grpSpPr>
            <a:xfrm>
              <a:off x="4932" y="480"/>
              <a:ext cx="336" cy="467"/>
              <a:chOff x="1968" y="480"/>
              <a:chExt cx="336" cy="467"/>
            </a:xfrm>
          </p:grpSpPr>
          <p:sp>
            <p:nvSpPr>
              <p:cNvPr id="127232"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3"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4"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5"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6"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7219" name="Group 178"/>
            <p:cNvGrpSpPr/>
            <p:nvPr/>
          </p:nvGrpSpPr>
          <p:grpSpPr>
            <a:xfrm>
              <a:off x="5136" y="480"/>
              <a:ext cx="336" cy="467"/>
              <a:chOff x="1968" y="480"/>
              <a:chExt cx="336" cy="467"/>
            </a:xfrm>
          </p:grpSpPr>
          <p:sp>
            <p:nvSpPr>
              <p:cNvPr id="127227"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8"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9"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0"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1"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7220" name="Group 184"/>
            <p:cNvGrpSpPr/>
            <p:nvPr/>
          </p:nvGrpSpPr>
          <p:grpSpPr>
            <a:xfrm>
              <a:off x="5340" y="480"/>
              <a:ext cx="336" cy="467"/>
              <a:chOff x="1968" y="480"/>
              <a:chExt cx="336" cy="467"/>
            </a:xfrm>
          </p:grpSpPr>
          <p:sp>
            <p:nvSpPr>
              <p:cNvPr id="127222"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3"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4"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25"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26"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7221"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6982" name="Group 191"/>
          <p:cNvGrpSpPr/>
          <p:nvPr/>
        </p:nvGrpSpPr>
        <p:grpSpPr>
          <a:xfrm>
            <a:off x="3671888" y="742950"/>
            <a:ext cx="3886200" cy="1889522"/>
            <a:chOff x="2124" y="960"/>
            <a:chExt cx="3264" cy="2016"/>
          </a:xfrm>
        </p:grpSpPr>
        <p:sp>
          <p:nvSpPr>
            <p:cNvPr id="127186"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7187"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7188"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7189"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7190"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7191"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7192"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7193"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7194"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7195"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7196"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7197"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7198"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7199"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7200"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7201"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7202"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6983" name="Group 209"/>
          <p:cNvGrpSpPr/>
          <p:nvPr/>
        </p:nvGrpSpPr>
        <p:grpSpPr>
          <a:xfrm>
            <a:off x="3257550" y="914400"/>
            <a:ext cx="4657725" cy="370285"/>
            <a:chOff x="1776" y="1104"/>
            <a:chExt cx="3912" cy="311"/>
          </a:xfrm>
        </p:grpSpPr>
        <p:sp>
          <p:nvSpPr>
            <p:cNvPr id="127126" name="Text Box 210"/>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7127"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7128" name="Text Box 212"/>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29" name="Text Box 213"/>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30"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7131"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7132"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7133"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7134"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7135" name="Text Box 219"/>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36" name="Text Box 220"/>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37"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7138"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7139"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7140"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7141"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7142" name="Text Box 226"/>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43" name="Text Box 227"/>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44"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7145"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7146"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7147"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7148"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7149" name="Text Box 233"/>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50" name="Text Box 234"/>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51"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7152"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7153"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7154"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7155"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7156" name="Text Box 240"/>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57" name="Text Box 241"/>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58"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7159"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7160"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7161"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7162"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7163" name="Text Box 247"/>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64" name="Text Box 248"/>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65"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7166"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7167"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7168"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7169"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7170" name="Text Box 254"/>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71" name="Text Box 255"/>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72"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7173"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7174"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7175"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7176"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7177" name="Text Box 261"/>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78" name="Text Box 262"/>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79"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7180"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7181"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7182"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7183" name="Text Box 267"/>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84"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7185"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6984" name="Group 270"/>
          <p:cNvGrpSpPr/>
          <p:nvPr/>
        </p:nvGrpSpPr>
        <p:grpSpPr>
          <a:xfrm>
            <a:off x="3257550" y="1314450"/>
            <a:ext cx="4572000" cy="332184"/>
            <a:chOff x="1776" y="2036"/>
            <a:chExt cx="3840" cy="279"/>
          </a:xfrm>
        </p:grpSpPr>
        <p:sp>
          <p:nvSpPr>
            <p:cNvPr id="127099" name="Text Box 271"/>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7100" name="Line 272"/>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7101" name="Text Box 273"/>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02" name="Line 274"/>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7103" name="Line 275"/>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7104" name="Text Box 276"/>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05" name="Line 277"/>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7106" name="Line 278"/>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7107" name="Text Box 279"/>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08" name="Line 280"/>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7109" name="Line 281"/>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7110" name="Text Box 282"/>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11" name="Line 283"/>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7112" name="Line 284"/>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7113" name="Text Box 285"/>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14" name="Line 286"/>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7115" name="Line 287"/>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7116" name="Text Box 288"/>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17" name="Line 289"/>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7118" name="Line 290"/>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7119" name="Text Box 291"/>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120" name="Line 292"/>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7121" name="Line 293"/>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7122" name="Text Box 294"/>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123" name="Line 295"/>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7124" name="Line 296"/>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7125" name="Line 297"/>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6985" name="Group 298"/>
          <p:cNvGrpSpPr/>
          <p:nvPr/>
        </p:nvGrpSpPr>
        <p:grpSpPr>
          <a:xfrm>
            <a:off x="3257550" y="1714500"/>
            <a:ext cx="4585097" cy="389335"/>
            <a:chOff x="1776" y="2516"/>
            <a:chExt cx="3851" cy="327"/>
          </a:xfrm>
        </p:grpSpPr>
        <p:sp>
          <p:nvSpPr>
            <p:cNvPr id="127080" name="Text Box 299"/>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7081" name="Line 300"/>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7082" name="Group 301"/>
            <p:cNvGrpSpPr/>
            <p:nvPr/>
          </p:nvGrpSpPr>
          <p:grpSpPr>
            <a:xfrm>
              <a:off x="2736" y="2544"/>
              <a:ext cx="816" cy="299"/>
              <a:chOff x="2736" y="2544"/>
              <a:chExt cx="816" cy="299"/>
            </a:xfrm>
          </p:grpSpPr>
          <p:sp>
            <p:nvSpPr>
              <p:cNvPr id="127096" name="Text Box 302"/>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97"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8"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3" name="Group 305"/>
            <p:cNvGrpSpPr/>
            <p:nvPr/>
          </p:nvGrpSpPr>
          <p:grpSpPr>
            <a:xfrm>
              <a:off x="3552" y="2544"/>
              <a:ext cx="816" cy="299"/>
              <a:chOff x="3552" y="2544"/>
              <a:chExt cx="816" cy="299"/>
            </a:xfrm>
          </p:grpSpPr>
          <p:sp>
            <p:nvSpPr>
              <p:cNvPr id="127093" name="Text Box 306"/>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94"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7095"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7084" name="Line 309"/>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7085" name="Group 310"/>
            <p:cNvGrpSpPr/>
            <p:nvPr/>
          </p:nvGrpSpPr>
          <p:grpSpPr>
            <a:xfrm>
              <a:off x="4368" y="2544"/>
              <a:ext cx="816" cy="299"/>
              <a:chOff x="2736" y="2544"/>
              <a:chExt cx="816" cy="299"/>
            </a:xfrm>
          </p:grpSpPr>
          <p:sp>
            <p:nvSpPr>
              <p:cNvPr id="127090" name="Text Box 311"/>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91"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2"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6" name="Group 314"/>
            <p:cNvGrpSpPr/>
            <p:nvPr/>
          </p:nvGrpSpPr>
          <p:grpSpPr>
            <a:xfrm>
              <a:off x="5196" y="2544"/>
              <a:ext cx="431" cy="299"/>
              <a:chOff x="5184" y="2544"/>
              <a:chExt cx="431" cy="299"/>
            </a:xfrm>
          </p:grpSpPr>
          <p:sp>
            <p:nvSpPr>
              <p:cNvPr id="127087" name="Text Box 315"/>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88" name="Line 316"/>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7089" name="Line 317"/>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6986" name="Group 318"/>
          <p:cNvGrpSpPr/>
          <p:nvPr/>
        </p:nvGrpSpPr>
        <p:grpSpPr>
          <a:xfrm>
            <a:off x="3257550" y="2114550"/>
            <a:ext cx="4585097" cy="389335"/>
            <a:chOff x="1776" y="2996"/>
            <a:chExt cx="3851" cy="327"/>
          </a:xfrm>
        </p:grpSpPr>
        <p:sp>
          <p:nvSpPr>
            <p:cNvPr id="127071" name="Text Box 319"/>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7072" name="Line 32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7073" name="Text Box 321"/>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7074" name="Line 322"/>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7075" name="Line 323"/>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7076" name="Line 324"/>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7077" name="Text Box 325"/>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7078" name="Line 326"/>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7079" name="Line 327"/>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6987" name="Group 492"/>
          <p:cNvGrpSpPr/>
          <p:nvPr/>
        </p:nvGrpSpPr>
        <p:grpSpPr>
          <a:xfrm>
            <a:off x="3168253" y="3219450"/>
            <a:ext cx="4800600" cy="1391841"/>
            <a:chOff x="1701" y="2704"/>
            <a:chExt cx="4032" cy="1169"/>
          </a:xfrm>
        </p:grpSpPr>
        <p:sp>
          <p:nvSpPr>
            <p:cNvPr id="127069" name="Text Box 329"/>
            <p:cNvSpPr txBox="1"/>
            <p:nvPr/>
          </p:nvSpPr>
          <p:spPr>
            <a:xfrm>
              <a:off x="1701" y="2704"/>
              <a:ext cx="4032" cy="1169"/>
            </a:xfrm>
            <a:prstGeom prst="rect">
              <a:avLst/>
            </a:prstGeom>
            <a:noFill/>
            <a:ln w="2857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127070" name="Line 330"/>
            <p:cNvSpPr/>
            <p:nvPr/>
          </p:nvSpPr>
          <p:spPr>
            <a:xfrm>
              <a:off x="3040" y="3302"/>
              <a:ext cx="180" cy="0"/>
            </a:xfrm>
            <a:prstGeom prst="line">
              <a:avLst/>
            </a:prstGeom>
            <a:ln w="28575" cap="flat" cmpd="sng">
              <a:solidFill>
                <a:srgbClr val="FF9900"/>
              </a:solidFill>
              <a:prstDash val="solid"/>
              <a:headEnd type="none" w="med" len="med"/>
              <a:tailEnd type="none" w="med" len="med"/>
            </a:ln>
          </p:spPr>
        </p:sp>
      </p:grpSp>
      <p:grpSp>
        <p:nvGrpSpPr>
          <p:cNvPr id="126988" name="Group 489"/>
          <p:cNvGrpSpPr/>
          <p:nvPr/>
        </p:nvGrpSpPr>
        <p:grpSpPr>
          <a:xfrm>
            <a:off x="473710" y="467995"/>
            <a:ext cx="2422525" cy="4467860"/>
            <a:chOff x="0" y="192"/>
            <a:chExt cx="1834" cy="4077"/>
          </a:xfrm>
        </p:grpSpPr>
        <p:sp>
          <p:nvSpPr>
            <p:cNvPr id="126989" name="Text Box 394"/>
            <p:cNvSpPr txBox="1"/>
            <p:nvPr/>
          </p:nvSpPr>
          <p:spPr>
            <a:xfrm>
              <a:off x="227" y="3764"/>
              <a:ext cx="1332" cy="505"/>
            </a:xfrm>
            <a:prstGeom prst="rect">
              <a:avLst/>
            </a:prstGeom>
            <a:noFill/>
            <a:ln w="28575">
              <a:noFill/>
            </a:ln>
          </p:spPr>
          <p:txBody>
            <a:bodyPr wrap="square">
              <a:spAutoFit/>
            </a:bodyPr>
            <a:p>
              <a:r>
                <a:rPr lang="en-US" altLang="zh-CN" sz="1500" dirty="0">
                  <a:solidFill>
                    <a:srgbClr val="FFFF00"/>
                  </a:solidFill>
                  <a:latin typeface="Times New Roman" panose="02020603050405020304" pitchFamily="18" charset="0"/>
                </a:rPr>
                <a:t>JK </a:t>
              </a:r>
              <a:r>
                <a:rPr lang="zh-CN" altLang="en-US" sz="1500" dirty="0">
                  <a:solidFill>
                    <a:srgbClr val="FFFF00"/>
                  </a:solidFill>
                  <a:latin typeface="Times New Roman" panose="02020603050405020304" pitchFamily="18" charset="0"/>
                </a:rPr>
                <a:t>触发器组成的</a:t>
              </a:r>
              <a:endParaRPr lang="zh-CN" altLang="en-US" sz="1500" dirty="0">
                <a:solidFill>
                  <a:srgbClr val="FFFF00"/>
                </a:solidFill>
                <a:latin typeface="Times New Roman" panose="02020603050405020304" pitchFamily="18" charset="0"/>
              </a:endParaRPr>
            </a:p>
            <a:p>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endParaRPr lang="zh-CN" altLang="en-US" sz="1500" dirty="0">
                <a:solidFill>
                  <a:srgbClr val="FFFF00"/>
                </a:solidFill>
                <a:latin typeface="Times New Roman" panose="02020603050405020304" pitchFamily="18" charset="0"/>
              </a:endParaRPr>
            </a:p>
          </p:txBody>
        </p:sp>
        <p:sp>
          <p:nvSpPr>
            <p:cNvPr id="126990" name="Line 405"/>
            <p:cNvSpPr/>
            <p:nvPr/>
          </p:nvSpPr>
          <p:spPr>
            <a:xfrm flipH="1">
              <a:off x="114" y="801"/>
              <a:ext cx="657" cy="0"/>
            </a:xfrm>
            <a:prstGeom prst="line">
              <a:avLst/>
            </a:prstGeom>
            <a:ln w="28575" cap="flat" cmpd="sng">
              <a:solidFill>
                <a:srgbClr val="FFFF00"/>
              </a:solidFill>
              <a:prstDash val="solid"/>
              <a:headEnd type="none" w="med" len="med"/>
              <a:tailEnd type="none" w="med" len="med"/>
            </a:ln>
          </p:spPr>
        </p:sp>
        <p:sp>
          <p:nvSpPr>
            <p:cNvPr id="126991" name="Line 406"/>
            <p:cNvSpPr/>
            <p:nvPr/>
          </p:nvSpPr>
          <p:spPr>
            <a:xfrm flipH="1">
              <a:off x="576" y="593"/>
              <a:ext cx="288" cy="0"/>
            </a:xfrm>
            <a:prstGeom prst="line">
              <a:avLst/>
            </a:prstGeom>
            <a:ln w="28575" cap="flat" cmpd="sng">
              <a:solidFill>
                <a:schemeClr val="bg1"/>
              </a:solidFill>
              <a:prstDash val="solid"/>
              <a:headEnd type="none" w="med" len="med"/>
              <a:tailEnd type="none" w="med" len="med"/>
            </a:ln>
          </p:spPr>
        </p:sp>
        <p:sp>
          <p:nvSpPr>
            <p:cNvPr id="126992" name="Line 407"/>
            <p:cNvSpPr/>
            <p:nvPr/>
          </p:nvSpPr>
          <p:spPr>
            <a:xfrm flipH="1">
              <a:off x="576" y="1012"/>
              <a:ext cx="288" cy="0"/>
            </a:xfrm>
            <a:prstGeom prst="line">
              <a:avLst/>
            </a:prstGeom>
            <a:ln w="28575" cap="flat" cmpd="sng">
              <a:solidFill>
                <a:schemeClr val="bg1"/>
              </a:solidFill>
              <a:prstDash val="solid"/>
              <a:headEnd type="none" w="med" len="med"/>
              <a:tailEnd type="none" w="med" len="med"/>
            </a:ln>
          </p:spPr>
        </p:sp>
        <p:sp>
          <p:nvSpPr>
            <p:cNvPr id="126993" name="Line 408"/>
            <p:cNvSpPr/>
            <p:nvPr/>
          </p:nvSpPr>
          <p:spPr>
            <a:xfrm flipH="1">
              <a:off x="1221" y="590"/>
              <a:ext cx="288" cy="0"/>
            </a:xfrm>
            <a:prstGeom prst="line">
              <a:avLst/>
            </a:prstGeom>
            <a:ln w="28575" cap="flat" cmpd="sng">
              <a:solidFill>
                <a:schemeClr val="bg1"/>
              </a:solidFill>
              <a:prstDash val="solid"/>
              <a:headEnd type="none" w="med" len="med"/>
              <a:tailEnd type="none" w="med" len="med"/>
            </a:ln>
          </p:spPr>
        </p:sp>
        <p:sp>
          <p:nvSpPr>
            <p:cNvPr id="126994" name="Line 409"/>
            <p:cNvSpPr/>
            <p:nvPr/>
          </p:nvSpPr>
          <p:spPr>
            <a:xfrm flipH="1">
              <a:off x="1293" y="1004"/>
              <a:ext cx="311" cy="0"/>
            </a:xfrm>
            <a:prstGeom prst="line">
              <a:avLst/>
            </a:prstGeom>
            <a:ln w="28575" cap="flat" cmpd="sng">
              <a:solidFill>
                <a:schemeClr val="bg1"/>
              </a:solidFill>
              <a:prstDash val="solid"/>
              <a:headEnd type="none" w="med" len="med"/>
              <a:tailEnd type="none" w="med" len="med"/>
            </a:ln>
          </p:spPr>
        </p:sp>
        <p:sp>
          <p:nvSpPr>
            <p:cNvPr id="126995" name="Line 421"/>
            <p:cNvSpPr/>
            <p:nvPr/>
          </p:nvSpPr>
          <p:spPr>
            <a:xfrm flipH="1">
              <a:off x="576" y="1393"/>
              <a:ext cx="288" cy="0"/>
            </a:xfrm>
            <a:prstGeom prst="line">
              <a:avLst/>
            </a:prstGeom>
            <a:ln w="28575" cap="flat" cmpd="sng">
              <a:solidFill>
                <a:schemeClr val="bg1"/>
              </a:solidFill>
              <a:prstDash val="solid"/>
              <a:headEnd type="none" w="med" len="med"/>
              <a:tailEnd type="none" w="med" len="med"/>
            </a:ln>
          </p:spPr>
        </p:sp>
        <p:sp>
          <p:nvSpPr>
            <p:cNvPr id="126996" name="Line 422"/>
            <p:cNvSpPr/>
            <p:nvPr/>
          </p:nvSpPr>
          <p:spPr>
            <a:xfrm flipH="1">
              <a:off x="576" y="1812"/>
              <a:ext cx="288" cy="0"/>
            </a:xfrm>
            <a:prstGeom prst="line">
              <a:avLst/>
            </a:prstGeom>
            <a:ln w="28575" cap="flat" cmpd="sng">
              <a:solidFill>
                <a:schemeClr val="bg1"/>
              </a:solidFill>
              <a:prstDash val="solid"/>
              <a:headEnd type="none" w="med" len="med"/>
              <a:tailEnd type="none" w="med" len="med"/>
            </a:ln>
          </p:spPr>
        </p:sp>
        <p:sp>
          <p:nvSpPr>
            <p:cNvPr id="126997" name="Line 423"/>
            <p:cNvSpPr/>
            <p:nvPr/>
          </p:nvSpPr>
          <p:spPr>
            <a:xfrm flipH="1">
              <a:off x="1251" y="1390"/>
              <a:ext cx="288" cy="0"/>
            </a:xfrm>
            <a:prstGeom prst="line">
              <a:avLst/>
            </a:prstGeom>
            <a:ln w="28575" cap="flat" cmpd="sng">
              <a:solidFill>
                <a:schemeClr val="bg1"/>
              </a:solidFill>
              <a:prstDash val="solid"/>
              <a:headEnd type="none" w="med" len="med"/>
              <a:tailEnd type="none" w="med" len="med"/>
            </a:ln>
          </p:spPr>
        </p:sp>
        <p:sp>
          <p:nvSpPr>
            <p:cNvPr id="126998" name="Line 424"/>
            <p:cNvSpPr/>
            <p:nvPr/>
          </p:nvSpPr>
          <p:spPr>
            <a:xfrm flipH="1">
              <a:off x="1311" y="1804"/>
              <a:ext cx="288" cy="0"/>
            </a:xfrm>
            <a:prstGeom prst="line">
              <a:avLst/>
            </a:prstGeom>
            <a:ln w="28575" cap="flat" cmpd="sng">
              <a:solidFill>
                <a:schemeClr val="bg1"/>
              </a:solidFill>
              <a:prstDash val="solid"/>
              <a:headEnd type="none" w="med" len="med"/>
              <a:tailEnd type="none" w="med" len="med"/>
            </a:ln>
          </p:spPr>
        </p:sp>
        <p:sp>
          <p:nvSpPr>
            <p:cNvPr id="126999" name="Line 436"/>
            <p:cNvSpPr/>
            <p:nvPr/>
          </p:nvSpPr>
          <p:spPr>
            <a:xfrm flipH="1">
              <a:off x="576" y="2310"/>
              <a:ext cx="288" cy="0"/>
            </a:xfrm>
            <a:prstGeom prst="line">
              <a:avLst/>
            </a:prstGeom>
            <a:ln w="28575" cap="flat" cmpd="sng">
              <a:solidFill>
                <a:schemeClr val="bg1"/>
              </a:solidFill>
              <a:prstDash val="solid"/>
              <a:headEnd type="none" w="med" len="med"/>
              <a:tailEnd type="none" w="med" len="med"/>
            </a:ln>
          </p:spPr>
        </p:sp>
        <p:sp>
          <p:nvSpPr>
            <p:cNvPr id="127000" name="Line 437"/>
            <p:cNvSpPr/>
            <p:nvPr/>
          </p:nvSpPr>
          <p:spPr>
            <a:xfrm flipH="1">
              <a:off x="576" y="2730"/>
              <a:ext cx="288" cy="0"/>
            </a:xfrm>
            <a:prstGeom prst="line">
              <a:avLst/>
            </a:prstGeom>
            <a:ln w="28575" cap="flat" cmpd="sng">
              <a:solidFill>
                <a:schemeClr val="bg1"/>
              </a:solidFill>
              <a:prstDash val="solid"/>
              <a:headEnd type="none" w="med" len="med"/>
              <a:tailEnd type="none" w="med" len="med"/>
            </a:ln>
          </p:spPr>
        </p:sp>
        <p:sp>
          <p:nvSpPr>
            <p:cNvPr id="127001" name="Line 438"/>
            <p:cNvSpPr/>
            <p:nvPr/>
          </p:nvSpPr>
          <p:spPr>
            <a:xfrm flipH="1">
              <a:off x="1254" y="2308"/>
              <a:ext cx="288" cy="0"/>
            </a:xfrm>
            <a:prstGeom prst="line">
              <a:avLst/>
            </a:prstGeom>
            <a:ln w="28575" cap="flat" cmpd="sng">
              <a:solidFill>
                <a:schemeClr val="bg1"/>
              </a:solidFill>
              <a:prstDash val="solid"/>
              <a:headEnd type="none" w="med" len="med"/>
              <a:tailEnd type="none" w="med" len="med"/>
            </a:ln>
          </p:spPr>
        </p:sp>
        <p:sp>
          <p:nvSpPr>
            <p:cNvPr id="127002" name="Line 439"/>
            <p:cNvSpPr/>
            <p:nvPr/>
          </p:nvSpPr>
          <p:spPr>
            <a:xfrm flipH="1">
              <a:off x="1326" y="2722"/>
              <a:ext cx="288" cy="0"/>
            </a:xfrm>
            <a:prstGeom prst="line">
              <a:avLst/>
            </a:prstGeom>
            <a:ln w="28575" cap="flat" cmpd="sng">
              <a:solidFill>
                <a:srgbClr val="FFFF00"/>
              </a:solidFill>
              <a:prstDash val="solid"/>
              <a:headEnd type="none" w="med" len="med"/>
              <a:tailEnd type="none" w="med" len="med"/>
            </a:ln>
          </p:spPr>
        </p:sp>
        <p:sp>
          <p:nvSpPr>
            <p:cNvPr id="127003" name="Line 451"/>
            <p:cNvSpPr/>
            <p:nvPr/>
          </p:nvSpPr>
          <p:spPr>
            <a:xfrm flipH="1">
              <a:off x="576" y="3132"/>
              <a:ext cx="288" cy="0"/>
            </a:xfrm>
            <a:prstGeom prst="line">
              <a:avLst/>
            </a:prstGeom>
            <a:ln w="28575" cap="flat" cmpd="sng">
              <a:solidFill>
                <a:schemeClr val="bg1"/>
              </a:solidFill>
              <a:prstDash val="solid"/>
              <a:headEnd type="none" w="med" len="med"/>
              <a:tailEnd type="none" w="med" len="med"/>
            </a:ln>
          </p:spPr>
        </p:sp>
        <p:sp>
          <p:nvSpPr>
            <p:cNvPr id="127004" name="Line 452"/>
            <p:cNvSpPr/>
            <p:nvPr/>
          </p:nvSpPr>
          <p:spPr>
            <a:xfrm flipH="1">
              <a:off x="576" y="3551"/>
              <a:ext cx="288" cy="0"/>
            </a:xfrm>
            <a:prstGeom prst="line">
              <a:avLst/>
            </a:prstGeom>
            <a:ln w="28575" cap="flat" cmpd="sng">
              <a:solidFill>
                <a:schemeClr val="bg1"/>
              </a:solidFill>
              <a:prstDash val="solid"/>
              <a:headEnd type="none" w="med" len="med"/>
              <a:tailEnd type="none" w="med" len="med"/>
            </a:ln>
          </p:spPr>
        </p:sp>
        <p:sp>
          <p:nvSpPr>
            <p:cNvPr id="127005" name="Line 453"/>
            <p:cNvSpPr/>
            <p:nvPr/>
          </p:nvSpPr>
          <p:spPr>
            <a:xfrm flipH="1">
              <a:off x="1248" y="3129"/>
              <a:ext cx="288" cy="0"/>
            </a:xfrm>
            <a:prstGeom prst="line">
              <a:avLst/>
            </a:prstGeom>
            <a:ln w="28575" cap="flat" cmpd="sng">
              <a:solidFill>
                <a:schemeClr val="bg1"/>
              </a:solidFill>
              <a:prstDash val="solid"/>
              <a:headEnd type="none" w="med" len="med"/>
              <a:tailEnd type="none" w="med" len="med"/>
            </a:ln>
          </p:spPr>
        </p:sp>
        <p:sp>
          <p:nvSpPr>
            <p:cNvPr id="127006" name="Line 454"/>
            <p:cNvSpPr/>
            <p:nvPr/>
          </p:nvSpPr>
          <p:spPr>
            <a:xfrm flipH="1">
              <a:off x="1320" y="3543"/>
              <a:ext cx="288" cy="0"/>
            </a:xfrm>
            <a:prstGeom prst="line">
              <a:avLst/>
            </a:prstGeom>
            <a:ln w="28575" cap="flat" cmpd="sng">
              <a:solidFill>
                <a:schemeClr val="bg1"/>
              </a:solidFill>
              <a:prstDash val="solid"/>
              <a:headEnd type="none" w="med" len="med"/>
              <a:tailEnd type="none" w="med" len="med"/>
            </a:ln>
          </p:spPr>
        </p:sp>
        <p:sp>
          <p:nvSpPr>
            <p:cNvPr id="127007" name="Line 455"/>
            <p:cNvSpPr/>
            <p:nvPr/>
          </p:nvSpPr>
          <p:spPr>
            <a:xfrm>
              <a:off x="576" y="384"/>
              <a:ext cx="0" cy="3174"/>
            </a:xfrm>
            <a:prstGeom prst="line">
              <a:avLst/>
            </a:prstGeom>
            <a:ln w="28575" cap="flat" cmpd="sng">
              <a:solidFill>
                <a:schemeClr val="bg1"/>
              </a:solidFill>
              <a:prstDash val="solid"/>
              <a:headEnd type="none" w="med" len="med"/>
              <a:tailEnd type="none" w="med" len="med"/>
            </a:ln>
          </p:spPr>
        </p:sp>
        <p:sp>
          <p:nvSpPr>
            <p:cNvPr id="127008" name="Line 460"/>
            <p:cNvSpPr/>
            <p:nvPr/>
          </p:nvSpPr>
          <p:spPr>
            <a:xfrm>
              <a:off x="1593" y="1003"/>
              <a:ext cx="0" cy="168"/>
            </a:xfrm>
            <a:prstGeom prst="line">
              <a:avLst/>
            </a:prstGeom>
            <a:ln w="28575" cap="flat" cmpd="sng">
              <a:solidFill>
                <a:srgbClr val="FFFF00"/>
              </a:solidFill>
              <a:prstDash val="solid"/>
              <a:headEnd type="none" w="med" len="med"/>
              <a:tailEnd type="none" w="med" len="med"/>
            </a:ln>
          </p:spPr>
        </p:sp>
        <p:sp>
          <p:nvSpPr>
            <p:cNvPr id="127009" name="Line 461"/>
            <p:cNvSpPr/>
            <p:nvPr/>
          </p:nvSpPr>
          <p:spPr>
            <a:xfrm flipH="1">
              <a:off x="153" y="1171"/>
              <a:ext cx="1440" cy="0"/>
            </a:xfrm>
            <a:prstGeom prst="line">
              <a:avLst/>
            </a:prstGeom>
            <a:ln w="28575" cap="flat" cmpd="sng">
              <a:solidFill>
                <a:srgbClr val="FFFF00"/>
              </a:solidFill>
              <a:prstDash val="solid"/>
              <a:headEnd type="none" w="med" len="med"/>
              <a:tailEnd type="none" w="med" len="med"/>
            </a:ln>
          </p:spPr>
        </p:sp>
        <p:sp>
          <p:nvSpPr>
            <p:cNvPr id="127010" name="Line 462"/>
            <p:cNvSpPr/>
            <p:nvPr/>
          </p:nvSpPr>
          <p:spPr>
            <a:xfrm>
              <a:off x="153" y="1171"/>
              <a:ext cx="0" cy="449"/>
            </a:xfrm>
            <a:prstGeom prst="line">
              <a:avLst/>
            </a:prstGeom>
            <a:ln w="28575" cap="flat" cmpd="sng">
              <a:solidFill>
                <a:srgbClr val="FFFF00"/>
              </a:solidFill>
              <a:prstDash val="solid"/>
              <a:headEnd type="none" w="med" len="med"/>
              <a:tailEnd type="none" w="med" len="med"/>
            </a:ln>
          </p:spPr>
        </p:sp>
        <p:sp>
          <p:nvSpPr>
            <p:cNvPr id="127011" name="Line 463"/>
            <p:cNvSpPr/>
            <p:nvPr/>
          </p:nvSpPr>
          <p:spPr>
            <a:xfrm>
              <a:off x="162" y="1620"/>
              <a:ext cx="657" cy="0"/>
            </a:xfrm>
            <a:prstGeom prst="line">
              <a:avLst/>
            </a:prstGeom>
            <a:ln w="28575" cap="flat" cmpd="sng">
              <a:solidFill>
                <a:srgbClr val="FFFF00"/>
              </a:solidFill>
              <a:prstDash val="solid"/>
              <a:headEnd type="none" w="med" len="med"/>
              <a:tailEnd type="none" w="med" len="med"/>
            </a:ln>
          </p:spPr>
        </p:sp>
        <p:sp>
          <p:nvSpPr>
            <p:cNvPr id="127012" name="Line 464"/>
            <p:cNvSpPr/>
            <p:nvPr/>
          </p:nvSpPr>
          <p:spPr>
            <a:xfrm>
              <a:off x="1602" y="1804"/>
              <a:ext cx="0" cy="169"/>
            </a:xfrm>
            <a:prstGeom prst="line">
              <a:avLst/>
            </a:prstGeom>
            <a:ln w="28575" cap="flat" cmpd="sng">
              <a:solidFill>
                <a:srgbClr val="FFFF00"/>
              </a:solidFill>
              <a:prstDash val="solid"/>
              <a:headEnd type="none" w="med" len="med"/>
              <a:tailEnd type="none" w="med" len="med"/>
            </a:ln>
          </p:spPr>
        </p:sp>
        <p:sp>
          <p:nvSpPr>
            <p:cNvPr id="127013" name="Line 465"/>
            <p:cNvSpPr/>
            <p:nvPr/>
          </p:nvSpPr>
          <p:spPr>
            <a:xfrm flipH="1">
              <a:off x="159" y="1981"/>
              <a:ext cx="1440" cy="0"/>
            </a:xfrm>
            <a:prstGeom prst="line">
              <a:avLst/>
            </a:prstGeom>
            <a:ln w="28575" cap="flat" cmpd="sng">
              <a:solidFill>
                <a:srgbClr val="FFFF00"/>
              </a:solidFill>
              <a:prstDash val="solid"/>
              <a:headEnd type="none" w="med" len="med"/>
              <a:tailEnd type="none" w="med" len="med"/>
            </a:ln>
          </p:spPr>
        </p:sp>
        <p:sp>
          <p:nvSpPr>
            <p:cNvPr id="127014" name="Line 466"/>
            <p:cNvSpPr/>
            <p:nvPr/>
          </p:nvSpPr>
          <p:spPr>
            <a:xfrm>
              <a:off x="159" y="1981"/>
              <a:ext cx="0" cy="547"/>
            </a:xfrm>
            <a:prstGeom prst="line">
              <a:avLst/>
            </a:prstGeom>
            <a:ln w="28575" cap="flat" cmpd="sng">
              <a:solidFill>
                <a:srgbClr val="FFFF00"/>
              </a:solidFill>
              <a:prstDash val="solid"/>
              <a:headEnd type="none" w="med" len="med"/>
              <a:tailEnd type="none" w="med" len="med"/>
            </a:ln>
          </p:spPr>
        </p:sp>
        <p:sp>
          <p:nvSpPr>
            <p:cNvPr id="127015" name="Line 467"/>
            <p:cNvSpPr/>
            <p:nvPr/>
          </p:nvSpPr>
          <p:spPr>
            <a:xfrm>
              <a:off x="162" y="2521"/>
              <a:ext cx="657" cy="0"/>
            </a:xfrm>
            <a:prstGeom prst="line">
              <a:avLst/>
            </a:prstGeom>
            <a:ln w="28575" cap="flat" cmpd="sng">
              <a:solidFill>
                <a:srgbClr val="FFFF00"/>
              </a:solidFill>
              <a:prstDash val="solid"/>
              <a:headEnd type="none" w="med" len="med"/>
              <a:tailEnd type="none" w="med" len="med"/>
            </a:ln>
          </p:spPr>
        </p:sp>
        <p:sp>
          <p:nvSpPr>
            <p:cNvPr id="127016" name="Line 468"/>
            <p:cNvSpPr/>
            <p:nvPr/>
          </p:nvSpPr>
          <p:spPr>
            <a:xfrm>
              <a:off x="1620" y="2724"/>
              <a:ext cx="0" cy="169"/>
            </a:xfrm>
            <a:prstGeom prst="line">
              <a:avLst/>
            </a:prstGeom>
            <a:ln w="28575" cap="flat" cmpd="sng">
              <a:solidFill>
                <a:schemeClr val="bg1"/>
              </a:solidFill>
              <a:prstDash val="solid"/>
              <a:headEnd type="none" w="med" len="med"/>
              <a:tailEnd type="none" w="med" len="med"/>
            </a:ln>
          </p:spPr>
        </p:sp>
        <p:sp>
          <p:nvSpPr>
            <p:cNvPr id="127017" name="Line 469"/>
            <p:cNvSpPr/>
            <p:nvPr/>
          </p:nvSpPr>
          <p:spPr>
            <a:xfrm flipH="1">
              <a:off x="174" y="2901"/>
              <a:ext cx="1440" cy="0"/>
            </a:xfrm>
            <a:prstGeom prst="line">
              <a:avLst/>
            </a:prstGeom>
            <a:ln w="28575" cap="flat" cmpd="sng">
              <a:solidFill>
                <a:srgbClr val="FFFF00"/>
              </a:solidFill>
              <a:prstDash val="solid"/>
              <a:headEnd type="none" w="med" len="med"/>
              <a:tailEnd type="none" w="med" len="med"/>
            </a:ln>
          </p:spPr>
        </p:sp>
        <p:sp>
          <p:nvSpPr>
            <p:cNvPr id="127018" name="Line 470"/>
            <p:cNvSpPr/>
            <p:nvPr/>
          </p:nvSpPr>
          <p:spPr>
            <a:xfrm>
              <a:off x="174" y="2902"/>
              <a:ext cx="0" cy="448"/>
            </a:xfrm>
            <a:prstGeom prst="line">
              <a:avLst/>
            </a:prstGeom>
            <a:ln w="28575" cap="flat" cmpd="sng">
              <a:solidFill>
                <a:srgbClr val="FFFF00"/>
              </a:solidFill>
              <a:prstDash val="solid"/>
              <a:headEnd type="none" w="med" len="med"/>
              <a:tailEnd type="none" w="med" len="med"/>
            </a:ln>
          </p:spPr>
        </p:sp>
        <p:sp>
          <p:nvSpPr>
            <p:cNvPr id="127019" name="Line 471"/>
            <p:cNvSpPr/>
            <p:nvPr/>
          </p:nvSpPr>
          <p:spPr>
            <a:xfrm>
              <a:off x="171" y="3354"/>
              <a:ext cx="657" cy="0"/>
            </a:xfrm>
            <a:prstGeom prst="line">
              <a:avLst/>
            </a:prstGeom>
            <a:ln w="28575" cap="flat" cmpd="sng">
              <a:solidFill>
                <a:srgbClr val="FFFF00"/>
              </a:solidFill>
              <a:prstDash val="solid"/>
              <a:headEnd type="none" w="med" len="med"/>
              <a:tailEnd type="none" w="med" len="med"/>
            </a:ln>
          </p:spPr>
        </p:sp>
        <p:sp>
          <p:nvSpPr>
            <p:cNvPr id="127020" name="Text Box 472"/>
            <p:cNvSpPr txBox="1"/>
            <p:nvPr/>
          </p:nvSpPr>
          <p:spPr>
            <a:xfrm>
              <a:off x="1484" y="485"/>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7021" name="Text Box 473"/>
            <p:cNvSpPr txBox="1"/>
            <p:nvPr/>
          </p:nvSpPr>
          <p:spPr>
            <a:xfrm>
              <a:off x="1506" y="1287"/>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7022" name="Text Box 474"/>
            <p:cNvSpPr txBox="1"/>
            <p:nvPr/>
          </p:nvSpPr>
          <p:spPr>
            <a:xfrm>
              <a:off x="1533" y="2200"/>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7023" name="Text Box 475"/>
            <p:cNvSpPr txBox="1"/>
            <p:nvPr/>
          </p:nvSpPr>
          <p:spPr>
            <a:xfrm>
              <a:off x="1536" y="3020"/>
              <a:ext cx="298" cy="431"/>
            </a:xfrm>
            <a:prstGeom prst="rect">
              <a:avLst/>
            </a:prstGeom>
            <a:noFill/>
            <a:ln w="28575">
              <a:noFill/>
            </a:ln>
          </p:spPr>
          <p:txBody>
            <a:bodyPr>
              <a:spAutoFit/>
            </a:bodyPr>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7024" name="Oval 476"/>
            <p:cNvSpPr/>
            <p:nvPr/>
          </p:nvSpPr>
          <p:spPr>
            <a:xfrm>
              <a:off x="556" y="5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5" name="Oval 477"/>
            <p:cNvSpPr/>
            <p:nvPr/>
          </p:nvSpPr>
          <p:spPr>
            <a:xfrm>
              <a:off x="555" y="9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6" name="Oval 478"/>
            <p:cNvSpPr/>
            <p:nvPr/>
          </p:nvSpPr>
          <p:spPr>
            <a:xfrm>
              <a:off x="557" y="137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7" name="Oval 479"/>
            <p:cNvSpPr/>
            <p:nvPr/>
          </p:nvSpPr>
          <p:spPr>
            <a:xfrm>
              <a:off x="552" y="178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8" name="Oval 480"/>
            <p:cNvSpPr/>
            <p:nvPr/>
          </p:nvSpPr>
          <p:spPr>
            <a:xfrm>
              <a:off x="557" y="228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29" name="Oval 481"/>
            <p:cNvSpPr/>
            <p:nvPr/>
          </p:nvSpPr>
          <p:spPr>
            <a:xfrm>
              <a:off x="562" y="27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30" name="Oval 482"/>
            <p:cNvSpPr/>
            <p:nvPr/>
          </p:nvSpPr>
          <p:spPr>
            <a:xfrm>
              <a:off x="557" y="311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31" name="Text Box 484"/>
            <p:cNvSpPr txBox="1"/>
            <p:nvPr/>
          </p:nvSpPr>
          <p:spPr>
            <a:xfrm>
              <a:off x="480" y="192"/>
              <a:ext cx="240" cy="251"/>
            </a:xfrm>
            <a:prstGeom prst="rect">
              <a:avLst/>
            </a:prstGeom>
            <a:noFill/>
            <a:ln w="28575">
              <a:noFill/>
            </a:ln>
          </p:spPr>
          <p:txBody>
            <a:bodyPr>
              <a:spAutoFit/>
            </a:bodyPr>
            <a:p>
              <a:pPr algn="l">
                <a:spcBef>
                  <a:spcPct val="50000"/>
                </a:spcBef>
              </a:pPr>
              <a:r>
                <a:rPr lang="en-US" altLang="zh-CN" sz="1200" dirty="0">
                  <a:solidFill>
                    <a:srgbClr val="FFFF00"/>
                  </a:solidFill>
                  <a:latin typeface="Times New Roman" panose="02020603050405020304" pitchFamily="18" charset="0"/>
                </a:rPr>
                <a:t>1</a:t>
              </a:r>
              <a:endParaRPr lang="en-US" altLang="zh-CN" sz="1200" dirty="0">
                <a:solidFill>
                  <a:srgbClr val="FFFF00"/>
                </a:solidFill>
                <a:latin typeface="Times New Roman" panose="02020603050405020304" pitchFamily="18" charset="0"/>
              </a:endParaRPr>
            </a:p>
          </p:txBody>
        </p:sp>
        <p:sp>
          <p:nvSpPr>
            <p:cNvPr id="127032" name="AutoShape 396"/>
            <p:cNvSpPr/>
            <p:nvPr/>
          </p:nvSpPr>
          <p:spPr>
            <a:xfrm>
              <a:off x="792" y="5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33" name="Text Box 397"/>
            <p:cNvSpPr txBox="1"/>
            <p:nvPr/>
          </p:nvSpPr>
          <p:spPr>
            <a:xfrm>
              <a:off x="775" y="499"/>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34" name="Line 398"/>
            <p:cNvSpPr/>
            <p:nvPr/>
          </p:nvSpPr>
          <p:spPr>
            <a:xfrm>
              <a:off x="792" y="759"/>
              <a:ext cx="48" cy="42"/>
            </a:xfrm>
            <a:prstGeom prst="line">
              <a:avLst/>
            </a:prstGeom>
            <a:ln w="28575" cap="flat" cmpd="sng">
              <a:solidFill>
                <a:schemeClr val="tx1"/>
              </a:solidFill>
              <a:prstDash val="solid"/>
              <a:headEnd type="none" w="med" len="med"/>
              <a:tailEnd type="none" w="med" len="med"/>
            </a:ln>
          </p:spPr>
        </p:sp>
        <p:sp>
          <p:nvSpPr>
            <p:cNvPr id="127035" name="Line 399"/>
            <p:cNvSpPr/>
            <p:nvPr/>
          </p:nvSpPr>
          <p:spPr>
            <a:xfrm flipH="1">
              <a:off x="792" y="809"/>
              <a:ext cx="48" cy="43"/>
            </a:xfrm>
            <a:prstGeom prst="line">
              <a:avLst/>
            </a:prstGeom>
            <a:ln w="28575" cap="flat" cmpd="sng">
              <a:solidFill>
                <a:schemeClr val="tx1"/>
              </a:solidFill>
              <a:prstDash val="solid"/>
              <a:headEnd type="none" w="med" len="med"/>
              <a:tailEnd type="none" w="med" len="med"/>
            </a:ln>
          </p:spPr>
        </p:sp>
        <p:sp>
          <p:nvSpPr>
            <p:cNvPr id="127036" name="Text Box 400"/>
            <p:cNvSpPr txBox="1"/>
            <p:nvPr/>
          </p:nvSpPr>
          <p:spPr>
            <a:xfrm>
              <a:off x="802" y="718"/>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37" name="Text Box 401"/>
            <p:cNvSpPr txBox="1"/>
            <p:nvPr/>
          </p:nvSpPr>
          <p:spPr>
            <a:xfrm>
              <a:off x="1023" y="5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38" name="Text Box 402"/>
            <p:cNvSpPr txBox="1"/>
            <p:nvPr/>
          </p:nvSpPr>
          <p:spPr>
            <a:xfrm>
              <a:off x="1027" y="904"/>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39" name="Text Box 403"/>
            <p:cNvSpPr txBox="1"/>
            <p:nvPr/>
          </p:nvSpPr>
          <p:spPr>
            <a:xfrm>
              <a:off x="771" y="917"/>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40" name="Oval 404"/>
            <p:cNvSpPr/>
            <p:nvPr/>
          </p:nvSpPr>
          <p:spPr>
            <a:xfrm flipH="1">
              <a:off x="1230" y="97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41" name="AutoShape 412"/>
            <p:cNvSpPr/>
            <p:nvPr/>
          </p:nvSpPr>
          <p:spPr>
            <a:xfrm>
              <a:off x="810" y="13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42" name="Text Box 413"/>
            <p:cNvSpPr txBox="1"/>
            <p:nvPr/>
          </p:nvSpPr>
          <p:spPr>
            <a:xfrm>
              <a:off x="793" y="1299"/>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43" name="Line 414"/>
            <p:cNvSpPr/>
            <p:nvPr/>
          </p:nvSpPr>
          <p:spPr>
            <a:xfrm>
              <a:off x="810" y="1559"/>
              <a:ext cx="48" cy="42"/>
            </a:xfrm>
            <a:prstGeom prst="line">
              <a:avLst/>
            </a:prstGeom>
            <a:ln w="28575" cap="flat" cmpd="sng">
              <a:solidFill>
                <a:schemeClr val="tx1"/>
              </a:solidFill>
              <a:prstDash val="solid"/>
              <a:headEnd type="none" w="med" len="med"/>
              <a:tailEnd type="none" w="med" len="med"/>
            </a:ln>
          </p:spPr>
        </p:sp>
        <p:sp>
          <p:nvSpPr>
            <p:cNvPr id="127044" name="Line 415"/>
            <p:cNvSpPr/>
            <p:nvPr/>
          </p:nvSpPr>
          <p:spPr>
            <a:xfrm flipH="1">
              <a:off x="810" y="1609"/>
              <a:ext cx="48" cy="43"/>
            </a:xfrm>
            <a:prstGeom prst="line">
              <a:avLst/>
            </a:prstGeom>
            <a:ln w="28575" cap="flat" cmpd="sng">
              <a:solidFill>
                <a:schemeClr val="tx1"/>
              </a:solidFill>
              <a:prstDash val="solid"/>
              <a:headEnd type="none" w="med" len="med"/>
              <a:tailEnd type="none" w="med" len="med"/>
            </a:ln>
          </p:spPr>
        </p:sp>
        <p:sp>
          <p:nvSpPr>
            <p:cNvPr id="127045" name="Text Box 416"/>
            <p:cNvSpPr txBox="1"/>
            <p:nvPr/>
          </p:nvSpPr>
          <p:spPr>
            <a:xfrm>
              <a:off x="820" y="1517"/>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46" name="Text Box 417"/>
            <p:cNvSpPr txBox="1"/>
            <p:nvPr/>
          </p:nvSpPr>
          <p:spPr>
            <a:xfrm>
              <a:off x="1041" y="13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47" name="Text Box 418"/>
            <p:cNvSpPr txBox="1"/>
            <p:nvPr/>
          </p:nvSpPr>
          <p:spPr>
            <a:xfrm>
              <a:off x="1045" y="170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48" name="Text Box 419"/>
            <p:cNvSpPr txBox="1"/>
            <p:nvPr/>
          </p:nvSpPr>
          <p:spPr>
            <a:xfrm>
              <a:off x="789" y="1718"/>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49" name="Oval 420"/>
            <p:cNvSpPr/>
            <p:nvPr/>
          </p:nvSpPr>
          <p:spPr>
            <a:xfrm flipH="1">
              <a:off x="1248" y="1778"/>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50" name="AutoShape 427"/>
            <p:cNvSpPr/>
            <p:nvPr/>
          </p:nvSpPr>
          <p:spPr>
            <a:xfrm>
              <a:off x="825" y="2233"/>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51" name="Text Box 428"/>
            <p:cNvSpPr txBox="1"/>
            <p:nvPr/>
          </p:nvSpPr>
          <p:spPr>
            <a:xfrm>
              <a:off x="808" y="2215"/>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52" name="Line 429"/>
            <p:cNvSpPr/>
            <p:nvPr/>
          </p:nvSpPr>
          <p:spPr>
            <a:xfrm>
              <a:off x="825" y="2476"/>
              <a:ext cx="48" cy="42"/>
            </a:xfrm>
            <a:prstGeom prst="line">
              <a:avLst/>
            </a:prstGeom>
            <a:ln w="28575" cap="flat" cmpd="sng">
              <a:solidFill>
                <a:schemeClr val="tx1"/>
              </a:solidFill>
              <a:prstDash val="solid"/>
              <a:headEnd type="none" w="med" len="med"/>
              <a:tailEnd type="none" w="med" len="med"/>
            </a:ln>
          </p:spPr>
        </p:sp>
        <p:sp>
          <p:nvSpPr>
            <p:cNvPr id="127053" name="Line 430"/>
            <p:cNvSpPr/>
            <p:nvPr/>
          </p:nvSpPr>
          <p:spPr>
            <a:xfrm flipH="1">
              <a:off x="825" y="2526"/>
              <a:ext cx="48" cy="42"/>
            </a:xfrm>
            <a:prstGeom prst="line">
              <a:avLst/>
            </a:prstGeom>
            <a:ln w="28575" cap="flat" cmpd="sng">
              <a:solidFill>
                <a:schemeClr val="tx1"/>
              </a:solidFill>
              <a:prstDash val="solid"/>
              <a:headEnd type="none" w="med" len="med"/>
              <a:tailEnd type="none" w="med" len="med"/>
            </a:ln>
          </p:spPr>
        </p:sp>
        <p:sp>
          <p:nvSpPr>
            <p:cNvPr id="127054" name="Text Box 431"/>
            <p:cNvSpPr txBox="1"/>
            <p:nvPr/>
          </p:nvSpPr>
          <p:spPr>
            <a:xfrm>
              <a:off x="835" y="2434"/>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55" name="Text Box 432"/>
            <p:cNvSpPr txBox="1"/>
            <p:nvPr/>
          </p:nvSpPr>
          <p:spPr>
            <a:xfrm>
              <a:off x="1056" y="2221"/>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56" name="Text Box 433"/>
            <p:cNvSpPr txBox="1"/>
            <p:nvPr/>
          </p:nvSpPr>
          <p:spPr>
            <a:xfrm>
              <a:off x="1060" y="2621"/>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57" name="Text Box 434"/>
            <p:cNvSpPr txBox="1"/>
            <p:nvPr/>
          </p:nvSpPr>
          <p:spPr>
            <a:xfrm>
              <a:off x="804" y="2634"/>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58" name="Oval 435"/>
            <p:cNvSpPr/>
            <p:nvPr/>
          </p:nvSpPr>
          <p:spPr>
            <a:xfrm flipH="1">
              <a:off x="1263" y="2695"/>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59" name="AutoShape 442"/>
            <p:cNvSpPr/>
            <p:nvPr/>
          </p:nvSpPr>
          <p:spPr>
            <a:xfrm>
              <a:off x="819" y="3055"/>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7060" name="Text Box 443"/>
            <p:cNvSpPr txBox="1"/>
            <p:nvPr/>
          </p:nvSpPr>
          <p:spPr>
            <a:xfrm>
              <a:off x="802" y="3037"/>
              <a:ext cx="255" cy="273"/>
            </a:xfrm>
            <a:prstGeom prst="rect">
              <a:avLst/>
            </a:prstGeom>
            <a:noFill/>
            <a:ln w="28575">
              <a:noFill/>
            </a:ln>
          </p:spPr>
          <p:txBody>
            <a:bodyPr>
              <a:spAutoFit/>
            </a:bodyPr>
            <a:p>
              <a:pPr algn="l"/>
              <a:r>
                <a:rPr lang="en-US" altLang="zh-CN" sz="1350" b="0" dirty="0">
                  <a:solidFill>
                    <a:schemeClr val="tx1"/>
                  </a:solidFill>
                  <a:latin typeface="Times New Roman" panose="02020603050405020304" pitchFamily="18" charset="0"/>
                </a:rPr>
                <a:t>J</a:t>
              </a:r>
              <a:endParaRPr lang="en-US" altLang="zh-CN" sz="1350" b="0" dirty="0">
                <a:solidFill>
                  <a:schemeClr val="tx1"/>
                </a:solidFill>
                <a:latin typeface="Times New Roman" panose="02020603050405020304" pitchFamily="18" charset="0"/>
              </a:endParaRPr>
            </a:p>
          </p:txBody>
        </p:sp>
        <p:sp>
          <p:nvSpPr>
            <p:cNvPr id="127061" name="Line 444"/>
            <p:cNvSpPr/>
            <p:nvPr/>
          </p:nvSpPr>
          <p:spPr>
            <a:xfrm>
              <a:off x="819" y="3298"/>
              <a:ext cx="48" cy="42"/>
            </a:xfrm>
            <a:prstGeom prst="line">
              <a:avLst/>
            </a:prstGeom>
            <a:ln w="28575" cap="flat" cmpd="sng">
              <a:solidFill>
                <a:schemeClr val="tx1"/>
              </a:solidFill>
              <a:prstDash val="solid"/>
              <a:headEnd type="none" w="med" len="med"/>
              <a:tailEnd type="none" w="med" len="med"/>
            </a:ln>
          </p:spPr>
        </p:sp>
        <p:sp>
          <p:nvSpPr>
            <p:cNvPr id="127062" name="Line 445"/>
            <p:cNvSpPr/>
            <p:nvPr/>
          </p:nvSpPr>
          <p:spPr>
            <a:xfrm flipH="1">
              <a:off x="819" y="3348"/>
              <a:ext cx="48" cy="42"/>
            </a:xfrm>
            <a:prstGeom prst="line">
              <a:avLst/>
            </a:prstGeom>
            <a:ln w="28575" cap="flat" cmpd="sng">
              <a:solidFill>
                <a:schemeClr val="tx1"/>
              </a:solidFill>
              <a:prstDash val="solid"/>
              <a:headEnd type="none" w="med" len="med"/>
              <a:tailEnd type="none" w="med" len="med"/>
            </a:ln>
          </p:spPr>
        </p:sp>
        <p:sp>
          <p:nvSpPr>
            <p:cNvPr id="127063" name="Text Box 446"/>
            <p:cNvSpPr txBox="1"/>
            <p:nvPr/>
          </p:nvSpPr>
          <p:spPr>
            <a:xfrm>
              <a:off x="829" y="3256"/>
              <a:ext cx="500" cy="251"/>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CLK</a:t>
              </a:r>
              <a:endParaRPr lang="en-US" altLang="zh-CN" sz="1200" b="0" dirty="0">
                <a:solidFill>
                  <a:schemeClr val="tx1"/>
                </a:solidFill>
                <a:latin typeface="Times New Roman" panose="02020603050405020304" pitchFamily="18" charset="0"/>
              </a:endParaRPr>
            </a:p>
          </p:txBody>
        </p:sp>
        <p:sp>
          <p:nvSpPr>
            <p:cNvPr id="127064" name="Text Box 447"/>
            <p:cNvSpPr txBox="1"/>
            <p:nvPr/>
          </p:nvSpPr>
          <p:spPr>
            <a:xfrm>
              <a:off x="1050" y="3043"/>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65" name="Text Box 448"/>
            <p:cNvSpPr txBox="1"/>
            <p:nvPr/>
          </p:nvSpPr>
          <p:spPr>
            <a:xfrm>
              <a:off x="1054" y="3442"/>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7066" name="Text Box 449"/>
            <p:cNvSpPr txBox="1"/>
            <p:nvPr/>
          </p:nvSpPr>
          <p:spPr>
            <a:xfrm>
              <a:off x="798" y="3455"/>
              <a:ext cx="258" cy="273"/>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K</a:t>
              </a:r>
              <a:endParaRPr lang="en-US" altLang="zh-CN" sz="1350" b="0" dirty="0">
                <a:solidFill>
                  <a:schemeClr val="tx1"/>
                </a:solidFill>
                <a:latin typeface="Times New Roman" panose="02020603050405020304" pitchFamily="18" charset="0"/>
              </a:endParaRPr>
            </a:p>
          </p:txBody>
        </p:sp>
        <p:sp>
          <p:nvSpPr>
            <p:cNvPr id="127067" name="Oval 450"/>
            <p:cNvSpPr/>
            <p:nvPr/>
          </p:nvSpPr>
          <p:spPr>
            <a:xfrm flipH="1">
              <a:off x="1257" y="3517"/>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7068" name="Text Box 488"/>
            <p:cNvSpPr txBox="1"/>
            <p:nvPr/>
          </p:nvSpPr>
          <p:spPr>
            <a:xfrm>
              <a:off x="0" y="528"/>
              <a:ext cx="576" cy="294"/>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03"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F01E8C0-94F2-412F-B3F2-477B4B7C96E0}"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5"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8004" name="Rectangle 3"/>
          <p:cNvSpPr>
            <a:spLocks noGrp="1"/>
          </p:cNvSpPr>
          <p:nvPr>
            <p:ph type="title"/>
          </p:nvPr>
        </p:nvSpPr>
        <p:spPr>
          <a:xfrm>
            <a:off x="3340894" y="27432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grpSp>
        <p:nvGrpSpPr>
          <p:cNvPr id="128005" name="Group 4"/>
          <p:cNvGrpSpPr/>
          <p:nvPr/>
        </p:nvGrpSpPr>
        <p:grpSpPr>
          <a:xfrm>
            <a:off x="3143250" y="171450"/>
            <a:ext cx="4757738" cy="595313"/>
            <a:chOff x="1680" y="480"/>
            <a:chExt cx="3996" cy="500"/>
          </a:xfrm>
        </p:grpSpPr>
        <p:sp>
          <p:nvSpPr>
            <p:cNvPr id="128201" name="Line 5"/>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8202" name="Group 6"/>
            <p:cNvGrpSpPr/>
            <p:nvPr/>
          </p:nvGrpSpPr>
          <p:grpSpPr>
            <a:xfrm>
              <a:off x="2076" y="480"/>
              <a:ext cx="336" cy="467"/>
              <a:chOff x="1968" y="480"/>
              <a:chExt cx="336" cy="467"/>
            </a:xfrm>
          </p:grpSpPr>
          <p:sp>
            <p:nvSpPr>
              <p:cNvPr id="128300" name="Line 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301" name="Line 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302" name="Line 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303" name="Line 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304" name="Text Box 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8203" name="Group 12"/>
            <p:cNvGrpSpPr/>
            <p:nvPr/>
          </p:nvGrpSpPr>
          <p:grpSpPr>
            <a:xfrm>
              <a:off x="2280" y="480"/>
              <a:ext cx="336" cy="467"/>
              <a:chOff x="1968" y="480"/>
              <a:chExt cx="336" cy="467"/>
            </a:xfrm>
          </p:grpSpPr>
          <p:sp>
            <p:nvSpPr>
              <p:cNvPr id="128295" name="Line 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6" name="Line 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7" name="Line 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8" name="Line 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9" name="Text Box 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8204" name="Group 18"/>
            <p:cNvGrpSpPr/>
            <p:nvPr/>
          </p:nvGrpSpPr>
          <p:grpSpPr>
            <a:xfrm>
              <a:off x="2484" y="480"/>
              <a:ext cx="336" cy="467"/>
              <a:chOff x="1968" y="480"/>
              <a:chExt cx="336" cy="467"/>
            </a:xfrm>
          </p:grpSpPr>
          <p:sp>
            <p:nvSpPr>
              <p:cNvPr id="128290" name="Line 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1" name="Line 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2" name="Line 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3" name="Line 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4" name="Text Box 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8205" name="Group 24"/>
            <p:cNvGrpSpPr/>
            <p:nvPr/>
          </p:nvGrpSpPr>
          <p:grpSpPr>
            <a:xfrm>
              <a:off x="2688" y="480"/>
              <a:ext cx="336" cy="467"/>
              <a:chOff x="1968" y="480"/>
              <a:chExt cx="336" cy="467"/>
            </a:xfrm>
          </p:grpSpPr>
          <p:sp>
            <p:nvSpPr>
              <p:cNvPr id="128285" name="Line 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6" name="Line 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7" name="Line 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8" name="Line 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9" name="Text Box 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8206" name="Group 30"/>
            <p:cNvGrpSpPr/>
            <p:nvPr/>
          </p:nvGrpSpPr>
          <p:grpSpPr>
            <a:xfrm>
              <a:off x="2892" y="480"/>
              <a:ext cx="336" cy="467"/>
              <a:chOff x="1968" y="480"/>
              <a:chExt cx="336" cy="467"/>
            </a:xfrm>
          </p:grpSpPr>
          <p:sp>
            <p:nvSpPr>
              <p:cNvPr id="128280" name="Line 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1" name="Line 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2" name="Line 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3" name="Line 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4" name="Text Box 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8207" name="Group 36"/>
            <p:cNvGrpSpPr/>
            <p:nvPr/>
          </p:nvGrpSpPr>
          <p:grpSpPr>
            <a:xfrm>
              <a:off x="3096" y="480"/>
              <a:ext cx="336" cy="467"/>
              <a:chOff x="1968" y="480"/>
              <a:chExt cx="336" cy="467"/>
            </a:xfrm>
          </p:grpSpPr>
          <p:sp>
            <p:nvSpPr>
              <p:cNvPr id="128275" name="Line 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6" name="Line 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7" name="Line 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8" name="Line 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9" name="Text Box 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8208" name="Group 42"/>
            <p:cNvGrpSpPr/>
            <p:nvPr/>
          </p:nvGrpSpPr>
          <p:grpSpPr>
            <a:xfrm>
              <a:off x="3300" y="480"/>
              <a:ext cx="336" cy="467"/>
              <a:chOff x="1968" y="480"/>
              <a:chExt cx="336" cy="467"/>
            </a:xfrm>
          </p:grpSpPr>
          <p:sp>
            <p:nvSpPr>
              <p:cNvPr id="128270" name="Line 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1" name="Line 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2" name="Line 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3" name="Line 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4" name="Text Box 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8209" name="Group 48"/>
            <p:cNvGrpSpPr/>
            <p:nvPr/>
          </p:nvGrpSpPr>
          <p:grpSpPr>
            <a:xfrm>
              <a:off x="3504" y="480"/>
              <a:ext cx="336" cy="467"/>
              <a:chOff x="1968" y="480"/>
              <a:chExt cx="336" cy="467"/>
            </a:xfrm>
          </p:grpSpPr>
          <p:sp>
            <p:nvSpPr>
              <p:cNvPr id="128265" name="Line 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6" name="Line 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7" name="Line 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8" name="Line 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9" name="Text Box 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8210" name="Group 54"/>
            <p:cNvGrpSpPr/>
            <p:nvPr/>
          </p:nvGrpSpPr>
          <p:grpSpPr>
            <a:xfrm>
              <a:off x="3708" y="480"/>
              <a:ext cx="336" cy="467"/>
              <a:chOff x="1968" y="480"/>
              <a:chExt cx="336" cy="467"/>
            </a:xfrm>
          </p:grpSpPr>
          <p:sp>
            <p:nvSpPr>
              <p:cNvPr id="128260" name="Line 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1" name="Line 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2" name="Line 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3" name="Line 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4" name="Text Box 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8211" name="Group 60"/>
            <p:cNvGrpSpPr/>
            <p:nvPr/>
          </p:nvGrpSpPr>
          <p:grpSpPr>
            <a:xfrm>
              <a:off x="3912" y="480"/>
              <a:ext cx="336" cy="467"/>
              <a:chOff x="1968" y="480"/>
              <a:chExt cx="336" cy="467"/>
            </a:xfrm>
          </p:grpSpPr>
          <p:sp>
            <p:nvSpPr>
              <p:cNvPr id="128255" name="Line 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6" name="Line 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7" name="Line 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8" name="Line 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9" name="Text Box 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8212" name="Group 66"/>
            <p:cNvGrpSpPr/>
            <p:nvPr/>
          </p:nvGrpSpPr>
          <p:grpSpPr>
            <a:xfrm>
              <a:off x="4116" y="480"/>
              <a:ext cx="336" cy="467"/>
              <a:chOff x="1968" y="480"/>
              <a:chExt cx="336" cy="467"/>
            </a:xfrm>
          </p:grpSpPr>
          <p:sp>
            <p:nvSpPr>
              <p:cNvPr id="128250" name="Line 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1" name="Line 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2" name="Line 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3" name="Line 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4" name="Text Box 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8213" name="Group 72"/>
            <p:cNvGrpSpPr/>
            <p:nvPr/>
          </p:nvGrpSpPr>
          <p:grpSpPr>
            <a:xfrm>
              <a:off x="4320" y="480"/>
              <a:ext cx="336" cy="467"/>
              <a:chOff x="1968" y="480"/>
              <a:chExt cx="336" cy="467"/>
            </a:xfrm>
          </p:grpSpPr>
          <p:sp>
            <p:nvSpPr>
              <p:cNvPr id="128245" name="Line 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6" name="Line 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7" name="Line 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8" name="Line 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9" name="Text Box 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8214" name="Group 78"/>
            <p:cNvGrpSpPr/>
            <p:nvPr/>
          </p:nvGrpSpPr>
          <p:grpSpPr>
            <a:xfrm>
              <a:off x="4524" y="480"/>
              <a:ext cx="336" cy="467"/>
              <a:chOff x="1968" y="480"/>
              <a:chExt cx="336" cy="467"/>
            </a:xfrm>
          </p:grpSpPr>
          <p:sp>
            <p:nvSpPr>
              <p:cNvPr id="128240" name="Line 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1" name="Line 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2" name="Line 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3" name="Line 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4" name="Text Box 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8215" name="Group 84"/>
            <p:cNvGrpSpPr/>
            <p:nvPr/>
          </p:nvGrpSpPr>
          <p:grpSpPr>
            <a:xfrm>
              <a:off x="4728" y="480"/>
              <a:ext cx="336" cy="467"/>
              <a:chOff x="1968" y="480"/>
              <a:chExt cx="336" cy="467"/>
            </a:xfrm>
          </p:grpSpPr>
          <p:sp>
            <p:nvSpPr>
              <p:cNvPr id="128235" name="Line 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6" name="Line 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7" name="Line 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8" name="Line 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9" name="Text Box 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8216" name="Group 90"/>
            <p:cNvGrpSpPr/>
            <p:nvPr/>
          </p:nvGrpSpPr>
          <p:grpSpPr>
            <a:xfrm>
              <a:off x="4932" y="480"/>
              <a:ext cx="336" cy="467"/>
              <a:chOff x="1968" y="480"/>
              <a:chExt cx="336" cy="467"/>
            </a:xfrm>
          </p:grpSpPr>
          <p:sp>
            <p:nvSpPr>
              <p:cNvPr id="128230" name="Line 9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1" name="Line 9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2" name="Line 9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3" name="Line 9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4" name="Text Box 9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8217" name="Group 96"/>
            <p:cNvGrpSpPr/>
            <p:nvPr/>
          </p:nvGrpSpPr>
          <p:grpSpPr>
            <a:xfrm>
              <a:off x="5136" y="480"/>
              <a:ext cx="336" cy="467"/>
              <a:chOff x="1968" y="480"/>
              <a:chExt cx="336" cy="467"/>
            </a:xfrm>
          </p:grpSpPr>
          <p:sp>
            <p:nvSpPr>
              <p:cNvPr id="128225" name="Line 9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6" name="Line 9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7" name="Line 9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8" name="Line 10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9" name="Text Box 10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8218" name="Group 102"/>
            <p:cNvGrpSpPr/>
            <p:nvPr/>
          </p:nvGrpSpPr>
          <p:grpSpPr>
            <a:xfrm>
              <a:off x="5340" y="480"/>
              <a:ext cx="336" cy="467"/>
              <a:chOff x="1968" y="480"/>
              <a:chExt cx="336" cy="467"/>
            </a:xfrm>
          </p:grpSpPr>
          <p:sp>
            <p:nvSpPr>
              <p:cNvPr id="128220" name="Line 10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1" name="Line 10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2" name="Line 10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3" name="Line 10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4" name="Text Box 10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8219" name="Text Box 108"/>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8006" name="Group 109"/>
          <p:cNvGrpSpPr/>
          <p:nvPr/>
        </p:nvGrpSpPr>
        <p:grpSpPr>
          <a:xfrm>
            <a:off x="3671888" y="742950"/>
            <a:ext cx="3886200" cy="1889522"/>
            <a:chOff x="2124" y="960"/>
            <a:chExt cx="3264" cy="2016"/>
          </a:xfrm>
        </p:grpSpPr>
        <p:sp>
          <p:nvSpPr>
            <p:cNvPr id="128184" name="Line 110"/>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8185" name="Line 111"/>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8186" name="Line 112"/>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8187" name="Line 113"/>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8188" name="Line 114"/>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8189" name="Line 115"/>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8190" name="Line 116"/>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8191" name="Line 117"/>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8192" name="Line 118"/>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8193" name="Line 119"/>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8194" name="Line 120"/>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8195" name="Line 121"/>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8196" name="Line 122"/>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8197" name="Line 123"/>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8198" name="Line 124"/>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8199" name="Line 125"/>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8200" name="Line 126"/>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8007" name="Group 127"/>
          <p:cNvGrpSpPr/>
          <p:nvPr/>
        </p:nvGrpSpPr>
        <p:grpSpPr>
          <a:xfrm>
            <a:off x="3257550" y="914400"/>
            <a:ext cx="4657725" cy="370285"/>
            <a:chOff x="1776" y="1104"/>
            <a:chExt cx="3912" cy="311"/>
          </a:xfrm>
        </p:grpSpPr>
        <p:sp>
          <p:nvSpPr>
            <p:cNvPr id="128124" name="Text Box 128"/>
            <p:cNvSpPr txBox="1"/>
            <p:nvPr/>
          </p:nvSpPr>
          <p:spPr>
            <a:xfrm>
              <a:off x="1776" y="1104"/>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8125" name="Line 129"/>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8126" name="Text Box 130"/>
            <p:cNvSpPr txBox="1"/>
            <p:nvPr/>
          </p:nvSpPr>
          <p:spPr>
            <a:xfrm>
              <a:off x="207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27" name="Text Box 131"/>
            <p:cNvSpPr txBox="1"/>
            <p:nvPr/>
          </p:nvSpPr>
          <p:spPr>
            <a:xfrm>
              <a:off x="228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28" name="Line 132"/>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8129" name="Line 133"/>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8130" name="Line 134"/>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8131" name="Line 135"/>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8132" name="Line 136"/>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8133" name="Text Box 137"/>
            <p:cNvSpPr txBox="1"/>
            <p:nvPr/>
          </p:nvSpPr>
          <p:spPr>
            <a:xfrm>
              <a:off x="248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34" name="Text Box 138"/>
            <p:cNvSpPr txBox="1"/>
            <p:nvPr/>
          </p:nvSpPr>
          <p:spPr>
            <a:xfrm>
              <a:off x="268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35" name="Line 139"/>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8136" name="Line 140"/>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8137" name="Line 141"/>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8138" name="Line 142"/>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8139" name="Line 143"/>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8140" name="Text Box 144"/>
            <p:cNvSpPr txBox="1"/>
            <p:nvPr/>
          </p:nvSpPr>
          <p:spPr>
            <a:xfrm>
              <a:off x="2892"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41" name="Text Box 145"/>
            <p:cNvSpPr txBox="1"/>
            <p:nvPr/>
          </p:nvSpPr>
          <p:spPr>
            <a:xfrm>
              <a:off x="3096" y="11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42" name="Line 146"/>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8143" name="Line 147"/>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8144" name="Line 148"/>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8145" name="Line 149"/>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8146" name="Line 150"/>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8147" name="Text Box 151"/>
            <p:cNvSpPr txBox="1"/>
            <p:nvPr/>
          </p:nvSpPr>
          <p:spPr>
            <a:xfrm>
              <a:off x="330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48" name="Text Box 152"/>
            <p:cNvSpPr txBox="1"/>
            <p:nvPr/>
          </p:nvSpPr>
          <p:spPr>
            <a:xfrm>
              <a:off x="350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49" name="Line 153"/>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8150" name="Line 154"/>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8151" name="Line 155"/>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8152" name="Line 156"/>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8153" name="Line 157"/>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8154" name="Text Box 158"/>
            <p:cNvSpPr txBox="1"/>
            <p:nvPr/>
          </p:nvSpPr>
          <p:spPr>
            <a:xfrm>
              <a:off x="372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55" name="Text Box 159"/>
            <p:cNvSpPr txBox="1"/>
            <p:nvPr/>
          </p:nvSpPr>
          <p:spPr>
            <a:xfrm>
              <a:off x="392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56" name="Line 160"/>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8157" name="Line 161"/>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8158" name="Line 162"/>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8159" name="Line 163"/>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8160" name="Line 164"/>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8161" name="Text Box 165"/>
            <p:cNvSpPr txBox="1"/>
            <p:nvPr/>
          </p:nvSpPr>
          <p:spPr>
            <a:xfrm>
              <a:off x="412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62" name="Text Box 166"/>
            <p:cNvSpPr txBox="1"/>
            <p:nvPr/>
          </p:nvSpPr>
          <p:spPr>
            <a:xfrm>
              <a:off x="433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63" name="Line 167"/>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8164" name="Line 168"/>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8165" name="Line 169"/>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8166" name="Line 170"/>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8167" name="Line 171"/>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8168" name="Text Box 172"/>
            <p:cNvSpPr txBox="1"/>
            <p:nvPr/>
          </p:nvSpPr>
          <p:spPr>
            <a:xfrm>
              <a:off x="4536"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69" name="Text Box 173"/>
            <p:cNvSpPr txBox="1"/>
            <p:nvPr/>
          </p:nvSpPr>
          <p:spPr>
            <a:xfrm>
              <a:off x="4740"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70" name="Line 174"/>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8171" name="Line 175"/>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8172" name="Line 176"/>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8173" name="Line 177"/>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8174" name="Line 178"/>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8175" name="Text Box 179"/>
            <p:cNvSpPr txBox="1"/>
            <p:nvPr/>
          </p:nvSpPr>
          <p:spPr>
            <a:xfrm>
              <a:off x="4944"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76" name="Text Box 180"/>
            <p:cNvSpPr txBox="1"/>
            <p:nvPr/>
          </p:nvSpPr>
          <p:spPr>
            <a:xfrm>
              <a:off x="5148"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77" name="Line 181"/>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8178" name="Line 182"/>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8179" name="Line 183"/>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8180" name="Line 184"/>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8181" name="Text Box 185"/>
            <p:cNvSpPr txBox="1"/>
            <p:nvPr/>
          </p:nvSpPr>
          <p:spPr>
            <a:xfrm>
              <a:off x="5352" y="115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82" name="Line 186"/>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8183" name="Line 187"/>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8008" name="Group 188"/>
          <p:cNvGrpSpPr/>
          <p:nvPr/>
        </p:nvGrpSpPr>
        <p:grpSpPr>
          <a:xfrm>
            <a:off x="3257550" y="1314450"/>
            <a:ext cx="4572000" cy="332184"/>
            <a:chOff x="1776" y="2036"/>
            <a:chExt cx="3840" cy="279"/>
          </a:xfrm>
        </p:grpSpPr>
        <p:sp>
          <p:nvSpPr>
            <p:cNvPr id="128097" name="Text Box 189"/>
            <p:cNvSpPr txBox="1"/>
            <p:nvPr/>
          </p:nvSpPr>
          <p:spPr>
            <a:xfrm>
              <a:off x="1776" y="203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8098" name="Line 190"/>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8099" name="Text Box 191"/>
            <p:cNvSpPr txBox="1"/>
            <p:nvPr/>
          </p:nvSpPr>
          <p:spPr>
            <a:xfrm>
              <a:off x="237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00" name="Line 192"/>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8101" name="Line 193"/>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8102" name="Text Box 194"/>
            <p:cNvSpPr txBox="1"/>
            <p:nvPr/>
          </p:nvSpPr>
          <p:spPr>
            <a:xfrm>
              <a:off x="2796"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03" name="Line 195"/>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8104" name="Line 196"/>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8105" name="Text Box 197"/>
            <p:cNvSpPr txBox="1"/>
            <p:nvPr/>
          </p:nvSpPr>
          <p:spPr>
            <a:xfrm>
              <a:off x="319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06" name="Line 198"/>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8107" name="Line 199"/>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8108" name="Text Box 200"/>
            <p:cNvSpPr txBox="1"/>
            <p:nvPr/>
          </p:nvSpPr>
          <p:spPr>
            <a:xfrm>
              <a:off x="3613"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09" name="Line 201"/>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8110" name="Line 202"/>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8111" name="Text Box 203"/>
            <p:cNvSpPr txBox="1"/>
            <p:nvPr/>
          </p:nvSpPr>
          <p:spPr>
            <a:xfrm>
              <a:off x="402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12" name="Line 204"/>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8113" name="Line 205"/>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8114" name="Text Box 206"/>
            <p:cNvSpPr txBox="1"/>
            <p:nvPr/>
          </p:nvSpPr>
          <p:spPr>
            <a:xfrm>
              <a:off x="4441"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15" name="Line 207"/>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8116" name="Line 208"/>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8117" name="Text Box 209"/>
            <p:cNvSpPr txBox="1"/>
            <p:nvPr/>
          </p:nvSpPr>
          <p:spPr>
            <a:xfrm>
              <a:off x="4825"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118" name="Line 210"/>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8119" name="Line 211"/>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8120" name="Text Box 212"/>
            <p:cNvSpPr txBox="1"/>
            <p:nvPr/>
          </p:nvSpPr>
          <p:spPr>
            <a:xfrm>
              <a:off x="5257" y="2064"/>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121" name="Line 213"/>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8122" name="Line 214"/>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8123" name="Line 215"/>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8009" name="Group 216"/>
          <p:cNvGrpSpPr/>
          <p:nvPr/>
        </p:nvGrpSpPr>
        <p:grpSpPr>
          <a:xfrm>
            <a:off x="3257550" y="1714500"/>
            <a:ext cx="4585097" cy="389335"/>
            <a:chOff x="1776" y="2516"/>
            <a:chExt cx="3851" cy="327"/>
          </a:xfrm>
        </p:grpSpPr>
        <p:sp>
          <p:nvSpPr>
            <p:cNvPr id="128078" name="Text Box 217"/>
            <p:cNvSpPr txBox="1"/>
            <p:nvPr/>
          </p:nvSpPr>
          <p:spPr>
            <a:xfrm>
              <a:off x="1776" y="251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8079" name="Line 218"/>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8080" name="Group 219"/>
            <p:cNvGrpSpPr/>
            <p:nvPr/>
          </p:nvGrpSpPr>
          <p:grpSpPr>
            <a:xfrm>
              <a:off x="2736" y="2544"/>
              <a:ext cx="816" cy="299"/>
              <a:chOff x="2736" y="2544"/>
              <a:chExt cx="816" cy="299"/>
            </a:xfrm>
          </p:grpSpPr>
          <p:sp>
            <p:nvSpPr>
              <p:cNvPr id="128094" name="Text Box 220"/>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95" name="Line 221"/>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6" name="Line 222"/>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1" name="Group 223"/>
            <p:cNvGrpSpPr/>
            <p:nvPr/>
          </p:nvGrpSpPr>
          <p:grpSpPr>
            <a:xfrm>
              <a:off x="3552" y="2544"/>
              <a:ext cx="816" cy="299"/>
              <a:chOff x="3552" y="2544"/>
              <a:chExt cx="816" cy="299"/>
            </a:xfrm>
          </p:grpSpPr>
          <p:sp>
            <p:nvSpPr>
              <p:cNvPr id="128091" name="Text Box 224"/>
              <p:cNvSpPr txBox="1"/>
              <p:nvPr/>
            </p:nvSpPr>
            <p:spPr>
              <a:xfrm>
                <a:off x="374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92" name="Line 225"/>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8093" name="Line 226"/>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8082" name="Line 227"/>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8083" name="Group 228"/>
            <p:cNvGrpSpPr/>
            <p:nvPr/>
          </p:nvGrpSpPr>
          <p:grpSpPr>
            <a:xfrm>
              <a:off x="4368" y="2544"/>
              <a:ext cx="816" cy="299"/>
              <a:chOff x="2736" y="2544"/>
              <a:chExt cx="816" cy="299"/>
            </a:xfrm>
          </p:grpSpPr>
          <p:sp>
            <p:nvSpPr>
              <p:cNvPr id="128088" name="Text Box 229"/>
              <p:cNvSpPr txBox="1"/>
              <p:nvPr/>
            </p:nvSpPr>
            <p:spPr>
              <a:xfrm>
                <a:off x="2928"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89" name="Line 230"/>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0" name="Line 231"/>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4" name="Group 232"/>
            <p:cNvGrpSpPr/>
            <p:nvPr/>
          </p:nvGrpSpPr>
          <p:grpSpPr>
            <a:xfrm>
              <a:off x="5196" y="2544"/>
              <a:ext cx="431" cy="299"/>
              <a:chOff x="5184" y="2544"/>
              <a:chExt cx="431" cy="299"/>
            </a:xfrm>
          </p:grpSpPr>
          <p:sp>
            <p:nvSpPr>
              <p:cNvPr id="128085" name="Text Box 233"/>
              <p:cNvSpPr txBox="1"/>
              <p:nvPr/>
            </p:nvSpPr>
            <p:spPr>
              <a:xfrm>
                <a:off x="5184" y="259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86" name="Line 234"/>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8087" name="Line 235"/>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8010" name="Group 236"/>
          <p:cNvGrpSpPr/>
          <p:nvPr/>
        </p:nvGrpSpPr>
        <p:grpSpPr>
          <a:xfrm>
            <a:off x="3257550" y="2114550"/>
            <a:ext cx="4585097" cy="389335"/>
            <a:chOff x="1776" y="2996"/>
            <a:chExt cx="3851" cy="327"/>
          </a:xfrm>
        </p:grpSpPr>
        <p:sp>
          <p:nvSpPr>
            <p:cNvPr id="128069" name="Text Box 237"/>
            <p:cNvSpPr txBox="1"/>
            <p:nvPr/>
          </p:nvSpPr>
          <p:spPr>
            <a:xfrm>
              <a:off x="1776" y="2996"/>
              <a:ext cx="384" cy="270"/>
            </a:xfrm>
            <a:prstGeom prst="rect">
              <a:avLst/>
            </a:prstGeom>
            <a:noFill/>
            <a:ln w="952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8070" name="Line 238"/>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8071" name="Text Box 239"/>
            <p:cNvSpPr txBox="1"/>
            <p:nvPr/>
          </p:nvSpPr>
          <p:spPr>
            <a:xfrm>
              <a:off x="374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8072" name="Line 240"/>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8073" name="Line 241"/>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8074" name="Line 242"/>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8075" name="Text Box 243"/>
            <p:cNvSpPr txBox="1"/>
            <p:nvPr/>
          </p:nvSpPr>
          <p:spPr>
            <a:xfrm>
              <a:off x="5184" y="3072"/>
              <a:ext cx="336" cy="251"/>
            </a:xfrm>
            <a:prstGeom prst="rect">
              <a:avLst/>
            </a:prstGeom>
            <a:noFill/>
            <a:ln w="952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8076" name="Line 244"/>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8077" name="Line 245"/>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8011" name="Group 305"/>
          <p:cNvGrpSpPr/>
          <p:nvPr/>
        </p:nvGrpSpPr>
        <p:grpSpPr>
          <a:xfrm>
            <a:off x="3174206" y="3219450"/>
            <a:ext cx="4800600" cy="1391841"/>
            <a:chOff x="1706" y="2704"/>
            <a:chExt cx="4032" cy="1169"/>
          </a:xfrm>
        </p:grpSpPr>
        <p:sp>
          <p:nvSpPr>
            <p:cNvPr id="128067" name="Text Box 247"/>
            <p:cNvSpPr txBox="1"/>
            <p:nvPr/>
          </p:nvSpPr>
          <p:spPr>
            <a:xfrm>
              <a:off x="1706" y="2704"/>
              <a:ext cx="4032" cy="1169"/>
            </a:xfrm>
            <a:prstGeom prst="rect">
              <a:avLst/>
            </a:prstGeom>
            <a:noFill/>
            <a:ln w="2857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a:t>
              </a:r>
              <a:r>
                <a:rPr lang="en-US" altLang="zh-CN" sz="1500" dirty="0">
                  <a:latin typeface="Times New Roman" panose="02020603050405020304" pitchFamily="18" charset="0"/>
                </a:rPr>
                <a:t>CLK </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500" dirty="0">
                  <a:solidFill>
                    <a:srgbClr val="FF9900"/>
                  </a:solidFill>
                  <a:latin typeface="Times New Roman" panose="02020603050405020304" pitchFamily="18" charset="0"/>
                </a:rPr>
                <a:t>CLK </a:t>
              </a:r>
              <a:r>
                <a:rPr lang="en-US" altLang="zh-CN" sz="15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a:t>
              </a:r>
              <a:r>
                <a:rPr lang="en-US" altLang="zh-CN" sz="1500" dirty="0">
                  <a:solidFill>
                    <a:srgbClr val="FF9900"/>
                  </a:solidFill>
                  <a:latin typeface="Times New Roman" panose="02020603050405020304" pitchFamily="18" charset="0"/>
                </a:rPr>
                <a:t>Q</a:t>
              </a:r>
              <a:r>
                <a:rPr lang="en-US" altLang="zh-CN" sz="1500" baseline="-25000" dirty="0">
                  <a:solidFill>
                    <a:srgbClr val="FF9900"/>
                  </a:solidFill>
                  <a:latin typeface="Times New Roman" panose="02020603050405020304" pitchFamily="18" charset="0"/>
                </a:rPr>
                <a:t>i-1</a:t>
              </a:r>
              <a:r>
                <a:rPr lang="en-US" altLang="zh-CN" sz="15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128068" name="Line 248"/>
            <p:cNvSpPr/>
            <p:nvPr/>
          </p:nvSpPr>
          <p:spPr>
            <a:xfrm>
              <a:off x="2925" y="3321"/>
              <a:ext cx="181" cy="0"/>
            </a:xfrm>
            <a:prstGeom prst="line">
              <a:avLst/>
            </a:prstGeom>
            <a:ln w="28575" cap="flat" cmpd="sng">
              <a:solidFill>
                <a:srgbClr val="FF9900"/>
              </a:solidFill>
              <a:prstDash val="solid"/>
              <a:headEnd type="none" w="med" len="med"/>
              <a:tailEnd type="none" w="med" len="med"/>
            </a:ln>
          </p:spPr>
        </p:sp>
      </p:grpSp>
      <p:grpSp>
        <p:nvGrpSpPr>
          <p:cNvPr id="128012" name="Group 249"/>
          <p:cNvGrpSpPr/>
          <p:nvPr/>
        </p:nvGrpSpPr>
        <p:grpSpPr>
          <a:xfrm>
            <a:off x="651510" y="714375"/>
            <a:ext cx="2114550" cy="3969427"/>
            <a:chOff x="9" y="192"/>
            <a:chExt cx="1776" cy="3748"/>
          </a:xfrm>
        </p:grpSpPr>
        <p:sp>
          <p:nvSpPr>
            <p:cNvPr id="128013" name="AutoShape 250"/>
            <p:cNvSpPr/>
            <p:nvPr/>
          </p:nvSpPr>
          <p:spPr>
            <a:xfrm>
              <a:off x="693" y="227"/>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14" name="Line 251"/>
            <p:cNvSpPr/>
            <p:nvPr/>
          </p:nvSpPr>
          <p:spPr>
            <a:xfrm>
              <a:off x="693" y="462"/>
              <a:ext cx="48" cy="41"/>
            </a:xfrm>
            <a:prstGeom prst="line">
              <a:avLst/>
            </a:prstGeom>
            <a:ln w="28575" cap="flat" cmpd="sng">
              <a:solidFill>
                <a:schemeClr val="tx1"/>
              </a:solidFill>
              <a:prstDash val="solid"/>
              <a:headEnd type="none" w="med" len="med"/>
              <a:tailEnd type="none" w="med" len="med"/>
            </a:ln>
          </p:spPr>
        </p:sp>
        <p:sp>
          <p:nvSpPr>
            <p:cNvPr id="128015" name="Line 252"/>
            <p:cNvSpPr/>
            <p:nvPr/>
          </p:nvSpPr>
          <p:spPr>
            <a:xfrm flipH="1">
              <a:off x="693" y="510"/>
              <a:ext cx="48" cy="41"/>
            </a:xfrm>
            <a:prstGeom prst="line">
              <a:avLst/>
            </a:prstGeom>
            <a:ln w="28575" cap="flat" cmpd="sng">
              <a:solidFill>
                <a:schemeClr val="tx1"/>
              </a:solidFill>
              <a:prstDash val="solid"/>
              <a:headEnd type="none" w="med" len="med"/>
              <a:tailEnd type="none" w="med" len="med"/>
            </a:ln>
          </p:spPr>
        </p:sp>
        <p:sp>
          <p:nvSpPr>
            <p:cNvPr id="128016" name="Text Box 253"/>
            <p:cNvSpPr txBox="1"/>
            <p:nvPr/>
          </p:nvSpPr>
          <p:spPr>
            <a:xfrm>
              <a:off x="703" y="421"/>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17" name="Text Box 254"/>
            <p:cNvSpPr txBox="1"/>
            <p:nvPr/>
          </p:nvSpPr>
          <p:spPr>
            <a:xfrm>
              <a:off x="924" y="214"/>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18" name="Text Box 255"/>
            <p:cNvSpPr txBox="1"/>
            <p:nvPr/>
          </p:nvSpPr>
          <p:spPr>
            <a:xfrm>
              <a:off x="928" y="602"/>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19" name="Oval 256"/>
            <p:cNvSpPr/>
            <p:nvPr/>
          </p:nvSpPr>
          <p:spPr>
            <a:xfrm flipH="1">
              <a:off x="1122" y="674"/>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20" name="Line 257"/>
            <p:cNvSpPr/>
            <p:nvPr/>
          </p:nvSpPr>
          <p:spPr>
            <a:xfrm flipH="1">
              <a:off x="393" y="510"/>
              <a:ext cx="288" cy="0"/>
            </a:xfrm>
            <a:prstGeom prst="line">
              <a:avLst/>
            </a:prstGeom>
            <a:ln w="28575" cap="flat" cmpd="sng">
              <a:solidFill>
                <a:srgbClr val="FFFF00"/>
              </a:solidFill>
              <a:prstDash val="solid"/>
              <a:headEnd type="none" w="med" len="med"/>
              <a:tailEnd type="none" w="med" len="med"/>
            </a:ln>
          </p:spPr>
        </p:sp>
        <p:sp>
          <p:nvSpPr>
            <p:cNvPr id="128021" name="Line 258"/>
            <p:cNvSpPr/>
            <p:nvPr/>
          </p:nvSpPr>
          <p:spPr>
            <a:xfrm>
              <a:off x="1113" y="291"/>
              <a:ext cx="336" cy="0"/>
            </a:xfrm>
            <a:prstGeom prst="line">
              <a:avLst/>
            </a:prstGeom>
            <a:ln w="28575" cap="flat" cmpd="sng">
              <a:solidFill>
                <a:schemeClr val="bg1"/>
              </a:solidFill>
              <a:prstDash val="solid"/>
              <a:headEnd type="none" w="med" len="med"/>
              <a:tailEnd type="none" w="med" len="med"/>
            </a:ln>
          </p:spPr>
        </p:sp>
        <p:sp>
          <p:nvSpPr>
            <p:cNvPr id="128022" name="Line 259"/>
            <p:cNvSpPr/>
            <p:nvPr/>
          </p:nvSpPr>
          <p:spPr>
            <a:xfrm>
              <a:off x="1200" y="709"/>
              <a:ext cx="288" cy="0"/>
            </a:xfrm>
            <a:prstGeom prst="line">
              <a:avLst/>
            </a:prstGeom>
            <a:ln w="28575" cap="flat" cmpd="sng">
              <a:solidFill>
                <a:srgbClr val="FFFF00"/>
              </a:solidFill>
              <a:prstDash val="solid"/>
              <a:headEnd type="none" w="med" len="med"/>
              <a:tailEnd type="none" w="med" len="med"/>
            </a:ln>
          </p:spPr>
        </p:sp>
        <p:sp>
          <p:nvSpPr>
            <p:cNvPr id="128023" name="AutoShape 260"/>
            <p:cNvSpPr/>
            <p:nvPr/>
          </p:nvSpPr>
          <p:spPr>
            <a:xfrm>
              <a:off x="693" y="1040"/>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24" name="Line 261"/>
            <p:cNvSpPr/>
            <p:nvPr/>
          </p:nvSpPr>
          <p:spPr>
            <a:xfrm>
              <a:off x="693" y="1275"/>
              <a:ext cx="48" cy="41"/>
            </a:xfrm>
            <a:prstGeom prst="line">
              <a:avLst/>
            </a:prstGeom>
            <a:ln w="28575" cap="flat" cmpd="sng">
              <a:solidFill>
                <a:schemeClr val="tx1"/>
              </a:solidFill>
              <a:prstDash val="solid"/>
              <a:headEnd type="none" w="med" len="med"/>
              <a:tailEnd type="none" w="med" len="med"/>
            </a:ln>
          </p:spPr>
        </p:sp>
        <p:sp>
          <p:nvSpPr>
            <p:cNvPr id="128025" name="Line 262"/>
            <p:cNvSpPr/>
            <p:nvPr/>
          </p:nvSpPr>
          <p:spPr>
            <a:xfrm flipH="1">
              <a:off x="693" y="1324"/>
              <a:ext cx="48" cy="40"/>
            </a:xfrm>
            <a:prstGeom prst="line">
              <a:avLst/>
            </a:prstGeom>
            <a:ln w="28575" cap="flat" cmpd="sng">
              <a:solidFill>
                <a:schemeClr val="tx1"/>
              </a:solidFill>
              <a:prstDash val="solid"/>
              <a:headEnd type="none" w="med" len="med"/>
              <a:tailEnd type="none" w="med" len="med"/>
            </a:ln>
          </p:spPr>
        </p:sp>
        <p:sp>
          <p:nvSpPr>
            <p:cNvPr id="128026" name="Text Box 263"/>
            <p:cNvSpPr txBox="1"/>
            <p:nvPr/>
          </p:nvSpPr>
          <p:spPr>
            <a:xfrm>
              <a:off x="703" y="1233"/>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27" name="Text Box 264"/>
            <p:cNvSpPr txBox="1"/>
            <p:nvPr/>
          </p:nvSpPr>
          <p:spPr>
            <a:xfrm>
              <a:off x="924" y="1028"/>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28" name="Text Box 265"/>
            <p:cNvSpPr txBox="1"/>
            <p:nvPr/>
          </p:nvSpPr>
          <p:spPr>
            <a:xfrm>
              <a:off x="928" y="1415"/>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29" name="Oval 266"/>
            <p:cNvSpPr/>
            <p:nvPr/>
          </p:nvSpPr>
          <p:spPr>
            <a:xfrm flipH="1">
              <a:off x="1122" y="1487"/>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30" name="Line 267"/>
            <p:cNvSpPr/>
            <p:nvPr/>
          </p:nvSpPr>
          <p:spPr>
            <a:xfrm flipH="1">
              <a:off x="393" y="1324"/>
              <a:ext cx="288" cy="0"/>
            </a:xfrm>
            <a:prstGeom prst="line">
              <a:avLst/>
            </a:prstGeom>
            <a:ln w="28575" cap="flat" cmpd="sng">
              <a:solidFill>
                <a:srgbClr val="FFFF00"/>
              </a:solidFill>
              <a:prstDash val="solid"/>
              <a:headEnd type="none" w="med" len="med"/>
              <a:tailEnd type="none" w="med" len="med"/>
            </a:ln>
          </p:spPr>
        </p:sp>
        <p:sp>
          <p:nvSpPr>
            <p:cNvPr id="128031" name="Line 268"/>
            <p:cNvSpPr/>
            <p:nvPr/>
          </p:nvSpPr>
          <p:spPr>
            <a:xfrm>
              <a:off x="1113" y="1104"/>
              <a:ext cx="336" cy="0"/>
            </a:xfrm>
            <a:prstGeom prst="line">
              <a:avLst/>
            </a:prstGeom>
            <a:ln w="28575" cap="flat" cmpd="sng">
              <a:solidFill>
                <a:schemeClr val="bg1"/>
              </a:solidFill>
              <a:prstDash val="solid"/>
              <a:headEnd type="none" w="med" len="med"/>
              <a:tailEnd type="none" w="med" len="med"/>
            </a:ln>
          </p:spPr>
        </p:sp>
        <p:sp>
          <p:nvSpPr>
            <p:cNvPr id="128032" name="Line 269"/>
            <p:cNvSpPr/>
            <p:nvPr/>
          </p:nvSpPr>
          <p:spPr>
            <a:xfrm>
              <a:off x="1200" y="1522"/>
              <a:ext cx="288" cy="0"/>
            </a:xfrm>
            <a:prstGeom prst="line">
              <a:avLst/>
            </a:prstGeom>
            <a:ln w="28575" cap="flat" cmpd="sng">
              <a:solidFill>
                <a:srgbClr val="FFFF00"/>
              </a:solidFill>
              <a:prstDash val="solid"/>
              <a:headEnd type="none" w="med" len="med"/>
              <a:tailEnd type="none" w="med" len="med"/>
            </a:ln>
          </p:spPr>
        </p:sp>
        <p:sp>
          <p:nvSpPr>
            <p:cNvPr id="128033" name="AutoShape 270"/>
            <p:cNvSpPr/>
            <p:nvPr/>
          </p:nvSpPr>
          <p:spPr>
            <a:xfrm>
              <a:off x="702" y="1879"/>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34" name="Line 271"/>
            <p:cNvSpPr/>
            <p:nvPr/>
          </p:nvSpPr>
          <p:spPr>
            <a:xfrm>
              <a:off x="702" y="2114"/>
              <a:ext cx="48" cy="41"/>
            </a:xfrm>
            <a:prstGeom prst="line">
              <a:avLst/>
            </a:prstGeom>
            <a:ln w="28575" cap="flat" cmpd="sng">
              <a:solidFill>
                <a:schemeClr val="tx1"/>
              </a:solidFill>
              <a:prstDash val="solid"/>
              <a:headEnd type="none" w="med" len="med"/>
              <a:tailEnd type="none" w="med" len="med"/>
            </a:ln>
          </p:spPr>
        </p:sp>
        <p:sp>
          <p:nvSpPr>
            <p:cNvPr id="128035" name="Line 272"/>
            <p:cNvSpPr/>
            <p:nvPr/>
          </p:nvSpPr>
          <p:spPr>
            <a:xfrm flipH="1">
              <a:off x="702" y="2162"/>
              <a:ext cx="48" cy="41"/>
            </a:xfrm>
            <a:prstGeom prst="line">
              <a:avLst/>
            </a:prstGeom>
            <a:ln w="28575" cap="flat" cmpd="sng">
              <a:solidFill>
                <a:schemeClr val="tx1"/>
              </a:solidFill>
              <a:prstDash val="solid"/>
              <a:headEnd type="none" w="med" len="med"/>
              <a:tailEnd type="none" w="med" len="med"/>
            </a:ln>
          </p:spPr>
        </p:sp>
        <p:sp>
          <p:nvSpPr>
            <p:cNvPr id="128036" name="Text Box 273"/>
            <p:cNvSpPr txBox="1"/>
            <p:nvPr/>
          </p:nvSpPr>
          <p:spPr>
            <a:xfrm>
              <a:off x="712" y="2073"/>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37" name="Text Box 274"/>
            <p:cNvSpPr txBox="1"/>
            <p:nvPr/>
          </p:nvSpPr>
          <p:spPr>
            <a:xfrm>
              <a:off x="933" y="1866"/>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38" name="Text Box 275"/>
            <p:cNvSpPr txBox="1"/>
            <p:nvPr/>
          </p:nvSpPr>
          <p:spPr>
            <a:xfrm>
              <a:off x="937" y="2253"/>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39" name="Oval 276"/>
            <p:cNvSpPr/>
            <p:nvPr/>
          </p:nvSpPr>
          <p:spPr>
            <a:xfrm flipH="1">
              <a:off x="1131" y="2326"/>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40" name="Line 277"/>
            <p:cNvSpPr/>
            <p:nvPr/>
          </p:nvSpPr>
          <p:spPr>
            <a:xfrm flipH="1">
              <a:off x="402" y="2162"/>
              <a:ext cx="288" cy="0"/>
            </a:xfrm>
            <a:prstGeom prst="line">
              <a:avLst/>
            </a:prstGeom>
            <a:ln w="28575" cap="flat" cmpd="sng">
              <a:solidFill>
                <a:srgbClr val="FFFF00"/>
              </a:solidFill>
              <a:prstDash val="solid"/>
              <a:headEnd type="none" w="med" len="med"/>
              <a:tailEnd type="none" w="med" len="med"/>
            </a:ln>
          </p:spPr>
        </p:sp>
        <p:sp>
          <p:nvSpPr>
            <p:cNvPr id="128041" name="Line 278"/>
            <p:cNvSpPr/>
            <p:nvPr/>
          </p:nvSpPr>
          <p:spPr>
            <a:xfrm>
              <a:off x="1122" y="1943"/>
              <a:ext cx="336" cy="0"/>
            </a:xfrm>
            <a:prstGeom prst="line">
              <a:avLst/>
            </a:prstGeom>
            <a:ln w="28575" cap="flat" cmpd="sng">
              <a:solidFill>
                <a:schemeClr val="bg1"/>
              </a:solidFill>
              <a:prstDash val="solid"/>
              <a:headEnd type="none" w="med" len="med"/>
              <a:tailEnd type="none" w="med" len="med"/>
            </a:ln>
          </p:spPr>
        </p:sp>
        <p:sp>
          <p:nvSpPr>
            <p:cNvPr id="128042" name="Line 279"/>
            <p:cNvSpPr/>
            <p:nvPr/>
          </p:nvSpPr>
          <p:spPr>
            <a:xfrm>
              <a:off x="1209" y="2361"/>
              <a:ext cx="288" cy="0"/>
            </a:xfrm>
            <a:prstGeom prst="line">
              <a:avLst/>
            </a:prstGeom>
            <a:ln w="28575" cap="flat" cmpd="sng">
              <a:solidFill>
                <a:srgbClr val="FFFF00"/>
              </a:solidFill>
              <a:prstDash val="solid"/>
              <a:headEnd type="none" w="med" len="med"/>
              <a:tailEnd type="none" w="med" len="med"/>
            </a:ln>
          </p:spPr>
        </p:sp>
        <p:sp>
          <p:nvSpPr>
            <p:cNvPr id="128043" name="AutoShape 280"/>
            <p:cNvSpPr/>
            <p:nvPr/>
          </p:nvSpPr>
          <p:spPr>
            <a:xfrm>
              <a:off x="693" y="2675"/>
              <a:ext cx="432" cy="57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8044" name="Line 281"/>
            <p:cNvSpPr/>
            <p:nvPr/>
          </p:nvSpPr>
          <p:spPr>
            <a:xfrm>
              <a:off x="693" y="2909"/>
              <a:ext cx="48" cy="41"/>
            </a:xfrm>
            <a:prstGeom prst="line">
              <a:avLst/>
            </a:prstGeom>
            <a:ln w="28575" cap="flat" cmpd="sng">
              <a:solidFill>
                <a:schemeClr val="tx1"/>
              </a:solidFill>
              <a:prstDash val="solid"/>
              <a:headEnd type="none" w="med" len="med"/>
              <a:tailEnd type="none" w="med" len="med"/>
            </a:ln>
          </p:spPr>
        </p:sp>
        <p:sp>
          <p:nvSpPr>
            <p:cNvPr id="128045" name="Line 282"/>
            <p:cNvSpPr/>
            <p:nvPr/>
          </p:nvSpPr>
          <p:spPr>
            <a:xfrm flipH="1">
              <a:off x="693" y="2958"/>
              <a:ext cx="48" cy="41"/>
            </a:xfrm>
            <a:prstGeom prst="line">
              <a:avLst/>
            </a:prstGeom>
            <a:ln w="28575" cap="flat" cmpd="sng">
              <a:solidFill>
                <a:schemeClr val="tx1"/>
              </a:solidFill>
              <a:prstDash val="solid"/>
              <a:headEnd type="none" w="med" len="med"/>
              <a:tailEnd type="none" w="med" len="med"/>
            </a:ln>
          </p:spPr>
        </p:sp>
        <p:sp>
          <p:nvSpPr>
            <p:cNvPr id="128046" name="Text Box 283"/>
            <p:cNvSpPr txBox="1"/>
            <p:nvPr/>
          </p:nvSpPr>
          <p:spPr>
            <a:xfrm>
              <a:off x="703" y="2870"/>
              <a:ext cx="500" cy="260"/>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T</a:t>
              </a:r>
              <a:endParaRPr lang="en-US" altLang="zh-CN" sz="1200" b="0" dirty="0">
                <a:solidFill>
                  <a:schemeClr val="tx1"/>
                </a:solidFill>
                <a:latin typeface="Times New Roman" panose="02020603050405020304" pitchFamily="18" charset="0"/>
              </a:endParaRPr>
            </a:p>
          </p:txBody>
        </p:sp>
        <p:sp>
          <p:nvSpPr>
            <p:cNvPr id="128047" name="Text Box 284"/>
            <p:cNvSpPr txBox="1"/>
            <p:nvPr/>
          </p:nvSpPr>
          <p:spPr>
            <a:xfrm>
              <a:off x="924" y="2661"/>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48" name="Text Box 285"/>
            <p:cNvSpPr txBox="1"/>
            <p:nvPr/>
          </p:nvSpPr>
          <p:spPr>
            <a:xfrm>
              <a:off x="928" y="3049"/>
              <a:ext cx="258" cy="282"/>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8049" name="Oval 286"/>
            <p:cNvSpPr/>
            <p:nvPr/>
          </p:nvSpPr>
          <p:spPr>
            <a:xfrm flipH="1">
              <a:off x="1112" y="3111"/>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8050" name="Line 287"/>
            <p:cNvSpPr/>
            <p:nvPr/>
          </p:nvSpPr>
          <p:spPr>
            <a:xfrm flipH="1">
              <a:off x="381" y="2958"/>
              <a:ext cx="288" cy="0"/>
            </a:xfrm>
            <a:prstGeom prst="line">
              <a:avLst/>
            </a:prstGeom>
            <a:ln w="28575" cap="flat" cmpd="sng">
              <a:solidFill>
                <a:srgbClr val="FFFF00"/>
              </a:solidFill>
              <a:prstDash val="solid"/>
              <a:headEnd type="none" w="med" len="med"/>
              <a:tailEnd type="none" w="med" len="med"/>
            </a:ln>
          </p:spPr>
        </p:sp>
        <p:sp>
          <p:nvSpPr>
            <p:cNvPr id="128051" name="Line 288"/>
            <p:cNvSpPr/>
            <p:nvPr/>
          </p:nvSpPr>
          <p:spPr>
            <a:xfrm>
              <a:off x="1113" y="2739"/>
              <a:ext cx="336" cy="0"/>
            </a:xfrm>
            <a:prstGeom prst="line">
              <a:avLst/>
            </a:prstGeom>
            <a:ln w="28575" cap="flat" cmpd="sng">
              <a:solidFill>
                <a:schemeClr val="bg1"/>
              </a:solidFill>
              <a:prstDash val="solid"/>
              <a:headEnd type="none" w="med" len="med"/>
              <a:tailEnd type="none" w="med" len="med"/>
            </a:ln>
          </p:spPr>
        </p:sp>
        <p:sp>
          <p:nvSpPr>
            <p:cNvPr id="128052" name="Line 289"/>
            <p:cNvSpPr/>
            <p:nvPr/>
          </p:nvSpPr>
          <p:spPr>
            <a:xfrm>
              <a:off x="1487" y="716"/>
              <a:ext cx="0" cy="163"/>
            </a:xfrm>
            <a:prstGeom prst="line">
              <a:avLst/>
            </a:prstGeom>
            <a:ln w="28575" cap="flat" cmpd="sng">
              <a:solidFill>
                <a:srgbClr val="FFFF00"/>
              </a:solidFill>
              <a:prstDash val="solid"/>
              <a:headEnd type="none" w="med" len="med"/>
              <a:tailEnd type="none" w="med" len="med"/>
            </a:ln>
          </p:spPr>
        </p:sp>
        <p:sp>
          <p:nvSpPr>
            <p:cNvPr id="128053" name="Line 290"/>
            <p:cNvSpPr/>
            <p:nvPr/>
          </p:nvSpPr>
          <p:spPr>
            <a:xfrm>
              <a:off x="1487" y="1532"/>
              <a:ext cx="0" cy="163"/>
            </a:xfrm>
            <a:prstGeom prst="line">
              <a:avLst/>
            </a:prstGeom>
            <a:ln w="28575" cap="flat" cmpd="sng">
              <a:solidFill>
                <a:srgbClr val="FFFF00"/>
              </a:solidFill>
              <a:prstDash val="solid"/>
              <a:headEnd type="none" w="med" len="med"/>
              <a:tailEnd type="none" w="med" len="med"/>
            </a:ln>
          </p:spPr>
        </p:sp>
        <p:sp>
          <p:nvSpPr>
            <p:cNvPr id="128054" name="Line 291"/>
            <p:cNvSpPr/>
            <p:nvPr/>
          </p:nvSpPr>
          <p:spPr>
            <a:xfrm>
              <a:off x="1496" y="2370"/>
              <a:ext cx="0" cy="164"/>
            </a:xfrm>
            <a:prstGeom prst="line">
              <a:avLst/>
            </a:prstGeom>
            <a:ln w="28575" cap="flat" cmpd="sng">
              <a:solidFill>
                <a:srgbClr val="FFFF00"/>
              </a:solidFill>
              <a:prstDash val="solid"/>
              <a:headEnd type="none" w="med" len="med"/>
              <a:tailEnd type="none" w="med" len="med"/>
            </a:ln>
          </p:spPr>
        </p:sp>
        <p:sp>
          <p:nvSpPr>
            <p:cNvPr id="128055" name="Line 292"/>
            <p:cNvSpPr/>
            <p:nvPr/>
          </p:nvSpPr>
          <p:spPr>
            <a:xfrm flipH="1">
              <a:off x="393" y="865"/>
              <a:ext cx="1081" cy="0"/>
            </a:xfrm>
            <a:prstGeom prst="line">
              <a:avLst/>
            </a:prstGeom>
            <a:ln w="28575" cap="flat" cmpd="sng">
              <a:solidFill>
                <a:srgbClr val="FFFF00"/>
              </a:solidFill>
              <a:prstDash val="solid"/>
              <a:headEnd type="none" w="med" len="med"/>
              <a:tailEnd type="none" w="med" len="med"/>
            </a:ln>
          </p:spPr>
        </p:sp>
        <p:sp>
          <p:nvSpPr>
            <p:cNvPr id="128056" name="Line 293"/>
            <p:cNvSpPr/>
            <p:nvPr/>
          </p:nvSpPr>
          <p:spPr>
            <a:xfrm flipH="1">
              <a:off x="403" y="1681"/>
              <a:ext cx="1081" cy="0"/>
            </a:xfrm>
            <a:prstGeom prst="line">
              <a:avLst/>
            </a:prstGeom>
            <a:ln w="28575" cap="flat" cmpd="sng">
              <a:solidFill>
                <a:srgbClr val="FFFF00"/>
              </a:solidFill>
              <a:prstDash val="solid"/>
              <a:headEnd type="none" w="med" len="med"/>
              <a:tailEnd type="none" w="med" len="med"/>
            </a:ln>
          </p:spPr>
        </p:sp>
        <p:sp>
          <p:nvSpPr>
            <p:cNvPr id="128057" name="Line 294"/>
            <p:cNvSpPr/>
            <p:nvPr/>
          </p:nvSpPr>
          <p:spPr>
            <a:xfrm flipH="1">
              <a:off x="392" y="2522"/>
              <a:ext cx="1104" cy="0"/>
            </a:xfrm>
            <a:prstGeom prst="line">
              <a:avLst/>
            </a:prstGeom>
            <a:ln w="28575" cap="flat" cmpd="sng">
              <a:solidFill>
                <a:srgbClr val="FFFF00"/>
              </a:solidFill>
              <a:prstDash val="solid"/>
              <a:headEnd type="none" w="med" len="med"/>
              <a:tailEnd type="none" w="med" len="med"/>
            </a:ln>
          </p:spPr>
        </p:sp>
        <p:sp>
          <p:nvSpPr>
            <p:cNvPr id="128058" name="Text Box 295"/>
            <p:cNvSpPr txBox="1"/>
            <p:nvPr/>
          </p:nvSpPr>
          <p:spPr>
            <a:xfrm>
              <a:off x="9" y="400"/>
              <a:ext cx="442" cy="282"/>
            </a:xfrm>
            <a:prstGeom prst="rect">
              <a:avLst/>
            </a:prstGeom>
            <a:noFill/>
            <a:ln w="28575">
              <a:noFill/>
            </a:ln>
          </p:spPr>
          <p:txBody>
            <a:bodyPr wrap="square">
              <a:spAutoFit/>
            </a:bodyPr>
            <a:p>
              <a:pPr algn="l"/>
              <a:r>
                <a:rPr lang="en-US" altLang="zh-CN" sz="1350" dirty="0">
                  <a:solidFill>
                    <a:srgbClr val="FF0000"/>
                  </a:solidFill>
                  <a:latin typeface="Times New Roman" panose="02020603050405020304" pitchFamily="18" charset="0"/>
                </a:rPr>
                <a:t>CLK</a:t>
              </a:r>
              <a:endParaRPr lang="en-US" altLang="zh-CN" sz="1350" dirty="0">
                <a:solidFill>
                  <a:srgbClr val="FF0000"/>
                </a:solidFill>
                <a:latin typeface="Times New Roman" panose="02020603050405020304" pitchFamily="18" charset="0"/>
              </a:endParaRPr>
            </a:p>
          </p:txBody>
        </p:sp>
        <p:sp>
          <p:nvSpPr>
            <p:cNvPr id="128059" name="Text Box 296"/>
            <p:cNvSpPr txBox="1"/>
            <p:nvPr/>
          </p:nvSpPr>
          <p:spPr>
            <a:xfrm>
              <a:off x="1433" y="192"/>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0</a:t>
              </a:r>
              <a:endParaRPr lang="en-US" altLang="zh-CN" sz="1350" baseline="-25000" dirty="0">
                <a:solidFill>
                  <a:srgbClr val="FFFF00"/>
                </a:solidFill>
                <a:latin typeface="Times New Roman" panose="02020603050405020304" pitchFamily="18" charset="0"/>
              </a:endParaRPr>
            </a:p>
          </p:txBody>
        </p:sp>
        <p:sp>
          <p:nvSpPr>
            <p:cNvPr id="128060" name="Text Box 297"/>
            <p:cNvSpPr txBox="1"/>
            <p:nvPr/>
          </p:nvSpPr>
          <p:spPr>
            <a:xfrm>
              <a:off x="1421" y="995"/>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1</a:t>
              </a:r>
              <a:endParaRPr lang="en-US" altLang="zh-CN" sz="1350" baseline="-25000" dirty="0">
                <a:solidFill>
                  <a:srgbClr val="FFFF00"/>
                </a:solidFill>
                <a:latin typeface="Times New Roman" panose="02020603050405020304" pitchFamily="18" charset="0"/>
              </a:endParaRPr>
            </a:p>
          </p:txBody>
        </p:sp>
        <p:sp>
          <p:nvSpPr>
            <p:cNvPr id="128061" name="Text Box 298"/>
            <p:cNvSpPr txBox="1"/>
            <p:nvPr/>
          </p:nvSpPr>
          <p:spPr>
            <a:xfrm>
              <a:off x="1440" y="1836"/>
              <a:ext cx="305" cy="282"/>
            </a:xfrm>
            <a:prstGeom prst="rect">
              <a:avLst/>
            </a:prstGeom>
            <a:noFill/>
            <a:ln w="28575">
              <a:noFill/>
            </a:ln>
          </p:spPr>
          <p:txBody>
            <a:bodyPr wrap="square">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2</a:t>
              </a:r>
              <a:endParaRPr lang="en-US" altLang="zh-CN" sz="1350" baseline="-25000" dirty="0">
                <a:solidFill>
                  <a:srgbClr val="FFFF00"/>
                </a:solidFill>
                <a:latin typeface="Times New Roman" panose="02020603050405020304" pitchFamily="18" charset="0"/>
              </a:endParaRPr>
            </a:p>
          </p:txBody>
        </p:sp>
        <p:sp>
          <p:nvSpPr>
            <p:cNvPr id="128062" name="Text Box 299"/>
            <p:cNvSpPr txBox="1"/>
            <p:nvPr/>
          </p:nvSpPr>
          <p:spPr>
            <a:xfrm>
              <a:off x="1437" y="2634"/>
              <a:ext cx="348" cy="282"/>
            </a:xfrm>
            <a:prstGeom prst="rect">
              <a:avLst/>
            </a:prstGeom>
            <a:noFill/>
            <a:ln w="28575">
              <a:noFill/>
            </a:ln>
          </p:spPr>
          <p:txBody>
            <a:bodyPr>
              <a:spAutoFit/>
            </a:bodyPr>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3</a:t>
              </a:r>
              <a:endParaRPr lang="en-US" altLang="zh-CN" sz="1350" baseline="-25000" dirty="0">
                <a:solidFill>
                  <a:srgbClr val="FFFF00"/>
                </a:solidFill>
                <a:latin typeface="Times New Roman" panose="02020603050405020304" pitchFamily="18" charset="0"/>
              </a:endParaRPr>
            </a:p>
          </p:txBody>
        </p:sp>
        <p:sp>
          <p:nvSpPr>
            <p:cNvPr id="128063" name="Text Box 300"/>
            <p:cNvSpPr txBox="1"/>
            <p:nvPr/>
          </p:nvSpPr>
          <p:spPr>
            <a:xfrm>
              <a:off x="274" y="3418"/>
              <a:ext cx="1248" cy="522"/>
            </a:xfrm>
            <a:prstGeom prst="rect">
              <a:avLst/>
            </a:prstGeom>
            <a:noFill/>
            <a:ln w="28575">
              <a:noFill/>
            </a:ln>
          </p:spPr>
          <p:txBody>
            <a:bodyPr wrap="square">
              <a:spAutoFit/>
            </a:bodyPr>
            <a:p>
              <a:pPr marL="457200" indent="-457200" algn="l"/>
              <a:r>
                <a:rPr lang="en-US" altLang="zh-CN" sz="1500" dirty="0">
                  <a:solidFill>
                    <a:srgbClr val="FFFF00"/>
                  </a:solidFill>
                  <a:latin typeface="Times New Roman" panose="02020603050405020304" pitchFamily="18" charset="0"/>
                </a:rPr>
                <a:t>T </a:t>
              </a:r>
              <a:r>
                <a:rPr lang="zh-CN" altLang="en-US" sz="1500" dirty="0">
                  <a:solidFill>
                    <a:srgbClr val="FFFF00"/>
                  </a:solidFill>
                  <a:latin typeface="Times New Roman" panose="02020603050405020304" pitchFamily="18" charset="0"/>
                </a:rPr>
                <a:t>触发器组成的</a:t>
              </a:r>
              <a:endParaRPr lang="zh-CN" altLang="en-US" sz="1500" dirty="0">
                <a:solidFill>
                  <a:srgbClr val="FFFF00"/>
                </a:solidFill>
                <a:latin typeface="Times New Roman" panose="02020603050405020304" pitchFamily="18" charset="0"/>
              </a:endParaRPr>
            </a:p>
            <a:p>
              <a:pPr marL="457200" indent="-457200" algn="l"/>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endParaRPr lang="zh-CN" altLang="en-US" sz="1500" dirty="0">
                <a:solidFill>
                  <a:srgbClr val="FFFF00"/>
                </a:solidFill>
                <a:latin typeface="Times New Roman" panose="02020603050405020304" pitchFamily="18" charset="0"/>
              </a:endParaRPr>
            </a:p>
          </p:txBody>
        </p:sp>
        <p:sp>
          <p:nvSpPr>
            <p:cNvPr id="128064" name="Line 301"/>
            <p:cNvSpPr/>
            <p:nvPr/>
          </p:nvSpPr>
          <p:spPr>
            <a:xfrm>
              <a:off x="403" y="868"/>
              <a:ext cx="0" cy="456"/>
            </a:xfrm>
            <a:prstGeom prst="line">
              <a:avLst/>
            </a:prstGeom>
            <a:ln w="28575" cap="flat" cmpd="sng">
              <a:solidFill>
                <a:srgbClr val="FFFF00"/>
              </a:solidFill>
              <a:prstDash val="solid"/>
              <a:headEnd type="none" w="med" len="med"/>
              <a:tailEnd type="none" w="med" len="med"/>
            </a:ln>
          </p:spPr>
        </p:sp>
        <p:sp>
          <p:nvSpPr>
            <p:cNvPr id="128065" name="Line 302"/>
            <p:cNvSpPr/>
            <p:nvPr/>
          </p:nvSpPr>
          <p:spPr>
            <a:xfrm>
              <a:off x="413" y="1692"/>
              <a:ext cx="0" cy="478"/>
            </a:xfrm>
            <a:prstGeom prst="line">
              <a:avLst/>
            </a:prstGeom>
            <a:ln w="28575" cap="flat" cmpd="sng">
              <a:solidFill>
                <a:srgbClr val="FFFF00"/>
              </a:solidFill>
              <a:prstDash val="solid"/>
              <a:headEnd type="none" w="med" len="med"/>
              <a:tailEnd type="none" w="med" len="med"/>
            </a:ln>
          </p:spPr>
        </p:sp>
        <p:sp>
          <p:nvSpPr>
            <p:cNvPr id="128066" name="Line 303"/>
            <p:cNvSpPr/>
            <p:nvPr/>
          </p:nvSpPr>
          <p:spPr>
            <a:xfrm>
              <a:off x="393" y="2520"/>
              <a:ext cx="0" cy="433"/>
            </a:xfrm>
            <a:prstGeom prst="line">
              <a:avLst/>
            </a:prstGeom>
            <a:ln w="28575" cap="flat" cmpd="sng">
              <a:solidFill>
                <a:srgbClr val="FFFF00"/>
              </a:solidFill>
              <a:prstDash val="solid"/>
              <a:headEnd type="none" w="med" len="med"/>
              <a:tailEnd type="none" w="med" len="med"/>
            </a:ln>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357"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5F1C26E-F490-49F4-90BC-6263CC7290B9}"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59"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fld>
            <a:endParaRPr lang="en-US" altLang="zh-CN" sz="1050" b="0" dirty="0">
              <a:solidFill>
                <a:schemeClr val="tx1"/>
              </a:solidFill>
              <a:ea typeface="宋体" panose="02010600030101010101" pitchFamily="2" charset="-122"/>
            </a:endParaRPr>
          </a:p>
        </p:txBody>
      </p:sp>
      <p:sp>
        <p:nvSpPr>
          <p:cNvPr id="129028" name="Rectangle 3"/>
          <p:cNvSpPr>
            <a:spLocks noGrp="1"/>
          </p:cNvSpPr>
          <p:nvPr>
            <p:ph type="title"/>
          </p:nvPr>
        </p:nvSpPr>
        <p:spPr>
          <a:xfrm>
            <a:off x="3371850" y="3086100"/>
            <a:ext cx="2743200" cy="400050"/>
          </a:xfrm>
        </p:spPr>
        <p:txBody>
          <a:bodyPr vert="horz" wrap="square" lIns="68580" tIns="34290" rIns="68580" bIns="34290" anchor="ctr"/>
          <a:p>
            <a:pPr algn="l" eaLnBrk="1" hangingPunct="1"/>
            <a:r>
              <a:rPr lang="zh-CN" altLang="en-US" sz="2100" b="1" u="sng" dirty="0">
                <a:solidFill>
                  <a:srgbClr val="FFFF00"/>
                </a:solidFill>
                <a:ea typeface="华文新魏" panose="02010800040101010101" pitchFamily="2" charset="-122"/>
              </a:rPr>
              <a:t>减法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endParaRPr lang="zh-CN" altLang="en-US" sz="2100" b="1" dirty="0">
              <a:solidFill>
                <a:srgbClr val="FF0000"/>
              </a:solidFill>
              <a:ea typeface="华文新魏" panose="02010800040101010101" pitchFamily="2" charset="-122"/>
            </a:endParaRPr>
          </a:p>
        </p:txBody>
      </p:sp>
      <p:sp>
        <p:nvSpPr>
          <p:cNvPr id="129029" name="Text Box 328"/>
          <p:cNvSpPr txBox="1"/>
          <p:nvPr/>
        </p:nvSpPr>
        <p:spPr>
          <a:xfrm>
            <a:off x="3200400" y="3543300"/>
            <a:ext cx="4800600" cy="1391285"/>
          </a:xfrm>
          <a:prstGeom prst="rect">
            <a:avLst/>
          </a:prstGeom>
          <a:noFill/>
          <a:ln w="9525">
            <a:noFill/>
          </a:ln>
        </p:spPr>
        <p:txBody>
          <a:bodyPr>
            <a:spAutoFit/>
          </a:bodyPr>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0→1</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借位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endParaRPr lang="zh-CN" altLang="en-US" sz="1800" dirty="0">
              <a:latin typeface="Times New Roman" panose="02020603050405020304" pitchFamily="18" charset="0"/>
            </a:endParaRP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减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endParaRPr lang="zh-CN" altLang="en-US" sz="1800" dirty="0">
              <a:latin typeface="Times New Roman" panose="02020603050405020304" pitchFamily="18" charset="0"/>
            </a:endParaRPr>
          </a:p>
        </p:txBody>
      </p:sp>
      <p:grpSp>
        <p:nvGrpSpPr>
          <p:cNvPr id="129030" name="Group 379"/>
          <p:cNvGrpSpPr/>
          <p:nvPr/>
        </p:nvGrpSpPr>
        <p:grpSpPr>
          <a:xfrm>
            <a:off x="568960" y="623570"/>
            <a:ext cx="2228850" cy="4019656"/>
            <a:chOff x="0" y="267"/>
            <a:chExt cx="1872" cy="3987"/>
          </a:xfrm>
        </p:grpSpPr>
        <p:sp>
          <p:nvSpPr>
            <p:cNvPr id="129298" name="Text Box 82"/>
            <p:cNvSpPr txBox="1"/>
            <p:nvPr/>
          </p:nvSpPr>
          <p:spPr>
            <a:xfrm>
              <a:off x="1488" y="350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9299" name="Text Box 83"/>
            <p:cNvSpPr txBox="1"/>
            <p:nvPr/>
          </p:nvSpPr>
          <p:spPr>
            <a:xfrm>
              <a:off x="1440" y="242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9300" name="Text Box 84"/>
            <p:cNvSpPr txBox="1"/>
            <p:nvPr/>
          </p:nvSpPr>
          <p:spPr>
            <a:xfrm>
              <a:off x="1440" y="140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9301" name="Text Box 85"/>
            <p:cNvSpPr txBox="1"/>
            <p:nvPr/>
          </p:nvSpPr>
          <p:spPr>
            <a:xfrm>
              <a:off x="1440" y="324"/>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9302" name="Text Box 5"/>
            <p:cNvSpPr txBox="1"/>
            <p:nvPr/>
          </p:nvSpPr>
          <p:spPr>
            <a:xfrm>
              <a:off x="0" y="3926"/>
              <a:ext cx="672" cy="319"/>
            </a:xfrm>
            <a:prstGeom prst="rect">
              <a:avLst/>
            </a:prstGeom>
            <a:noFill/>
            <a:ln w="28575">
              <a:noFill/>
            </a:ln>
          </p:spPr>
          <p:txBody>
            <a:bodyPr>
              <a:spAutoFit/>
            </a:bodyPr>
            <a:p>
              <a:pPr algn="l">
                <a:spcBef>
                  <a:spcPct val="50000"/>
                </a:spcBef>
              </a:pPr>
              <a:r>
                <a:rPr lang="en-US" altLang="zh-CN" sz="1500" dirty="0">
                  <a:solidFill>
                    <a:srgbClr val="FF0000"/>
                  </a:solidFill>
                  <a:latin typeface="Times New Roman" panose="02020603050405020304" pitchFamily="18" charset="0"/>
                </a:rPr>
                <a:t>CLK</a:t>
              </a:r>
              <a:endParaRPr lang="en-US" altLang="zh-CN" sz="1500" dirty="0">
                <a:solidFill>
                  <a:srgbClr val="FF0000"/>
                </a:solidFill>
                <a:latin typeface="Times New Roman" panose="02020603050405020304" pitchFamily="18" charset="0"/>
              </a:endParaRPr>
            </a:p>
          </p:txBody>
        </p:sp>
        <p:sp>
          <p:nvSpPr>
            <p:cNvPr id="129303" name="Text Box 6"/>
            <p:cNvSpPr txBox="1"/>
            <p:nvPr/>
          </p:nvSpPr>
          <p:spPr>
            <a:xfrm>
              <a:off x="192" y="355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endParaRPr lang="en-US" altLang="zh-CN" sz="1500" baseline="-25000" dirty="0">
                <a:solidFill>
                  <a:srgbClr val="FFFF00"/>
                </a:solidFill>
                <a:latin typeface="Times New Roman" panose="02020603050405020304" pitchFamily="18" charset="0"/>
              </a:endParaRPr>
            </a:p>
          </p:txBody>
        </p:sp>
        <p:sp>
          <p:nvSpPr>
            <p:cNvPr id="129304" name="Text Box 7"/>
            <p:cNvSpPr txBox="1"/>
            <p:nvPr/>
          </p:nvSpPr>
          <p:spPr>
            <a:xfrm>
              <a:off x="192" y="247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endParaRPr lang="en-US" altLang="zh-CN" sz="1500" baseline="-25000" dirty="0">
                <a:solidFill>
                  <a:srgbClr val="FFFF00"/>
                </a:solidFill>
                <a:latin typeface="Times New Roman" panose="02020603050405020304" pitchFamily="18" charset="0"/>
              </a:endParaRPr>
            </a:p>
          </p:txBody>
        </p:sp>
        <p:sp>
          <p:nvSpPr>
            <p:cNvPr id="129305" name="Line 10"/>
            <p:cNvSpPr/>
            <p:nvPr/>
          </p:nvSpPr>
          <p:spPr>
            <a:xfrm flipH="1">
              <a:off x="432" y="941"/>
              <a:ext cx="288" cy="0"/>
            </a:xfrm>
            <a:prstGeom prst="line">
              <a:avLst/>
            </a:prstGeom>
            <a:ln w="28575" cap="flat" cmpd="sng">
              <a:solidFill>
                <a:schemeClr val="bg1"/>
              </a:solidFill>
              <a:prstDash val="solid"/>
              <a:headEnd type="none" w="med" len="med"/>
              <a:tailEnd type="none" w="med" len="med"/>
            </a:ln>
          </p:spPr>
        </p:sp>
        <p:sp>
          <p:nvSpPr>
            <p:cNvPr id="129306" name="Line 11"/>
            <p:cNvSpPr/>
            <p:nvPr/>
          </p:nvSpPr>
          <p:spPr>
            <a:xfrm flipH="1">
              <a:off x="1231" y="915"/>
              <a:ext cx="113" cy="0"/>
            </a:xfrm>
            <a:prstGeom prst="line">
              <a:avLst/>
            </a:prstGeom>
            <a:ln w="28575" cap="flat" cmpd="sng">
              <a:solidFill>
                <a:schemeClr val="bg1"/>
              </a:solidFill>
              <a:prstDash val="solid"/>
              <a:headEnd type="none" w="med" len="med"/>
              <a:tailEnd type="none" w="med" len="med"/>
            </a:ln>
          </p:spPr>
        </p:sp>
        <p:sp>
          <p:nvSpPr>
            <p:cNvPr id="129307" name="Line 12"/>
            <p:cNvSpPr/>
            <p:nvPr/>
          </p:nvSpPr>
          <p:spPr>
            <a:xfrm flipH="1">
              <a:off x="441" y="509"/>
              <a:ext cx="288" cy="0"/>
            </a:xfrm>
            <a:prstGeom prst="line">
              <a:avLst/>
            </a:prstGeom>
            <a:ln w="28575" cap="flat" cmpd="sng">
              <a:solidFill>
                <a:schemeClr val="bg1"/>
              </a:solidFill>
              <a:prstDash val="solid"/>
              <a:headEnd type="none" w="med" len="med"/>
              <a:tailEnd type="none" w="med" len="med"/>
            </a:ln>
          </p:spPr>
        </p:sp>
        <p:sp>
          <p:nvSpPr>
            <p:cNvPr id="129308" name="Line 13"/>
            <p:cNvSpPr/>
            <p:nvPr/>
          </p:nvSpPr>
          <p:spPr>
            <a:xfrm flipH="1">
              <a:off x="1149" y="500"/>
              <a:ext cx="363" cy="0"/>
            </a:xfrm>
            <a:prstGeom prst="line">
              <a:avLst/>
            </a:prstGeom>
            <a:ln w="28575" cap="flat" cmpd="sng">
              <a:solidFill>
                <a:schemeClr val="bg1"/>
              </a:solidFill>
              <a:prstDash val="solid"/>
              <a:headEnd type="none" w="med" len="med"/>
              <a:tailEnd type="none" w="med" len="med"/>
            </a:ln>
          </p:spPr>
        </p:sp>
        <p:sp>
          <p:nvSpPr>
            <p:cNvPr id="129309" name="Line 14"/>
            <p:cNvSpPr/>
            <p:nvPr/>
          </p:nvSpPr>
          <p:spPr>
            <a:xfrm flipV="1">
              <a:off x="585" y="267"/>
              <a:ext cx="0" cy="245"/>
            </a:xfrm>
            <a:prstGeom prst="line">
              <a:avLst/>
            </a:prstGeom>
            <a:ln w="28575" cap="flat" cmpd="sng">
              <a:solidFill>
                <a:schemeClr val="bg1"/>
              </a:solidFill>
              <a:prstDash val="solid"/>
              <a:headEnd type="none" w="med" len="med"/>
              <a:tailEnd type="none" w="med" len="med"/>
            </a:ln>
          </p:spPr>
        </p:sp>
        <p:sp>
          <p:nvSpPr>
            <p:cNvPr id="129310" name="Line 15"/>
            <p:cNvSpPr/>
            <p:nvPr/>
          </p:nvSpPr>
          <p:spPr>
            <a:xfrm>
              <a:off x="585" y="267"/>
              <a:ext cx="768" cy="0"/>
            </a:xfrm>
            <a:prstGeom prst="line">
              <a:avLst/>
            </a:prstGeom>
            <a:ln w="28575" cap="flat" cmpd="sng">
              <a:solidFill>
                <a:schemeClr val="bg1"/>
              </a:solidFill>
              <a:prstDash val="solid"/>
              <a:headEnd type="none" w="med" len="med"/>
              <a:tailEnd type="none" w="med" len="med"/>
            </a:ln>
          </p:spPr>
        </p:sp>
        <p:sp>
          <p:nvSpPr>
            <p:cNvPr id="129311" name="Line 16"/>
            <p:cNvSpPr/>
            <p:nvPr/>
          </p:nvSpPr>
          <p:spPr>
            <a:xfrm>
              <a:off x="1353" y="276"/>
              <a:ext cx="0" cy="653"/>
            </a:xfrm>
            <a:prstGeom prst="line">
              <a:avLst/>
            </a:prstGeom>
            <a:ln w="28575" cap="flat" cmpd="sng">
              <a:solidFill>
                <a:schemeClr val="bg1"/>
              </a:solidFill>
              <a:prstDash val="solid"/>
              <a:headEnd type="none" w="med" len="med"/>
              <a:tailEnd type="none" w="med" len="med"/>
            </a:ln>
          </p:spPr>
        </p:sp>
        <p:sp>
          <p:nvSpPr>
            <p:cNvPr id="129312" name="Oval 17"/>
            <p:cNvSpPr/>
            <p:nvPr/>
          </p:nvSpPr>
          <p:spPr>
            <a:xfrm>
              <a:off x="558" y="48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13" name="Oval 18"/>
            <p:cNvSpPr/>
            <p:nvPr/>
          </p:nvSpPr>
          <p:spPr>
            <a:xfrm flipH="1">
              <a:off x="1161" y="883"/>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14" name="AutoShape 19"/>
            <p:cNvSpPr/>
            <p:nvPr/>
          </p:nvSpPr>
          <p:spPr>
            <a:xfrm>
              <a:off x="729" y="40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15" name="Line 20"/>
            <p:cNvSpPr/>
            <p:nvPr/>
          </p:nvSpPr>
          <p:spPr>
            <a:xfrm>
              <a:off x="729" y="878"/>
              <a:ext cx="48" cy="48"/>
            </a:xfrm>
            <a:prstGeom prst="line">
              <a:avLst/>
            </a:prstGeom>
            <a:ln w="28575" cap="flat" cmpd="sng">
              <a:solidFill>
                <a:schemeClr val="tx1"/>
              </a:solidFill>
              <a:prstDash val="solid"/>
              <a:headEnd type="none" w="med" len="med"/>
              <a:tailEnd type="none" w="med" len="med"/>
            </a:ln>
          </p:spPr>
        </p:sp>
        <p:sp>
          <p:nvSpPr>
            <p:cNvPr id="129316" name="Line 21"/>
            <p:cNvSpPr/>
            <p:nvPr/>
          </p:nvSpPr>
          <p:spPr>
            <a:xfrm flipH="1">
              <a:off x="729" y="935"/>
              <a:ext cx="48" cy="48"/>
            </a:xfrm>
            <a:prstGeom prst="line">
              <a:avLst/>
            </a:prstGeom>
            <a:ln w="28575" cap="flat" cmpd="sng">
              <a:solidFill>
                <a:schemeClr val="tx1"/>
              </a:solidFill>
              <a:prstDash val="solid"/>
              <a:headEnd type="none" w="med" len="med"/>
              <a:tailEnd type="none" w="med" len="med"/>
            </a:ln>
          </p:spPr>
        </p:sp>
        <p:sp>
          <p:nvSpPr>
            <p:cNvPr id="129317" name="Text Box 22"/>
            <p:cNvSpPr txBox="1"/>
            <p:nvPr/>
          </p:nvSpPr>
          <p:spPr>
            <a:xfrm>
              <a:off x="718" y="419"/>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18" name="Text Box 23"/>
            <p:cNvSpPr txBox="1"/>
            <p:nvPr/>
          </p:nvSpPr>
          <p:spPr>
            <a:xfrm>
              <a:off x="980" y="434"/>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19" name="Text Box 24"/>
            <p:cNvSpPr txBox="1"/>
            <p:nvPr/>
          </p:nvSpPr>
          <p:spPr>
            <a:xfrm>
              <a:off x="980" y="809"/>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20" name="Text Box 25"/>
            <p:cNvSpPr txBox="1"/>
            <p:nvPr/>
          </p:nvSpPr>
          <p:spPr>
            <a:xfrm>
              <a:off x="744" y="849"/>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21" name="Line 27"/>
            <p:cNvSpPr/>
            <p:nvPr/>
          </p:nvSpPr>
          <p:spPr>
            <a:xfrm flipH="1">
              <a:off x="432" y="1981"/>
              <a:ext cx="288" cy="0"/>
            </a:xfrm>
            <a:prstGeom prst="line">
              <a:avLst/>
            </a:prstGeom>
            <a:ln w="28575" cap="flat" cmpd="sng">
              <a:solidFill>
                <a:schemeClr val="bg1"/>
              </a:solidFill>
              <a:prstDash val="solid"/>
              <a:headEnd type="none" w="med" len="med"/>
              <a:tailEnd type="none" w="med" len="med"/>
            </a:ln>
          </p:spPr>
        </p:sp>
        <p:sp>
          <p:nvSpPr>
            <p:cNvPr id="129322" name="Line 28"/>
            <p:cNvSpPr/>
            <p:nvPr/>
          </p:nvSpPr>
          <p:spPr>
            <a:xfrm flipH="1">
              <a:off x="1231" y="1955"/>
              <a:ext cx="113" cy="0"/>
            </a:xfrm>
            <a:prstGeom prst="line">
              <a:avLst/>
            </a:prstGeom>
            <a:ln w="28575" cap="flat" cmpd="sng">
              <a:solidFill>
                <a:schemeClr val="bg1"/>
              </a:solidFill>
              <a:prstDash val="solid"/>
              <a:headEnd type="none" w="med" len="med"/>
              <a:tailEnd type="none" w="med" len="med"/>
            </a:ln>
          </p:spPr>
        </p:sp>
        <p:sp>
          <p:nvSpPr>
            <p:cNvPr id="129323" name="Line 29"/>
            <p:cNvSpPr/>
            <p:nvPr/>
          </p:nvSpPr>
          <p:spPr>
            <a:xfrm flipH="1">
              <a:off x="441" y="1549"/>
              <a:ext cx="288" cy="0"/>
            </a:xfrm>
            <a:prstGeom prst="line">
              <a:avLst/>
            </a:prstGeom>
            <a:ln w="28575" cap="flat" cmpd="sng">
              <a:solidFill>
                <a:schemeClr val="bg1"/>
              </a:solidFill>
              <a:prstDash val="solid"/>
              <a:headEnd type="none" w="med" len="med"/>
              <a:tailEnd type="none" w="med" len="med"/>
            </a:ln>
          </p:spPr>
        </p:sp>
        <p:sp>
          <p:nvSpPr>
            <p:cNvPr id="129324" name="Line 30"/>
            <p:cNvSpPr/>
            <p:nvPr/>
          </p:nvSpPr>
          <p:spPr>
            <a:xfrm flipH="1">
              <a:off x="1149" y="1540"/>
              <a:ext cx="363" cy="0"/>
            </a:xfrm>
            <a:prstGeom prst="line">
              <a:avLst/>
            </a:prstGeom>
            <a:ln w="28575" cap="flat" cmpd="sng">
              <a:solidFill>
                <a:schemeClr val="bg1"/>
              </a:solidFill>
              <a:prstDash val="solid"/>
              <a:headEnd type="none" w="med" len="med"/>
              <a:tailEnd type="none" w="med" len="med"/>
            </a:ln>
          </p:spPr>
        </p:sp>
        <p:sp>
          <p:nvSpPr>
            <p:cNvPr id="129325" name="Line 31"/>
            <p:cNvSpPr/>
            <p:nvPr/>
          </p:nvSpPr>
          <p:spPr>
            <a:xfrm flipV="1">
              <a:off x="585" y="1319"/>
              <a:ext cx="0" cy="245"/>
            </a:xfrm>
            <a:prstGeom prst="line">
              <a:avLst/>
            </a:prstGeom>
            <a:ln w="28575" cap="flat" cmpd="sng">
              <a:solidFill>
                <a:schemeClr val="bg1"/>
              </a:solidFill>
              <a:prstDash val="solid"/>
              <a:headEnd type="none" w="med" len="med"/>
              <a:tailEnd type="none" w="med" len="med"/>
            </a:ln>
          </p:spPr>
        </p:sp>
        <p:sp>
          <p:nvSpPr>
            <p:cNvPr id="129326" name="Line 32"/>
            <p:cNvSpPr/>
            <p:nvPr/>
          </p:nvSpPr>
          <p:spPr>
            <a:xfrm>
              <a:off x="585" y="1319"/>
              <a:ext cx="768" cy="0"/>
            </a:xfrm>
            <a:prstGeom prst="line">
              <a:avLst/>
            </a:prstGeom>
            <a:ln w="28575" cap="flat" cmpd="sng">
              <a:solidFill>
                <a:schemeClr val="bg1"/>
              </a:solidFill>
              <a:prstDash val="solid"/>
              <a:headEnd type="none" w="med" len="med"/>
              <a:tailEnd type="none" w="med" len="med"/>
            </a:ln>
          </p:spPr>
        </p:sp>
        <p:sp>
          <p:nvSpPr>
            <p:cNvPr id="129327" name="Line 33"/>
            <p:cNvSpPr/>
            <p:nvPr/>
          </p:nvSpPr>
          <p:spPr>
            <a:xfrm>
              <a:off x="1353" y="1316"/>
              <a:ext cx="0" cy="653"/>
            </a:xfrm>
            <a:prstGeom prst="line">
              <a:avLst/>
            </a:prstGeom>
            <a:ln w="28575" cap="flat" cmpd="sng">
              <a:solidFill>
                <a:schemeClr val="bg1"/>
              </a:solidFill>
              <a:prstDash val="solid"/>
              <a:headEnd type="none" w="med" len="med"/>
              <a:tailEnd type="none" w="med" len="med"/>
            </a:ln>
          </p:spPr>
        </p:sp>
        <p:sp>
          <p:nvSpPr>
            <p:cNvPr id="129328" name="Oval 34"/>
            <p:cNvSpPr/>
            <p:nvPr/>
          </p:nvSpPr>
          <p:spPr>
            <a:xfrm>
              <a:off x="558" y="153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29" name="Oval 35"/>
            <p:cNvSpPr/>
            <p:nvPr/>
          </p:nvSpPr>
          <p:spPr>
            <a:xfrm flipH="1">
              <a:off x="1161" y="1923"/>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30" name="AutoShape 36"/>
            <p:cNvSpPr/>
            <p:nvPr/>
          </p:nvSpPr>
          <p:spPr>
            <a:xfrm>
              <a:off x="729" y="144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31" name="Line 37"/>
            <p:cNvSpPr/>
            <p:nvPr/>
          </p:nvSpPr>
          <p:spPr>
            <a:xfrm>
              <a:off x="729" y="1918"/>
              <a:ext cx="48" cy="48"/>
            </a:xfrm>
            <a:prstGeom prst="line">
              <a:avLst/>
            </a:prstGeom>
            <a:ln w="28575" cap="flat" cmpd="sng">
              <a:solidFill>
                <a:schemeClr val="tx1"/>
              </a:solidFill>
              <a:prstDash val="solid"/>
              <a:headEnd type="none" w="med" len="med"/>
              <a:tailEnd type="none" w="med" len="med"/>
            </a:ln>
          </p:spPr>
        </p:sp>
        <p:sp>
          <p:nvSpPr>
            <p:cNvPr id="129332" name="Line 38"/>
            <p:cNvSpPr/>
            <p:nvPr/>
          </p:nvSpPr>
          <p:spPr>
            <a:xfrm flipH="1">
              <a:off x="729" y="1975"/>
              <a:ext cx="48" cy="48"/>
            </a:xfrm>
            <a:prstGeom prst="line">
              <a:avLst/>
            </a:prstGeom>
            <a:ln w="28575" cap="flat" cmpd="sng">
              <a:solidFill>
                <a:schemeClr val="tx1"/>
              </a:solidFill>
              <a:prstDash val="solid"/>
              <a:headEnd type="none" w="med" len="med"/>
              <a:tailEnd type="none" w="med" len="med"/>
            </a:ln>
          </p:spPr>
        </p:sp>
        <p:sp>
          <p:nvSpPr>
            <p:cNvPr id="129333" name="Text Box 39"/>
            <p:cNvSpPr txBox="1"/>
            <p:nvPr/>
          </p:nvSpPr>
          <p:spPr>
            <a:xfrm>
              <a:off x="718" y="1459"/>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34" name="Text Box 40"/>
            <p:cNvSpPr txBox="1"/>
            <p:nvPr/>
          </p:nvSpPr>
          <p:spPr>
            <a:xfrm>
              <a:off x="980" y="1474"/>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35" name="Text Box 41"/>
            <p:cNvSpPr txBox="1"/>
            <p:nvPr/>
          </p:nvSpPr>
          <p:spPr>
            <a:xfrm>
              <a:off x="980" y="1849"/>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36" name="Text Box 42"/>
            <p:cNvSpPr txBox="1"/>
            <p:nvPr/>
          </p:nvSpPr>
          <p:spPr>
            <a:xfrm>
              <a:off x="744" y="1889"/>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37" name="Line 44"/>
            <p:cNvSpPr/>
            <p:nvPr/>
          </p:nvSpPr>
          <p:spPr>
            <a:xfrm flipH="1">
              <a:off x="432" y="3033"/>
              <a:ext cx="288" cy="0"/>
            </a:xfrm>
            <a:prstGeom prst="line">
              <a:avLst/>
            </a:prstGeom>
            <a:ln w="28575" cap="flat" cmpd="sng">
              <a:solidFill>
                <a:schemeClr val="bg1"/>
              </a:solidFill>
              <a:prstDash val="solid"/>
              <a:headEnd type="none" w="med" len="med"/>
              <a:tailEnd type="none" w="med" len="med"/>
            </a:ln>
          </p:spPr>
        </p:sp>
        <p:sp>
          <p:nvSpPr>
            <p:cNvPr id="129338" name="Line 45"/>
            <p:cNvSpPr/>
            <p:nvPr/>
          </p:nvSpPr>
          <p:spPr>
            <a:xfrm flipH="1">
              <a:off x="1231" y="3007"/>
              <a:ext cx="113" cy="0"/>
            </a:xfrm>
            <a:prstGeom prst="line">
              <a:avLst/>
            </a:prstGeom>
            <a:ln w="28575" cap="flat" cmpd="sng">
              <a:solidFill>
                <a:schemeClr val="bg1"/>
              </a:solidFill>
              <a:prstDash val="solid"/>
              <a:headEnd type="none" w="med" len="med"/>
              <a:tailEnd type="none" w="med" len="med"/>
            </a:ln>
          </p:spPr>
        </p:sp>
        <p:sp>
          <p:nvSpPr>
            <p:cNvPr id="129339" name="Line 46"/>
            <p:cNvSpPr/>
            <p:nvPr/>
          </p:nvSpPr>
          <p:spPr>
            <a:xfrm flipH="1">
              <a:off x="441" y="2601"/>
              <a:ext cx="288" cy="0"/>
            </a:xfrm>
            <a:prstGeom prst="line">
              <a:avLst/>
            </a:prstGeom>
            <a:ln w="28575" cap="flat" cmpd="sng">
              <a:solidFill>
                <a:schemeClr val="bg1"/>
              </a:solidFill>
              <a:prstDash val="solid"/>
              <a:headEnd type="none" w="med" len="med"/>
              <a:tailEnd type="none" w="med" len="med"/>
            </a:ln>
          </p:spPr>
        </p:sp>
        <p:sp>
          <p:nvSpPr>
            <p:cNvPr id="129340" name="Line 47"/>
            <p:cNvSpPr/>
            <p:nvPr/>
          </p:nvSpPr>
          <p:spPr>
            <a:xfrm flipH="1">
              <a:off x="1149" y="2592"/>
              <a:ext cx="363" cy="0"/>
            </a:xfrm>
            <a:prstGeom prst="line">
              <a:avLst/>
            </a:prstGeom>
            <a:ln w="28575" cap="flat" cmpd="sng">
              <a:solidFill>
                <a:schemeClr val="bg1"/>
              </a:solidFill>
              <a:prstDash val="solid"/>
              <a:headEnd type="none" w="med" len="med"/>
              <a:tailEnd type="none" w="med" len="med"/>
            </a:ln>
          </p:spPr>
        </p:sp>
        <p:sp>
          <p:nvSpPr>
            <p:cNvPr id="129341" name="Line 48"/>
            <p:cNvSpPr/>
            <p:nvPr/>
          </p:nvSpPr>
          <p:spPr>
            <a:xfrm flipV="1">
              <a:off x="585" y="2359"/>
              <a:ext cx="0" cy="245"/>
            </a:xfrm>
            <a:prstGeom prst="line">
              <a:avLst/>
            </a:prstGeom>
            <a:ln w="28575" cap="flat" cmpd="sng">
              <a:solidFill>
                <a:schemeClr val="bg1"/>
              </a:solidFill>
              <a:prstDash val="solid"/>
              <a:headEnd type="none" w="med" len="med"/>
              <a:tailEnd type="none" w="med" len="med"/>
            </a:ln>
          </p:spPr>
        </p:sp>
        <p:sp>
          <p:nvSpPr>
            <p:cNvPr id="129342" name="Line 49"/>
            <p:cNvSpPr/>
            <p:nvPr/>
          </p:nvSpPr>
          <p:spPr>
            <a:xfrm>
              <a:off x="585" y="2359"/>
              <a:ext cx="768" cy="0"/>
            </a:xfrm>
            <a:prstGeom prst="line">
              <a:avLst/>
            </a:prstGeom>
            <a:ln w="28575" cap="flat" cmpd="sng">
              <a:solidFill>
                <a:schemeClr val="bg1"/>
              </a:solidFill>
              <a:prstDash val="solid"/>
              <a:headEnd type="none" w="med" len="med"/>
              <a:tailEnd type="none" w="med" len="med"/>
            </a:ln>
          </p:spPr>
        </p:sp>
        <p:sp>
          <p:nvSpPr>
            <p:cNvPr id="129343" name="Line 50"/>
            <p:cNvSpPr/>
            <p:nvPr/>
          </p:nvSpPr>
          <p:spPr>
            <a:xfrm>
              <a:off x="1353" y="2368"/>
              <a:ext cx="0" cy="653"/>
            </a:xfrm>
            <a:prstGeom prst="line">
              <a:avLst/>
            </a:prstGeom>
            <a:ln w="28575" cap="flat" cmpd="sng">
              <a:solidFill>
                <a:schemeClr val="bg1"/>
              </a:solidFill>
              <a:prstDash val="solid"/>
              <a:headEnd type="none" w="med" len="med"/>
              <a:tailEnd type="none" w="med" len="med"/>
            </a:ln>
          </p:spPr>
        </p:sp>
        <p:sp>
          <p:nvSpPr>
            <p:cNvPr id="129344" name="Oval 51"/>
            <p:cNvSpPr/>
            <p:nvPr/>
          </p:nvSpPr>
          <p:spPr>
            <a:xfrm>
              <a:off x="558" y="257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45" name="Oval 52"/>
            <p:cNvSpPr/>
            <p:nvPr/>
          </p:nvSpPr>
          <p:spPr>
            <a:xfrm flipH="1">
              <a:off x="1161" y="2975"/>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46" name="AutoShape 53"/>
            <p:cNvSpPr/>
            <p:nvPr/>
          </p:nvSpPr>
          <p:spPr>
            <a:xfrm>
              <a:off x="729" y="2496"/>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47" name="Line 54"/>
            <p:cNvSpPr/>
            <p:nvPr/>
          </p:nvSpPr>
          <p:spPr>
            <a:xfrm>
              <a:off x="729" y="2970"/>
              <a:ext cx="48" cy="48"/>
            </a:xfrm>
            <a:prstGeom prst="line">
              <a:avLst/>
            </a:prstGeom>
            <a:ln w="28575" cap="flat" cmpd="sng">
              <a:solidFill>
                <a:schemeClr val="tx1"/>
              </a:solidFill>
              <a:prstDash val="solid"/>
              <a:headEnd type="none" w="med" len="med"/>
              <a:tailEnd type="none" w="med" len="med"/>
            </a:ln>
          </p:spPr>
        </p:sp>
        <p:sp>
          <p:nvSpPr>
            <p:cNvPr id="129348" name="Line 55"/>
            <p:cNvSpPr/>
            <p:nvPr/>
          </p:nvSpPr>
          <p:spPr>
            <a:xfrm flipH="1">
              <a:off x="729" y="3027"/>
              <a:ext cx="48" cy="48"/>
            </a:xfrm>
            <a:prstGeom prst="line">
              <a:avLst/>
            </a:prstGeom>
            <a:ln w="28575" cap="flat" cmpd="sng">
              <a:solidFill>
                <a:schemeClr val="tx1"/>
              </a:solidFill>
              <a:prstDash val="solid"/>
              <a:headEnd type="none" w="med" len="med"/>
              <a:tailEnd type="none" w="med" len="med"/>
            </a:ln>
          </p:spPr>
        </p:sp>
        <p:sp>
          <p:nvSpPr>
            <p:cNvPr id="129349" name="Text Box 56"/>
            <p:cNvSpPr txBox="1"/>
            <p:nvPr/>
          </p:nvSpPr>
          <p:spPr>
            <a:xfrm>
              <a:off x="718" y="2511"/>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50" name="Text Box 57"/>
            <p:cNvSpPr txBox="1"/>
            <p:nvPr/>
          </p:nvSpPr>
          <p:spPr>
            <a:xfrm>
              <a:off x="980" y="2526"/>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51" name="Text Box 58"/>
            <p:cNvSpPr txBox="1"/>
            <p:nvPr/>
          </p:nvSpPr>
          <p:spPr>
            <a:xfrm>
              <a:off x="980" y="2901"/>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52" name="Text Box 59"/>
            <p:cNvSpPr txBox="1"/>
            <p:nvPr/>
          </p:nvSpPr>
          <p:spPr>
            <a:xfrm>
              <a:off x="744" y="2941"/>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53" name="Line 61"/>
            <p:cNvSpPr/>
            <p:nvPr/>
          </p:nvSpPr>
          <p:spPr>
            <a:xfrm flipH="1">
              <a:off x="432" y="4089"/>
              <a:ext cx="288" cy="0"/>
            </a:xfrm>
            <a:prstGeom prst="line">
              <a:avLst/>
            </a:prstGeom>
            <a:ln w="28575" cap="flat" cmpd="sng">
              <a:solidFill>
                <a:schemeClr val="bg1"/>
              </a:solidFill>
              <a:prstDash val="solid"/>
              <a:headEnd type="none" w="med" len="med"/>
              <a:tailEnd type="none" w="med" len="med"/>
            </a:ln>
          </p:spPr>
        </p:sp>
        <p:sp>
          <p:nvSpPr>
            <p:cNvPr id="129354" name="Line 62"/>
            <p:cNvSpPr/>
            <p:nvPr/>
          </p:nvSpPr>
          <p:spPr>
            <a:xfrm flipH="1">
              <a:off x="1231" y="4063"/>
              <a:ext cx="113" cy="0"/>
            </a:xfrm>
            <a:prstGeom prst="line">
              <a:avLst/>
            </a:prstGeom>
            <a:ln w="28575" cap="flat" cmpd="sng">
              <a:solidFill>
                <a:schemeClr val="bg1"/>
              </a:solidFill>
              <a:prstDash val="solid"/>
              <a:headEnd type="none" w="med" len="med"/>
              <a:tailEnd type="none" w="med" len="med"/>
            </a:ln>
          </p:spPr>
        </p:sp>
        <p:sp>
          <p:nvSpPr>
            <p:cNvPr id="129355" name="Line 63"/>
            <p:cNvSpPr/>
            <p:nvPr/>
          </p:nvSpPr>
          <p:spPr>
            <a:xfrm flipH="1">
              <a:off x="441" y="3657"/>
              <a:ext cx="288" cy="0"/>
            </a:xfrm>
            <a:prstGeom prst="line">
              <a:avLst/>
            </a:prstGeom>
            <a:ln w="28575" cap="flat" cmpd="sng">
              <a:solidFill>
                <a:schemeClr val="bg1"/>
              </a:solidFill>
              <a:prstDash val="solid"/>
              <a:headEnd type="none" w="med" len="med"/>
              <a:tailEnd type="none" w="med" len="med"/>
            </a:ln>
          </p:spPr>
        </p:sp>
        <p:sp>
          <p:nvSpPr>
            <p:cNvPr id="129356" name="Line 64"/>
            <p:cNvSpPr/>
            <p:nvPr/>
          </p:nvSpPr>
          <p:spPr>
            <a:xfrm flipH="1">
              <a:off x="1149" y="3648"/>
              <a:ext cx="363" cy="0"/>
            </a:xfrm>
            <a:prstGeom prst="line">
              <a:avLst/>
            </a:prstGeom>
            <a:ln w="28575" cap="flat" cmpd="sng">
              <a:solidFill>
                <a:schemeClr val="bg1"/>
              </a:solidFill>
              <a:prstDash val="solid"/>
              <a:headEnd type="none" w="med" len="med"/>
              <a:tailEnd type="none" w="med" len="med"/>
            </a:ln>
          </p:spPr>
        </p:sp>
        <p:sp>
          <p:nvSpPr>
            <p:cNvPr id="129357" name="Line 65"/>
            <p:cNvSpPr/>
            <p:nvPr/>
          </p:nvSpPr>
          <p:spPr>
            <a:xfrm flipV="1">
              <a:off x="585" y="3415"/>
              <a:ext cx="0" cy="245"/>
            </a:xfrm>
            <a:prstGeom prst="line">
              <a:avLst/>
            </a:prstGeom>
            <a:ln w="28575" cap="flat" cmpd="sng">
              <a:solidFill>
                <a:schemeClr val="bg1"/>
              </a:solidFill>
              <a:prstDash val="solid"/>
              <a:headEnd type="none" w="med" len="med"/>
              <a:tailEnd type="none" w="med" len="med"/>
            </a:ln>
          </p:spPr>
        </p:sp>
        <p:sp>
          <p:nvSpPr>
            <p:cNvPr id="129358" name="Line 66"/>
            <p:cNvSpPr/>
            <p:nvPr/>
          </p:nvSpPr>
          <p:spPr>
            <a:xfrm>
              <a:off x="585" y="3415"/>
              <a:ext cx="768" cy="0"/>
            </a:xfrm>
            <a:prstGeom prst="line">
              <a:avLst/>
            </a:prstGeom>
            <a:ln w="28575" cap="flat" cmpd="sng">
              <a:solidFill>
                <a:schemeClr val="bg1"/>
              </a:solidFill>
              <a:prstDash val="solid"/>
              <a:headEnd type="none" w="med" len="med"/>
              <a:tailEnd type="none" w="med" len="med"/>
            </a:ln>
          </p:spPr>
        </p:sp>
        <p:sp>
          <p:nvSpPr>
            <p:cNvPr id="129359" name="Line 67"/>
            <p:cNvSpPr/>
            <p:nvPr/>
          </p:nvSpPr>
          <p:spPr>
            <a:xfrm>
              <a:off x="1353" y="3424"/>
              <a:ext cx="0" cy="653"/>
            </a:xfrm>
            <a:prstGeom prst="line">
              <a:avLst/>
            </a:prstGeom>
            <a:ln w="28575" cap="flat" cmpd="sng">
              <a:solidFill>
                <a:schemeClr val="bg1"/>
              </a:solidFill>
              <a:prstDash val="solid"/>
              <a:headEnd type="none" w="med" len="med"/>
              <a:tailEnd type="none" w="med" len="med"/>
            </a:ln>
          </p:spPr>
        </p:sp>
        <p:sp>
          <p:nvSpPr>
            <p:cNvPr id="129360" name="Oval 68"/>
            <p:cNvSpPr/>
            <p:nvPr/>
          </p:nvSpPr>
          <p:spPr>
            <a:xfrm>
              <a:off x="558" y="3629"/>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61" name="Oval 69"/>
            <p:cNvSpPr/>
            <p:nvPr/>
          </p:nvSpPr>
          <p:spPr>
            <a:xfrm flipH="1">
              <a:off x="1161" y="4031"/>
              <a:ext cx="68" cy="68"/>
            </a:xfrm>
            <a:prstGeom prst="ellipse">
              <a:avLst/>
            </a:prstGeom>
            <a:noFill/>
            <a:ln w="28575" cap="flat" cmpd="sng">
              <a:solidFill>
                <a:schemeClr val="bg1"/>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62" name="AutoShape 70"/>
            <p:cNvSpPr/>
            <p:nvPr/>
          </p:nvSpPr>
          <p:spPr>
            <a:xfrm>
              <a:off x="729" y="3552"/>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p>
              <a:endParaRPr lang="en-US" altLang="zh-CN" sz="1350" b="0" dirty="0">
                <a:solidFill>
                  <a:schemeClr val="tx1"/>
                </a:solidFill>
                <a:latin typeface="Times New Roman" panose="02020603050405020304" pitchFamily="18" charset="0"/>
              </a:endParaRPr>
            </a:p>
          </p:txBody>
        </p:sp>
        <p:sp>
          <p:nvSpPr>
            <p:cNvPr id="129363" name="Line 71"/>
            <p:cNvSpPr/>
            <p:nvPr/>
          </p:nvSpPr>
          <p:spPr>
            <a:xfrm>
              <a:off x="729" y="4026"/>
              <a:ext cx="48" cy="48"/>
            </a:xfrm>
            <a:prstGeom prst="line">
              <a:avLst/>
            </a:prstGeom>
            <a:ln w="28575" cap="flat" cmpd="sng">
              <a:solidFill>
                <a:schemeClr val="tx1"/>
              </a:solidFill>
              <a:prstDash val="solid"/>
              <a:headEnd type="none" w="med" len="med"/>
              <a:tailEnd type="none" w="med" len="med"/>
            </a:ln>
          </p:spPr>
        </p:sp>
        <p:sp>
          <p:nvSpPr>
            <p:cNvPr id="129364" name="Line 72"/>
            <p:cNvSpPr/>
            <p:nvPr/>
          </p:nvSpPr>
          <p:spPr>
            <a:xfrm flipH="1">
              <a:off x="729" y="4083"/>
              <a:ext cx="48" cy="48"/>
            </a:xfrm>
            <a:prstGeom prst="line">
              <a:avLst/>
            </a:prstGeom>
            <a:ln w="28575" cap="flat" cmpd="sng">
              <a:solidFill>
                <a:schemeClr val="tx1"/>
              </a:solidFill>
              <a:prstDash val="solid"/>
              <a:headEnd type="none" w="med" len="med"/>
              <a:tailEnd type="none" w="med" len="med"/>
            </a:ln>
          </p:spPr>
        </p:sp>
        <p:sp>
          <p:nvSpPr>
            <p:cNvPr id="129365" name="Text Box 73"/>
            <p:cNvSpPr txBox="1"/>
            <p:nvPr/>
          </p:nvSpPr>
          <p:spPr>
            <a:xfrm>
              <a:off x="718" y="3567"/>
              <a:ext cx="500" cy="273"/>
            </a:xfrm>
            <a:prstGeom prst="rect">
              <a:avLst/>
            </a:prstGeom>
            <a:noFill/>
            <a:ln w="28575">
              <a:noFill/>
            </a:ln>
          </p:spPr>
          <p:txBody>
            <a:bodyPr>
              <a:spAutoFit/>
            </a:bodyPr>
            <a:p>
              <a:pPr algn="l"/>
              <a:r>
                <a:rPr lang="en-US" altLang="zh-CN" sz="1200" b="0" dirty="0">
                  <a:solidFill>
                    <a:schemeClr val="tx1"/>
                  </a:solidFill>
                  <a:latin typeface="Times New Roman" panose="02020603050405020304" pitchFamily="18" charset="0"/>
                </a:rPr>
                <a:t>D</a:t>
              </a:r>
              <a:endParaRPr lang="en-US" altLang="zh-CN" sz="1200" b="0" dirty="0">
                <a:solidFill>
                  <a:schemeClr val="tx1"/>
                </a:solidFill>
                <a:latin typeface="Times New Roman" panose="02020603050405020304" pitchFamily="18" charset="0"/>
              </a:endParaRPr>
            </a:p>
          </p:txBody>
        </p:sp>
        <p:sp>
          <p:nvSpPr>
            <p:cNvPr id="129366" name="Text Box 74"/>
            <p:cNvSpPr txBox="1"/>
            <p:nvPr/>
          </p:nvSpPr>
          <p:spPr>
            <a:xfrm>
              <a:off x="980" y="3582"/>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67" name="Text Box 75"/>
            <p:cNvSpPr txBox="1"/>
            <p:nvPr/>
          </p:nvSpPr>
          <p:spPr>
            <a:xfrm>
              <a:off x="980" y="3957"/>
              <a:ext cx="258" cy="297"/>
            </a:xfrm>
            <a:prstGeom prst="rect">
              <a:avLst/>
            </a:prstGeom>
            <a:noFill/>
            <a:ln w="28575">
              <a:noFill/>
            </a:ln>
          </p:spPr>
          <p:txBody>
            <a:bodyPr wrap="square">
              <a:spAutoFit/>
            </a:bodyPr>
            <a:p>
              <a:pPr algn="l"/>
              <a:r>
                <a:rPr lang="en-US" altLang="zh-CN" sz="1350" b="0" dirty="0">
                  <a:solidFill>
                    <a:schemeClr val="tx1"/>
                  </a:solidFill>
                  <a:latin typeface="Times New Roman" panose="02020603050405020304" pitchFamily="18" charset="0"/>
                </a:rPr>
                <a:t>Q</a:t>
              </a:r>
              <a:endParaRPr lang="en-US" altLang="zh-CN" sz="1350" b="0" dirty="0">
                <a:solidFill>
                  <a:schemeClr val="tx1"/>
                </a:solidFill>
                <a:latin typeface="Times New Roman" panose="02020603050405020304" pitchFamily="18" charset="0"/>
              </a:endParaRPr>
            </a:p>
          </p:txBody>
        </p:sp>
        <p:sp>
          <p:nvSpPr>
            <p:cNvPr id="129368" name="Text Box 76"/>
            <p:cNvSpPr txBox="1"/>
            <p:nvPr/>
          </p:nvSpPr>
          <p:spPr>
            <a:xfrm>
              <a:off x="744" y="3997"/>
              <a:ext cx="346" cy="228"/>
            </a:xfrm>
            <a:prstGeom prst="rect">
              <a:avLst/>
            </a:prstGeom>
            <a:noFill/>
            <a:ln w="28575">
              <a:noFill/>
            </a:ln>
          </p:spPr>
          <p:txBody>
            <a:bodyPr wrap="square">
              <a:spAutoFit/>
            </a:bodyPr>
            <a:p>
              <a:pPr algn="l"/>
              <a:r>
                <a:rPr lang="en-US" altLang="zh-CN" sz="900" b="0" dirty="0">
                  <a:solidFill>
                    <a:schemeClr val="tx1"/>
                  </a:solidFill>
                  <a:latin typeface="Times New Roman" panose="02020603050405020304" pitchFamily="18" charset="0"/>
                </a:rPr>
                <a:t>CLK</a:t>
              </a:r>
              <a:endParaRPr lang="en-US" altLang="zh-CN" sz="900" b="0" dirty="0">
                <a:solidFill>
                  <a:schemeClr val="tx1"/>
                </a:solidFill>
                <a:latin typeface="Times New Roman" panose="02020603050405020304" pitchFamily="18" charset="0"/>
              </a:endParaRPr>
            </a:p>
          </p:txBody>
        </p:sp>
        <p:sp>
          <p:nvSpPr>
            <p:cNvPr id="129369" name="Line 77"/>
            <p:cNvSpPr/>
            <p:nvPr/>
          </p:nvSpPr>
          <p:spPr>
            <a:xfrm>
              <a:off x="432" y="3032"/>
              <a:ext cx="0" cy="227"/>
            </a:xfrm>
            <a:prstGeom prst="line">
              <a:avLst/>
            </a:prstGeom>
            <a:ln w="28575" cap="flat" cmpd="sng">
              <a:solidFill>
                <a:srgbClr val="FF9900"/>
              </a:solidFill>
              <a:prstDash val="solid"/>
              <a:headEnd type="none" w="med" len="med"/>
              <a:tailEnd type="none" w="med" len="med"/>
            </a:ln>
          </p:spPr>
        </p:sp>
        <p:sp>
          <p:nvSpPr>
            <p:cNvPr id="129370" name="Line 78"/>
            <p:cNvSpPr/>
            <p:nvPr/>
          </p:nvSpPr>
          <p:spPr>
            <a:xfrm>
              <a:off x="432" y="1988"/>
              <a:ext cx="0" cy="227"/>
            </a:xfrm>
            <a:prstGeom prst="line">
              <a:avLst/>
            </a:prstGeom>
            <a:ln w="28575" cap="flat" cmpd="sng">
              <a:solidFill>
                <a:srgbClr val="FF9900"/>
              </a:solidFill>
              <a:prstDash val="solid"/>
              <a:headEnd type="none" w="med" len="med"/>
              <a:tailEnd type="none" w="med" len="med"/>
            </a:ln>
          </p:spPr>
        </p:sp>
        <p:sp>
          <p:nvSpPr>
            <p:cNvPr id="129371" name="Line 79"/>
            <p:cNvSpPr/>
            <p:nvPr/>
          </p:nvSpPr>
          <p:spPr>
            <a:xfrm>
              <a:off x="432" y="944"/>
              <a:ext cx="0" cy="227"/>
            </a:xfrm>
            <a:prstGeom prst="line">
              <a:avLst/>
            </a:prstGeom>
            <a:ln w="28575" cap="flat" cmpd="sng">
              <a:solidFill>
                <a:srgbClr val="FF9900"/>
              </a:solidFill>
              <a:prstDash val="solid"/>
              <a:headEnd type="none" w="med" len="med"/>
              <a:tailEnd type="none" w="med" len="med"/>
            </a:ln>
          </p:spPr>
        </p:sp>
        <p:sp>
          <p:nvSpPr>
            <p:cNvPr id="129372" name="Text Box 80"/>
            <p:cNvSpPr txBox="1"/>
            <p:nvPr/>
          </p:nvSpPr>
          <p:spPr>
            <a:xfrm>
              <a:off x="192" y="145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endParaRPr lang="en-US" altLang="zh-CN" sz="1500" baseline="-25000" dirty="0">
                <a:solidFill>
                  <a:srgbClr val="FFFF00"/>
                </a:solidFill>
                <a:latin typeface="Times New Roman" panose="02020603050405020304" pitchFamily="18" charset="0"/>
              </a:endParaRPr>
            </a:p>
          </p:txBody>
        </p:sp>
        <p:sp>
          <p:nvSpPr>
            <p:cNvPr id="129373" name="Text Box 81"/>
            <p:cNvSpPr txBox="1"/>
            <p:nvPr/>
          </p:nvSpPr>
          <p:spPr>
            <a:xfrm>
              <a:off x="192" y="372"/>
              <a:ext cx="384" cy="319"/>
            </a:xfrm>
            <a:prstGeom prst="rect">
              <a:avLst/>
            </a:prstGeom>
            <a:noFill/>
            <a:ln w="28575">
              <a:noFill/>
            </a:ln>
          </p:spPr>
          <p:txBody>
            <a:bodyPr>
              <a:spAutoFit/>
            </a:bodyPr>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endParaRPr lang="en-US" altLang="zh-CN" sz="1500" baseline="-25000" dirty="0">
                <a:solidFill>
                  <a:srgbClr val="FFFF00"/>
                </a:solidFill>
                <a:latin typeface="Times New Roman" panose="02020603050405020304" pitchFamily="18" charset="0"/>
              </a:endParaRPr>
            </a:p>
          </p:txBody>
        </p:sp>
        <p:sp>
          <p:nvSpPr>
            <p:cNvPr id="129374" name="Line 330"/>
            <p:cNvSpPr/>
            <p:nvPr/>
          </p:nvSpPr>
          <p:spPr>
            <a:xfrm>
              <a:off x="432" y="1164"/>
              <a:ext cx="1004" cy="0"/>
            </a:xfrm>
            <a:prstGeom prst="line">
              <a:avLst/>
            </a:prstGeom>
            <a:ln w="28575" cap="flat" cmpd="sng">
              <a:solidFill>
                <a:srgbClr val="FF9900"/>
              </a:solidFill>
              <a:prstDash val="solid"/>
              <a:headEnd type="none" w="med" len="med"/>
              <a:tailEnd type="none" w="med" len="med"/>
            </a:ln>
          </p:spPr>
        </p:sp>
        <p:sp>
          <p:nvSpPr>
            <p:cNvPr id="129375" name="Line 331"/>
            <p:cNvSpPr/>
            <p:nvPr/>
          </p:nvSpPr>
          <p:spPr>
            <a:xfrm>
              <a:off x="432" y="2208"/>
              <a:ext cx="1004" cy="0"/>
            </a:xfrm>
            <a:prstGeom prst="line">
              <a:avLst/>
            </a:prstGeom>
            <a:ln w="28575" cap="flat" cmpd="sng">
              <a:solidFill>
                <a:srgbClr val="FF9900"/>
              </a:solidFill>
              <a:prstDash val="solid"/>
              <a:headEnd type="none" w="med" len="med"/>
              <a:tailEnd type="none" w="med" len="med"/>
            </a:ln>
          </p:spPr>
        </p:sp>
        <p:sp>
          <p:nvSpPr>
            <p:cNvPr id="129376" name="Line 332"/>
            <p:cNvSpPr/>
            <p:nvPr/>
          </p:nvSpPr>
          <p:spPr>
            <a:xfrm>
              <a:off x="432" y="3252"/>
              <a:ext cx="1004" cy="0"/>
            </a:xfrm>
            <a:prstGeom prst="line">
              <a:avLst/>
            </a:prstGeom>
            <a:ln w="28575" cap="flat" cmpd="sng">
              <a:solidFill>
                <a:srgbClr val="FF9900"/>
              </a:solidFill>
              <a:prstDash val="solid"/>
              <a:headEnd type="none" w="med" len="med"/>
              <a:tailEnd type="none" w="med" len="med"/>
            </a:ln>
          </p:spPr>
        </p:sp>
        <p:sp>
          <p:nvSpPr>
            <p:cNvPr id="129377" name="Line 333"/>
            <p:cNvSpPr/>
            <p:nvPr/>
          </p:nvSpPr>
          <p:spPr>
            <a:xfrm>
              <a:off x="1440" y="1161"/>
              <a:ext cx="0" cy="363"/>
            </a:xfrm>
            <a:prstGeom prst="line">
              <a:avLst/>
            </a:prstGeom>
            <a:ln w="28575" cap="flat" cmpd="sng">
              <a:solidFill>
                <a:srgbClr val="FF9900"/>
              </a:solidFill>
              <a:prstDash val="solid"/>
              <a:headEnd type="none" w="med" len="med"/>
              <a:tailEnd type="none" w="med" len="med"/>
            </a:ln>
          </p:spPr>
        </p:sp>
        <p:sp>
          <p:nvSpPr>
            <p:cNvPr id="129378" name="Line 334"/>
            <p:cNvSpPr/>
            <p:nvPr/>
          </p:nvSpPr>
          <p:spPr>
            <a:xfrm>
              <a:off x="1440" y="2208"/>
              <a:ext cx="0" cy="385"/>
            </a:xfrm>
            <a:prstGeom prst="line">
              <a:avLst/>
            </a:prstGeom>
            <a:ln w="28575" cap="flat" cmpd="sng">
              <a:solidFill>
                <a:srgbClr val="FF9900"/>
              </a:solidFill>
              <a:prstDash val="solid"/>
              <a:headEnd type="none" w="med" len="med"/>
              <a:tailEnd type="none" w="med" len="med"/>
            </a:ln>
          </p:spPr>
        </p:sp>
        <p:sp>
          <p:nvSpPr>
            <p:cNvPr id="129379" name="Line 335"/>
            <p:cNvSpPr/>
            <p:nvPr/>
          </p:nvSpPr>
          <p:spPr>
            <a:xfrm>
              <a:off x="1440" y="3264"/>
              <a:ext cx="0" cy="385"/>
            </a:xfrm>
            <a:prstGeom prst="line">
              <a:avLst/>
            </a:prstGeom>
            <a:ln w="28575" cap="flat" cmpd="sng">
              <a:solidFill>
                <a:srgbClr val="FF9900"/>
              </a:solidFill>
              <a:prstDash val="solid"/>
              <a:headEnd type="none" w="med" len="med"/>
              <a:tailEnd type="none" w="med" len="med"/>
            </a:ln>
          </p:spPr>
        </p:sp>
        <p:sp>
          <p:nvSpPr>
            <p:cNvPr id="129380" name="Oval 336"/>
            <p:cNvSpPr/>
            <p:nvPr/>
          </p:nvSpPr>
          <p:spPr>
            <a:xfrm>
              <a:off x="1404" y="3624"/>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81" name="Oval 337"/>
            <p:cNvSpPr/>
            <p:nvPr/>
          </p:nvSpPr>
          <p:spPr>
            <a:xfrm>
              <a:off x="1416" y="2556"/>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sp>
          <p:nvSpPr>
            <p:cNvPr id="129382" name="Oval 338"/>
            <p:cNvSpPr/>
            <p:nvPr/>
          </p:nvSpPr>
          <p:spPr>
            <a:xfrm>
              <a:off x="1404" y="1512"/>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p>
              <a:endParaRPr lang="zh-CN" altLang="en-US" sz="1500" dirty="0">
                <a:latin typeface="Times New Roman" panose="02020603050405020304" pitchFamily="18" charset="0"/>
              </a:endParaRPr>
            </a:p>
          </p:txBody>
        </p:sp>
      </p:grpSp>
      <p:grpSp>
        <p:nvGrpSpPr>
          <p:cNvPr id="129031" name="Group 381"/>
          <p:cNvGrpSpPr/>
          <p:nvPr/>
        </p:nvGrpSpPr>
        <p:grpSpPr>
          <a:xfrm>
            <a:off x="3028950" y="171450"/>
            <a:ext cx="4914900" cy="3069431"/>
            <a:chOff x="1584" y="144"/>
            <a:chExt cx="4128" cy="2578"/>
          </a:xfrm>
        </p:grpSpPr>
        <p:grpSp>
          <p:nvGrpSpPr>
            <p:cNvPr id="129032" name="Group 86"/>
            <p:cNvGrpSpPr/>
            <p:nvPr/>
          </p:nvGrpSpPr>
          <p:grpSpPr>
            <a:xfrm>
              <a:off x="1680" y="144"/>
              <a:ext cx="3996" cy="500"/>
              <a:chOff x="1680" y="480"/>
              <a:chExt cx="3996" cy="500"/>
            </a:xfrm>
          </p:grpSpPr>
          <p:sp>
            <p:nvSpPr>
              <p:cNvPr id="129194"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9195" name="Group 88"/>
              <p:cNvGrpSpPr/>
              <p:nvPr/>
            </p:nvGrpSpPr>
            <p:grpSpPr>
              <a:xfrm>
                <a:off x="2076" y="480"/>
                <a:ext cx="336" cy="467"/>
                <a:chOff x="1968" y="480"/>
                <a:chExt cx="336" cy="467"/>
              </a:xfrm>
            </p:grpSpPr>
            <p:sp>
              <p:nvSpPr>
                <p:cNvPr id="129293"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94"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5"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6"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7" name="Text Box 9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grpSp>
            <p:nvGrpSpPr>
              <p:cNvPr id="129196" name="Group 94"/>
              <p:cNvGrpSpPr/>
              <p:nvPr/>
            </p:nvGrpSpPr>
            <p:grpSpPr>
              <a:xfrm>
                <a:off x="2280" y="480"/>
                <a:ext cx="336" cy="467"/>
                <a:chOff x="1968" y="480"/>
                <a:chExt cx="336" cy="467"/>
              </a:xfrm>
            </p:grpSpPr>
            <p:sp>
              <p:nvSpPr>
                <p:cNvPr id="129288"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9"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0"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1"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2" name="Text Box 9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2</a:t>
                  </a:r>
                  <a:endParaRPr lang="en-US" altLang="zh-CN" sz="1350" b="0" dirty="0">
                    <a:latin typeface="Times New Roman" panose="02020603050405020304" pitchFamily="18" charset="0"/>
                  </a:endParaRPr>
                </a:p>
              </p:txBody>
            </p:sp>
          </p:grpSp>
          <p:grpSp>
            <p:nvGrpSpPr>
              <p:cNvPr id="129197" name="Group 100"/>
              <p:cNvGrpSpPr/>
              <p:nvPr/>
            </p:nvGrpSpPr>
            <p:grpSpPr>
              <a:xfrm>
                <a:off x="2484" y="480"/>
                <a:ext cx="336" cy="467"/>
                <a:chOff x="1968" y="480"/>
                <a:chExt cx="336" cy="467"/>
              </a:xfrm>
            </p:grpSpPr>
            <p:sp>
              <p:nvSpPr>
                <p:cNvPr id="129283"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4"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5"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6"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7" name="Text Box 10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3</a:t>
                  </a:r>
                  <a:endParaRPr lang="en-US" altLang="zh-CN" sz="1350" b="0" dirty="0">
                    <a:latin typeface="Times New Roman" panose="02020603050405020304" pitchFamily="18" charset="0"/>
                  </a:endParaRPr>
                </a:p>
              </p:txBody>
            </p:sp>
          </p:grpSp>
          <p:grpSp>
            <p:nvGrpSpPr>
              <p:cNvPr id="129198" name="Group 106"/>
              <p:cNvGrpSpPr/>
              <p:nvPr/>
            </p:nvGrpSpPr>
            <p:grpSpPr>
              <a:xfrm>
                <a:off x="2688" y="480"/>
                <a:ext cx="336" cy="467"/>
                <a:chOff x="1968" y="480"/>
                <a:chExt cx="336" cy="467"/>
              </a:xfrm>
            </p:grpSpPr>
            <p:sp>
              <p:nvSpPr>
                <p:cNvPr id="129278"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9"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0"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1"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2" name="Text Box 11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4</a:t>
                  </a:r>
                  <a:endParaRPr lang="en-US" altLang="zh-CN" sz="1350" b="0" dirty="0">
                    <a:latin typeface="Times New Roman" panose="02020603050405020304" pitchFamily="18" charset="0"/>
                  </a:endParaRPr>
                </a:p>
              </p:txBody>
            </p:sp>
          </p:grpSp>
          <p:grpSp>
            <p:nvGrpSpPr>
              <p:cNvPr id="129199" name="Group 112"/>
              <p:cNvGrpSpPr/>
              <p:nvPr/>
            </p:nvGrpSpPr>
            <p:grpSpPr>
              <a:xfrm>
                <a:off x="2892" y="480"/>
                <a:ext cx="336" cy="467"/>
                <a:chOff x="1968" y="480"/>
                <a:chExt cx="336" cy="467"/>
              </a:xfrm>
            </p:grpSpPr>
            <p:sp>
              <p:nvSpPr>
                <p:cNvPr id="129273"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4"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5"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6"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7" name="Text Box 11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5</a:t>
                  </a:r>
                  <a:endParaRPr lang="en-US" altLang="zh-CN" sz="1350" b="0" dirty="0">
                    <a:latin typeface="Times New Roman" panose="02020603050405020304" pitchFamily="18" charset="0"/>
                  </a:endParaRPr>
                </a:p>
              </p:txBody>
            </p:sp>
          </p:grpSp>
          <p:grpSp>
            <p:nvGrpSpPr>
              <p:cNvPr id="129200" name="Group 118"/>
              <p:cNvGrpSpPr/>
              <p:nvPr/>
            </p:nvGrpSpPr>
            <p:grpSpPr>
              <a:xfrm>
                <a:off x="3096" y="480"/>
                <a:ext cx="336" cy="467"/>
                <a:chOff x="1968" y="480"/>
                <a:chExt cx="336" cy="467"/>
              </a:xfrm>
            </p:grpSpPr>
            <p:sp>
              <p:nvSpPr>
                <p:cNvPr id="129268"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9"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0"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1"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2" name="Text Box 12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6</a:t>
                  </a:r>
                  <a:endParaRPr lang="en-US" altLang="zh-CN" sz="1350" b="0" dirty="0">
                    <a:latin typeface="Times New Roman" panose="02020603050405020304" pitchFamily="18" charset="0"/>
                  </a:endParaRPr>
                </a:p>
              </p:txBody>
            </p:sp>
          </p:grpSp>
          <p:grpSp>
            <p:nvGrpSpPr>
              <p:cNvPr id="129201" name="Group 124"/>
              <p:cNvGrpSpPr/>
              <p:nvPr/>
            </p:nvGrpSpPr>
            <p:grpSpPr>
              <a:xfrm>
                <a:off x="3300" y="480"/>
                <a:ext cx="336" cy="467"/>
                <a:chOff x="1968" y="480"/>
                <a:chExt cx="336" cy="467"/>
              </a:xfrm>
            </p:grpSpPr>
            <p:sp>
              <p:nvSpPr>
                <p:cNvPr id="129263"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4"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5"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6"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7" name="Text Box 12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7</a:t>
                  </a:r>
                  <a:endParaRPr lang="en-US" altLang="zh-CN" sz="1350" b="0" dirty="0">
                    <a:latin typeface="Times New Roman" panose="02020603050405020304" pitchFamily="18" charset="0"/>
                  </a:endParaRPr>
                </a:p>
              </p:txBody>
            </p:sp>
          </p:grpSp>
          <p:grpSp>
            <p:nvGrpSpPr>
              <p:cNvPr id="129202" name="Group 130"/>
              <p:cNvGrpSpPr/>
              <p:nvPr/>
            </p:nvGrpSpPr>
            <p:grpSpPr>
              <a:xfrm>
                <a:off x="3504" y="480"/>
                <a:ext cx="336" cy="467"/>
                <a:chOff x="1968" y="480"/>
                <a:chExt cx="336" cy="467"/>
              </a:xfrm>
            </p:grpSpPr>
            <p:sp>
              <p:nvSpPr>
                <p:cNvPr id="129258"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9"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0"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1"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2" name="Text Box 13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8</a:t>
                  </a:r>
                  <a:endParaRPr lang="en-US" altLang="zh-CN" sz="1350" b="0" dirty="0">
                    <a:latin typeface="Times New Roman" panose="02020603050405020304" pitchFamily="18" charset="0"/>
                  </a:endParaRPr>
                </a:p>
              </p:txBody>
            </p:sp>
          </p:grpSp>
          <p:grpSp>
            <p:nvGrpSpPr>
              <p:cNvPr id="129203" name="Group 136"/>
              <p:cNvGrpSpPr/>
              <p:nvPr/>
            </p:nvGrpSpPr>
            <p:grpSpPr>
              <a:xfrm>
                <a:off x="3708" y="480"/>
                <a:ext cx="336" cy="467"/>
                <a:chOff x="1968" y="480"/>
                <a:chExt cx="336" cy="467"/>
              </a:xfrm>
            </p:grpSpPr>
            <p:sp>
              <p:nvSpPr>
                <p:cNvPr id="129253"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4"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5"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6"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7" name="Text Box 14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9</a:t>
                  </a:r>
                  <a:endParaRPr lang="en-US" altLang="zh-CN" sz="1350" b="0" dirty="0">
                    <a:latin typeface="Times New Roman" panose="02020603050405020304" pitchFamily="18" charset="0"/>
                  </a:endParaRPr>
                </a:p>
              </p:txBody>
            </p:sp>
          </p:grpSp>
          <p:grpSp>
            <p:nvGrpSpPr>
              <p:cNvPr id="129204" name="Group 142"/>
              <p:cNvGrpSpPr/>
              <p:nvPr/>
            </p:nvGrpSpPr>
            <p:grpSpPr>
              <a:xfrm>
                <a:off x="3912" y="480"/>
                <a:ext cx="336" cy="467"/>
                <a:chOff x="1968" y="480"/>
                <a:chExt cx="336" cy="467"/>
              </a:xfrm>
            </p:grpSpPr>
            <p:sp>
              <p:nvSpPr>
                <p:cNvPr id="129248"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9"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0"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1"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2" name="Text Box 14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10</a:t>
                  </a:r>
                  <a:endParaRPr lang="en-US" altLang="zh-CN" sz="1350" b="0" dirty="0">
                    <a:latin typeface="Times New Roman" panose="02020603050405020304" pitchFamily="18" charset="0"/>
                  </a:endParaRPr>
                </a:p>
              </p:txBody>
            </p:sp>
          </p:grpSp>
          <p:grpSp>
            <p:nvGrpSpPr>
              <p:cNvPr id="129205" name="Group 148"/>
              <p:cNvGrpSpPr/>
              <p:nvPr/>
            </p:nvGrpSpPr>
            <p:grpSpPr>
              <a:xfrm>
                <a:off x="4116" y="480"/>
                <a:ext cx="336" cy="467"/>
                <a:chOff x="1968" y="480"/>
                <a:chExt cx="336" cy="467"/>
              </a:xfrm>
            </p:grpSpPr>
            <p:sp>
              <p:nvSpPr>
                <p:cNvPr id="129243"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4"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5"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6"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7" name="Text Box 15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11</a:t>
                  </a:r>
                  <a:endParaRPr lang="en-US" altLang="zh-CN" sz="1350" b="0" dirty="0">
                    <a:latin typeface="Times New Roman" panose="02020603050405020304" pitchFamily="18" charset="0"/>
                  </a:endParaRPr>
                </a:p>
              </p:txBody>
            </p:sp>
          </p:grpSp>
          <p:grpSp>
            <p:nvGrpSpPr>
              <p:cNvPr id="129206" name="Group 154"/>
              <p:cNvGrpSpPr/>
              <p:nvPr/>
            </p:nvGrpSpPr>
            <p:grpSpPr>
              <a:xfrm>
                <a:off x="4320" y="480"/>
                <a:ext cx="336" cy="467"/>
                <a:chOff x="1968" y="480"/>
                <a:chExt cx="336" cy="467"/>
              </a:xfrm>
            </p:grpSpPr>
            <p:sp>
              <p:nvSpPr>
                <p:cNvPr id="129238"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9"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0"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1"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2" name="Text Box 15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12</a:t>
                  </a:r>
                  <a:endParaRPr lang="en-US" altLang="zh-CN" sz="1350" b="0" dirty="0">
                    <a:latin typeface="Times New Roman" panose="02020603050405020304" pitchFamily="18" charset="0"/>
                  </a:endParaRPr>
                </a:p>
              </p:txBody>
            </p:sp>
          </p:grpSp>
          <p:grpSp>
            <p:nvGrpSpPr>
              <p:cNvPr id="129207" name="Group 160"/>
              <p:cNvGrpSpPr/>
              <p:nvPr/>
            </p:nvGrpSpPr>
            <p:grpSpPr>
              <a:xfrm>
                <a:off x="4524" y="480"/>
                <a:ext cx="336" cy="467"/>
                <a:chOff x="1968" y="480"/>
                <a:chExt cx="336" cy="467"/>
              </a:xfrm>
            </p:grpSpPr>
            <p:sp>
              <p:nvSpPr>
                <p:cNvPr id="129233"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4"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5"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6"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7" name="Text Box 165"/>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13</a:t>
                  </a:r>
                  <a:endParaRPr lang="en-US" altLang="zh-CN" sz="1350" b="0" dirty="0">
                    <a:latin typeface="Times New Roman" panose="02020603050405020304" pitchFamily="18" charset="0"/>
                  </a:endParaRPr>
                </a:p>
              </p:txBody>
            </p:sp>
          </p:grpSp>
          <p:grpSp>
            <p:nvGrpSpPr>
              <p:cNvPr id="129208" name="Group 166"/>
              <p:cNvGrpSpPr/>
              <p:nvPr/>
            </p:nvGrpSpPr>
            <p:grpSpPr>
              <a:xfrm>
                <a:off x="4728" y="480"/>
                <a:ext cx="336" cy="467"/>
                <a:chOff x="1968" y="480"/>
                <a:chExt cx="336" cy="467"/>
              </a:xfrm>
            </p:grpSpPr>
            <p:sp>
              <p:nvSpPr>
                <p:cNvPr id="129228"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9"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0"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1"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2" name="Text Box 171"/>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14</a:t>
                  </a:r>
                  <a:endParaRPr lang="en-US" altLang="zh-CN" sz="1350" b="0" dirty="0">
                    <a:latin typeface="Times New Roman" panose="02020603050405020304" pitchFamily="18" charset="0"/>
                  </a:endParaRPr>
                </a:p>
              </p:txBody>
            </p:sp>
          </p:grpSp>
          <p:grpSp>
            <p:nvGrpSpPr>
              <p:cNvPr id="129209" name="Group 172"/>
              <p:cNvGrpSpPr/>
              <p:nvPr/>
            </p:nvGrpSpPr>
            <p:grpSpPr>
              <a:xfrm>
                <a:off x="4932" y="480"/>
                <a:ext cx="336" cy="467"/>
                <a:chOff x="1968" y="480"/>
                <a:chExt cx="336" cy="467"/>
              </a:xfrm>
            </p:grpSpPr>
            <p:sp>
              <p:nvSpPr>
                <p:cNvPr id="129223"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4"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5"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6"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7" name="Text Box 177"/>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15</a:t>
                  </a:r>
                  <a:endParaRPr lang="en-US" altLang="zh-CN" sz="1350" b="0" dirty="0">
                    <a:latin typeface="Times New Roman" panose="02020603050405020304" pitchFamily="18" charset="0"/>
                  </a:endParaRPr>
                </a:p>
              </p:txBody>
            </p:sp>
          </p:grpSp>
          <p:grpSp>
            <p:nvGrpSpPr>
              <p:cNvPr id="129210" name="Group 178"/>
              <p:cNvGrpSpPr/>
              <p:nvPr/>
            </p:nvGrpSpPr>
            <p:grpSpPr>
              <a:xfrm>
                <a:off x="5136" y="480"/>
                <a:ext cx="336" cy="467"/>
                <a:chOff x="1968" y="480"/>
                <a:chExt cx="336" cy="467"/>
              </a:xfrm>
            </p:grpSpPr>
            <p:sp>
              <p:nvSpPr>
                <p:cNvPr id="129218"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9"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0"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1"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2" name="Text Box 183"/>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16</a:t>
                  </a:r>
                  <a:endParaRPr lang="en-US" altLang="zh-CN" sz="1350" b="0" dirty="0">
                    <a:latin typeface="Times New Roman" panose="02020603050405020304" pitchFamily="18" charset="0"/>
                  </a:endParaRPr>
                </a:p>
              </p:txBody>
            </p:sp>
          </p:grpSp>
          <p:grpSp>
            <p:nvGrpSpPr>
              <p:cNvPr id="129211" name="Group 184"/>
              <p:cNvGrpSpPr/>
              <p:nvPr/>
            </p:nvGrpSpPr>
            <p:grpSpPr>
              <a:xfrm>
                <a:off x="5340" y="480"/>
                <a:ext cx="336" cy="467"/>
                <a:chOff x="1968" y="480"/>
                <a:chExt cx="336" cy="467"/>
              </a:xfrm>
            </p:grpSpPr>
            <p:sp>
              <p:nvSpPr>
                <p:cNvPr id="129213"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4"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15"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16"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17" name="Text Box 189"/>
                <p:cNvSpPr txBox="1"/>
                <p:nvPr/>
              </p:nvSpPr>
              <p:spPr>
                <a:xfrm>
                  <a:off x="1968" y="480"/>
                  <a:ext cx="336" cy="251"/>
                </a:xfrm>
                <a:prstGeom prst="rect">
                  <a:avLst/>
                </a:prstGeom>
                <a:noFill/>
                <a:ln w="28575">
                  <a:noFill/>
                </a:ln>
              </p:spPr>
              <p:txBody>
                <a:bodyPr>
                  <a:spAutoFit/>
                </a:bodyPr>
                <a:p>
                  <a:pPr>
                    <a:spcBef>
                      <a:spcPct val="50000"/>
                    </a:spcBef>
                  </a:pPr>
                  <a:r>
                    <a:rPr lang="en-US" altLang="zh-CN" sz="1350" b="0" dirty="0">
                      <a:latin typeface="Times New Roman" panose="02020603050405020304" pitchFamily="18" charset="0"/>
                    </a:rPr>
                    <a:t>17</a:t>
                  </a:r>
                  <a:endParaRPr lang="en-US" altLang="zh-CN" sz="1350" b="0" dirty="0">
                    <a:latin typeface="Times New Roman" panose="02020603050405020304" pitchFamily="18" charset="0"/>
                  </a:endParaRPr>
                </a:p>
              </p:txBody>
            </p:sp>
          </p:grpSp>
          <p:sp>
            <p:nvSpPr>
              <p:cNvPr id="129212" name="Text Box 190"/>
              <p:cNvSpPr txBox="1"/>
              <p:nvPr/>
            </p:nvSpPr>
            <p:spPr>
              <a:xfrm>
                <a:off x="1680" y="729"/>
                <a:ext cx="528" cy="251"/>
              </a:xfrm>
              <a:prstGeom prst="rect">
                <a:avLst/>
              </a:prstGeom>
              <a:noFill/>
              <a:ln w="28575">
                <a:noFill/>
              </a:ln>
            </p:spPr>
            <p:txBody>
              <a:bodyPr>
                <a:spAutoFit/>
              </a:bodyPr>
              <a:p>
                <a:pPr algn="l">
                  <a:spcBef>
                    <a:spcPct val="50000"/>
                  </a:spcBef>
                </a:pPr>
                <a:r>
                  <a:rPr lang="en-US" altLang="zh-CN" sz="1350" dirty="0">
                    <a:latin typeface="Times New Roman" panose="02020603050405020304" pitchFamily="18" charset="0"/>
                  </a:rPr>
                  <a:t>CLK</a:t>
                </a:r>
                <a:endParaRPr lang="en-US" altLang="zh-CN" sz="1350" dirty="0">
                  <a:latin typeface="Times New Roman" panose="02020603050405020304" pitchFamily="18" charset="0"/>
                </a:endParaRPr>
              </a:p>
            </p:txBody>
          </p:sp>
        </p:grpSp>
        <p:grpSp>
          <p:nvGrpSpPr>
            <p:cNvPr id="129033" name="Group 191"/>
            <p:cNvGrpSpPr/>
            <p:nvPr/>
          </p:nvGrpSpPr>
          <p:grpSpPr>
            <a:xfrm>
              <a:off x="2124" y="624"/>
              <a:ext cx="3264" cy="1587"/>
              <a:chOff x="2124" y="960"/>
              <a:chExt cx="3264" cy="2016"/>
            </a:xfrm>
          </p:grpSpPr>
          <p:sp>
            <p:nvSpPr>
              <p:cNvPr id="129177" name="Line 192"/>
              <p:cNvSpPr/>
              <p:nvPr/>
            </p:nvSpPr>
            <p:spPr>
              <a:xfrm>
                <a:off x="2124" y="960"/>
                <a:ext cx="0" cy="2016"/>
              </a:xfrm>
              <a:prstGeom prst="line">
                <a:avLst/>
              </a:prstGeom>
              <a:ln w="28575" cap="flat" cmpd="sng">
                <a:solidFill>
                  <a:schemeClr val="bg1"/>
                </a:solidFill>
                <a:prstDash val="dash"/>
                <a:headEnd type="none" w="med" len="med"/>
                <a:tailEnd type="none" w="med" len="med"/>
              </a:ln>
            </p:spPr>
          </p:sp>
          <p:sp>
            <p:nvSpPr>
              <p:cNvPr id="129178" name="Line 193"/>
              <p:cNvSpPr/>
              <p:nvPr/>
            </p:nvSpPr>
            <p:spPr>
              <a:xfrm>
                <a:off x="2328" y="960"/>
                <a:ext cx="0" cy="2016"/>
              </a:xfrm>
              <a:prstGeom prst="line">
                <a:avLst/>
              </a:prstGeom>
              <a:ln w="28575" cap="flat" cmpd="sng">
                <a:solidFill>
                  <a:schemeClr val="bg1"/>
                </a:solidFill>
                <a:prstDash val="dash"/>
                <a:headEnd type="none" w="med" len="med"/>
                <a:tailEnd type="none" w="med" len="med"/>
              </a:ln>
            </p:spPr>
          </p:sp>
          <p:sp>
            <p:nvSpPr>
              <p:cNvPr id="129179" name="Line 194"/>
              <p:cNvSpPr/>
              <p:nvPr/>
            </p:nvSpPr>
            <p:spPr>
              <a:xfrm>
                <a:off x="2532" y="960"/>
                <a:ext cx="0" cy="2016"/>
              </a:xfrm>
              <a:prstGeom prst="line">
                <a:avLst/>
              </a:prstGeom>
              <a:ln w="28575" cap="flat" cmpd="sng">
                <a:solidFill>
                  <a:schemeClr val="bg1"/>
                </a:solidFill>
                <a:prstDash val="dash"/>
                <a:headEnd type="none" w="med" len="med"/>
                <a:tailEnd type="none" w="med" len="med"/>
              </a:ln>
            </p:spPr>
          </p:sp>
          <p:sp>
            <p:nvSpPr>
              <p:cNvPr id="129180" name="Line 195"/>
              <p:cNvSpPr/>
              <p:nvPr/>
            </p:nvSpPr>
            <p:spPr>
              <a:xfrm>
                <a:off x="2736" y="960"/>
                <a:ext cx="0" cy="2016"/>
              </a:xfrm>
              <a:prstGeom prst="line">
                <a:avLst/>
              </a:prstGeom>
              <a:ln w="28575" cap="flat" cmpd="sng">
                <a:solidFill>
                  <a:schemeClr val="bg1"/>
                </a:solidFill>
                <a:prstDash val="dash"/>
                <a:headEnd type="none" w="med" len="med"/>
                <a:tailEnd type="none" w="med" len="med"/>
              </a:ln>
            </p:spPr>
          </p:sp>
          <p:sp>
            <p:nvSpPr>
              <p:cNvPr id="129181" name="Line 196"/>
              <p:cNvSpPr/>
              <p:nvPr/>
            </p:nvSpPr>
            <p:spPr>
              <a:xfrm>
                <a:off x="2940" y="960"/>
                <a:ext cx="0" cy="2016"/>
              </a:xfrm>
              <a:prstGeom prst="line">
                <a:avLst/>
              </a:prstGeom>
              <a:ln w="28575" cap="flat" cmpd="sng">
                <a:solidFill>
                  <a:schemeClr val="bg1"/>
                </a:solidFill>
                <a:prstDash val="dash"/>
                <a:headEnd type="none" w="med" len="med"/>
                <a:tailEnd type="none" w="med" len="med"/>
              </a:ln>
            </p:spPr>
          </p:sp>
          <p:sp>
            <p:nvSpPr>
              <p:cNvPr id="129182" name="Line 197"/>
              <p:cNvSpPr/>
              <p:nvPr/>
            </p:nvSpPr>
            <p:spPr>
              <a:xfrm>
                <a:off x="3144" y="960"/>
                <a:ext cx="0" cy="2016"/>
              </a:xfrm>
              <a:prstGeom prst="line">
                <a:avLst/>
              </a:prstGeom>
              <a:ln w="28575" cap="flat" cmpd="sng">
                <a:solidFill>
                  <a:schemeClr val="bg1"/>
                </a:solidFill>
                <a:prstDash val="dash"/>
                <a:headEnd type="none" w="med" len="med"/>
                <a:tailEnd type="none" w="med" len="med"/>
              </a:ln>
            </p:spPr>
          </p:sp>
          <p:sp>
            <p:nvSpPr>
              <p:cNvPr id="129183" name="Line 198"/>
              <p:cNvSpPr/>
              <p:nvPr/>
            </p:nvSpPr>
            <p:spPr>
              <a:xfrm>
                <a:off x="3348" y="960"/>
                <a:ext cx="0" cy="2016"/>
              </a:xfrm>
              <a:prstGeom prst="line">
                <a:avLst/>
              </a:prstGeom>
              <a:ln w="28575" cap="flat" cmpd="sng">
                <a:solidFill>
                  <a:schemeClr val="bg1"/>
                </a:solidFill>
                <a:prstDash val="dash"/>
                <a:headEnd type="none" w="med" len="med"/>
                <a:tailEnd type="none" w="med" len="med"/>
              </a:ln>
            </p:spPr>
          </p:sp>
          <p:sp>
            <p:nvSpPr>
              <p:cNvPr id="129184" name="Line 199"/>
              <p:cNvSpPr/>
              <p:nvPr/>
            </p:nvSpPr>
            <p:spPr>
              <a:xfrm>
                <a:off x="3552" y="960"/>
                <a:ext cx="0" cy="2016"/>
              </a:xfrm>
              <a:prstGeom prst="line">
                <a:avLst/>
              </a:prstGeom>
              <a:ln w="28575" cap="flat" cmpd="sng">
                <a:solidFill>
                  <a:schemeClr val="bg1"/>
                </a:solidFill>
                <a:prstDash val="dash"/>
                <a:headEnd type="none" w="med" len="med"/>
                <a:tailEnd type="none" w="med" len="med"/>
              </a:ln>
            </p:spPr>
          </p:sp>
          <p:sp>
            <p:nvSpPr>
              <p:cNvPr id="129185" name="Line 200"/>
              <p:cNvSpPr/>
              <p:nvPr/>
            </p:nvSpPr>
            <p:spPr>
              <a:xfrm>
                <a:off x="3761" y="960"/>
                <a:ext cx="0" cy="2016"/>
              </a:xfrm>
              <a:prstGeom prst="line">
                <a:avLst/>
              </a:prstGeom>
              <a:ln w="28575" cap="flat" cmpd="sng">
                <a:solidFill>
                  <a:schemeClr val="bg1"/>
                </a:solidFill>
                <a:prstDash val="dash"/>
                <a:headEnd type="none" w="med" len="med"/>
                <a:tailEnd type="none" w="med" len="med"/>
              </a:ln>
            </p:spPr>
          </p:sp>
          <p:sp>
            <p:nvSpPr>
              <p:cNvPr id="129186" name="Line 201"/>
              <p:cNvSpPr/>
              <p:nvPr/>
            </p:nvSpPr>
            <p:spPr>
              <a:xfrm>
                <a:off x="3965" y="960"/>
                <a:ext cx="0" cy="2016"/>
              </a:xfrm>
              <a:prstGeom prst="line">
                <a:avLst/>
              </a:prstGeom>
              <a:ln w="28575" cap="flat" cmpd="sng">
                <a:solidFill>
                  <a:schemeClr val="bg1"/>
                </a:solidFill>
                <a:prstDash val="dash"/>
                <a:headEnd type="none" w="med" len="med"/>
                <a:tailEnd type="none" w="med" len="med"/>
              </a:ln>
            </p:spPr>
          </p:sp>
          <p:sp>
            <p:nvSpPr>
              <p:cNvPr id="129187" name="Line 202"/>
              <p:cNvSpPr/>
              <p:nvPr/>
            </p:nvSpPr>
            <p:spPr>
              <a:xfrm>
                <a:off x="4169" y="960"/>
                <a:ext cx="0" cy="2016"/>
              </a:xfrm>
              <a:prstGeom prst="line">
                <a:avLst/>
              </a:prstGeom>
              <a:ln w="28575" cap="flat" cmpd="sng">
                <a:solidFill>
                  <a:schemeClr val="bg1"/>
                </a:solidFill>
                <a:prstDash val="dash"/>
                <a:headEnd type="none" w="med" len="med"/>
                <a:tailEnd type="none" w="med" len="med"/>
              </a:ln>
            </p:spPr>
          </p:sp>
          <p:sp>
            <p:nvSpPr>
              <p:cNvPr id="129188" name="Line 203"/>
              <p:cNvSpPr/>
              <p:nvPr/>
            </p:nvSpPr>
            <p:spPr>
              <a:xfrm>
                <a:off x="4373" y="960"/>
                <a:ext cx="0" cy="2016"/>
              </a:xfrm>
              <a:prstGeom prst="line">
                <a:avLst/>
              </a:prstGeom>
              <a:ln w="28575" cap="flat" cmpd="sng">
                <a:solidFill>
                  <a:schemeClr val="bg1"/>
                </a:solidFill>
                <a:prstDash val="dash"/>
                <a:headEnd type="none" w="med" len="med"/>
                <a:tailEnd type="none" w="med" len="med"/>
              </a:ln>
            </p:spPr>
          </p:sp>
          <p:sp>
            <p:nvSpPr>
              <p:cNvPr id="129189" name="Line 204"/>
              <p:cNvSpPr/>
              <p:nvPr/>
            </p:nvSpPr>
            <p:spPr>
              <a:xfrm>
                <a:off x="4577" y="960"/>
                <a:ext cx="0" cy="2016"/>
              </a:xfrm>
              <a:prstGeom prst="line">
                <a:avLst/>
              </a:prstGeom>
              <a:ln w="28575" cap="flat" cmpd="sng">
                <a:solidFill>
                  <a:schemeClr val="bg1"/>
                </a:solidFill>
                <a:prstDash val="dash"/>
                <a:headEnd type="none" w="med" len="med"/>
                <a:tailEnd type="none" w="med" len="med"/>
              </a:ln>
            </p:spPr>
          </p:sp>
          <p:sp>
            <p:nvSpPr>
              <p:cNvPr id="129190" name="Line 205"/>
              <p:cNvSpPr/>
              <p:nvPr/>
            </p:nvSpPr>
            <p:spPr>
              <a:xfrm>
                <a:off x="4781" y="960"/>
                <a:ext cx="0" cy="2016"/>
              </a:xfrm>
              <a:prstGeom prst="line">
                <a:avLst/>
              </a:prstGeom>
              <a:ln w="28575" cap="flat" cmpd="sng">
                <a:solidFill>
                  <a:schemeClr val="bg1"/>
                </a:solidFill>
                <a:prstDash val="dash"/>
                <a:headEnd type="none" w="med" len="med"/>
                <a:tailEnd type="none" w="med" len="med"/>
              </a:ln>
            </p:spPr>
          </p:sp>
          <p:sp>
            <p:nvSpPr>
              <p:cNvPr id="129191" name="Line 206"/>
              <p:cNvSpPr/>
              <p:nvPr/>
            </p:nvSpPr>
            <p:spPr>
              <a:xfrm>
                <a:off x="4985" y="960"/>
                <a:ext cx="0" cy="2016"/>
              </a:xfrm>
              <a:prstGeom prst="line">
                <a:avLst/>
              </a:prstGeom>
              <a:ln w="28575" cap="flat" cmpd="sng">
                <a:solidFill>
                  <a:schemeClr val="bg1"/>
                </a:solidFill>
                <a:prstDash val="dash"/>
                <a:headEnd type="none" w="med" len="med"/>
                <a:tailEnd type="none" w="med" len="med"/>
              </a:ln>
            </p:spPr>
          </p:sp>
          <p:sp>
            <p:nvSpPr>
              <p:cNvPr id="129192" name="Line 207"/>
              <p:cNvSpPr/>
              <p:nvPr/>
            </p:nvSpPr>
            <p:spPr>
              <a:xfrm>
                <a:off x="5189" y="960"/>
                <a:ext cx="0" cy="2016"/>
              </a:xfrm>
              <a:prstGeom prst="line">
                <a:avLst/>
              </a:prstGeom>
              <a:ln w="28575" cap="flat" cmpd="sng">
                <a:solidFill>
                  <a:schemeClr val="bg1"/>
                </a:solidFill>
                <a:prstDash val="dash"/>
                <a:headEnd type="none" w="med" len="med"/>
                <a:tailEnd type="none" w="med" len="med"/>
              </a:ln>
            </p:spPr>
          </p:sp>
          <p:sp>
            <p:nvSpPr>
              <p:cNvPr id="129193" name="Line 208"/>
              <p:cNvSpPr/>
              <p:nvPr/>
            </p:nvSpPr>
            <p:spPr>
              <a:xfrm>
                <a:off x="5388" y="960"/>
                <a:ext cx="0" cy="2016"/>
              </a:xfrm>
              <a:prstGeom prst="line">
                <a:avLst/>
              </a:prstGeom>
              <a:ln w="28575" cap="flat" cmpd="sng">
                <a:solidFill>
                  <a:schemeClr val="bg1"/>
                </a:solidFill>
                <a:prstDash val="dash"/>
                <a:headEnd type="none" w="med" len="med"/>
                <a:tailEnd type="none" w="med" len="med"/>
              </a:ln>
            </p:spPr>
          </p:sp>
        </p:grpSp>
        <p:grpSp>
          <p:nvGrpSpPr>
            <p:cNvPr id="129034" name="Group 209"/>
            <p:cNvGrpSpPr/>
            <p:nvPr/>
          </p:nvGrpSpPr>
          <p:grpSpPr>
            <a:xfrm>
              <a:off x="1776" y="768"/>
              <a:ext cx="3912" cy="348"/>
              <a:chOff x="1776" y="1104"/>
              <a:chExt cx="3912" cy="348"/>
            </a:xfrm>
          </p:grpSpPr>
          <p:sp>
            <p:nvSpPr>
              <p:cNvPr id="129117" name="Text Box 210"/>
              <p:cNvSpPr txBox="1"/>
              <p:nvPr/>
            </p:nvSpPr>
            <p:spPr>
              <a:xfrm>
                <a:off x="1776" y="1104"/>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endParaRPr lang="en-US" altLang="zh-CN" sz="1500" baseline="-25000" dirty="0">
                  <a:latin typeface="Times New Roman" panose="02020603050405020304" pitchFamily="18" charset="0"/>
                </a:endParaRPr>
              </a:p>
            </p:txBody>
          </p:sp>
          <p:sp>
            <p:nvSpPr>
              <p:cNvPr id="129118"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119" name="Text Box 212"/>
              <p:cNvSpPr txBox="1"/>
              <p:nvPr/>
            </p:nvSpPr>
            <p:spPr>
              <a:xfrm>
                <a:off x="2076" y="11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20" name="Text Box 213"/>
              <p:cNvSpPr txBox="1"/>
              <p:nvPr/>
            </p:nvSpPr>
            <p:spPr>
              <a:xfrm>
                <a:off x="2280" y="1152"/>
                <a:ext cx="336" cy="25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21" name="Line 214"/>
              <p:cNvSpPr/>
              <p:nvPr/>
            </p:nvSpPr>
            <p:spPr>
              <a:xfrm>
                <a:off x="2124" y="1144"/>
                <a:ext cx="204" cy="0"/>
              </a:xfrm>
              <a:prstGeom prst="line">
                <a:avLst/>
              </a:prstGeom>
              <a:ln w="28575" cap="flat" cmpd="sng">
                <a:solidFill>
                  <a:srgbClr val="FFFF00"/>
                </a:solidFill>
                <a:prstDash val="solid"/>
                <a:headEnd type="none" w="med" len="med"/>
                <a:tailEnd type="none" w="med" len="med"/>
              </a:ln>
            </p:spPr>
          </p:sp>
          <p:sp>
            <p:nvSpPr>
              <p:cNvPr id="129122"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9123"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9124" name="Line 217"/>
              <p:cNvSpPr/>
              <p:nvPr/>
            </p:nvSpPr>
            <p:spPr>
              <a:xfrm>
                <a:off x="2329" y="1392"/>
                <a:ext cx="204" cy="0"/>
              </a:xfrm>
              <a:prstGeom prst="line">
                <a:avLst/>
              </a:prstGeom>
              <a:ln w="28575" cap="flat" cmpd="sng">
                <a:solidFill>
                  <a:srgbClr val="FFFF00"/>
                </a:solidFill>
                <a:prstDash val="solid"/>
                <a:headEnd type="none" w="med" len="med"/>
                <a:tailEnd type="none" w="med" len="med"/>
              </a:ln>
            </p:spPr>
          </p:sp>
          <p:sp>
            <p:nvSpPr>
              <p:cNvPr id="129125" name="Line 218"/>
              <p:cNvSpPr/>
              <p:nvPr/>
            </p:nvSpPr>
            <p:spPr>
              <a:xfrm>
                <a:off x="2532" y="1156"/>
                <a:ext cx="0" cy="227"/>
              </a:xfrm>
              <a:prstGeom prst="line">
                <a:avLst/>
              </a:prstGeom>
              <a:ln w="28575" cap="flat" cmpd="sng">
                <a:solidFill>
                  <a:schemeClr val="bg1"/>
                </a:solidFill>
                <a:prstDash val="solid"/>
                <a:headEnd type="none" w="med" len="med"/>
                <a:tailEnd type="none" w="med" len="med"/>
              </a:ln>
            </p:spPr>
          </p:sp>
          <p:sp>
            <p:nvSpPr>
              <p:cNvPr id="129126" name="Text Box 219"/>
              <p:cNvSpPr txBox="1"/>
              <p:nvPr/>
            </p:nvSpPr>
            <p:spPr>
              <a:xfrm>
                <a:off x="2484" y="1152"/>
                <a:ext cx="336" cy="26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27" name="Text Box 220"/>
              <p:cNvSpPr txBox="1"/>
              <p:nvPr/>
            </p:nvSpPr>
            <p:spPr>
              <a:xfrm>
                <a:off x="2688" y="1152"/>
                <a:ext cx="336" cy="269"/>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28" name="Line 221"/>
              <p:cNvSpPr/>
              <p:nvPr/>
            </p:nvSpPr>
            <p:spPr>
              <a:xfrm>
                <a:off x="2532" y="1144"/>
                <a:ext cx="204" cy="0"/>
              </a:xfrm>
              <a:prstGeom prst="line">
                <a:avLst/>
              </a:prstGeom>
              <a:ln w="28575" cap="flat" cmpd="sng">
                <a:solidFill>
                  <a:srgbClr val="FFFF00"/>
                </a:solidFill>
                <a:prstDash val="solid"/>
                <a:headEnd type="none" w="med" len="med"/>
                <a:tailEnd type="none" w="med" len="med"/>
              </a:ln>
            </p:spPr>
          </p:sp>
          <p:sp>
            <p:nvSpPr>
              <p:cNvPr id="129129"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9130"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9131" name="Line 224"/>
              <p:cNvSpPr/>
              <p:nvPr/>
            </p:nvSpPr>
            <p:spPr>
              <a:xfrm>
                <a:off x="2737" y="1384"/>
                <a:ext cx="204" cy="0"/>
              </a:xfrm>
              <a:prstGeom prst="line">
                <a:avLst/>
              </a:prstGeom>
              <a:ln w="28575" cap="flat" cmpd="sng">
                <a:solidFill>
                  <a:srgbClr val="FFFF00"/>
                </a:solidFill>
                <a:prstDash val="solid"/>
                <a:headEnd type="none" w="med" len="med"/>
                <a:tailEnd type="none" w="med" len="med"/>
              </a:ln>
            </p:spPr>
          </p:sp>
          <p:sp>
            <p:nvSpPr>
              <p:cNvPr id="129132" name="Line 225"/>
              <p:cNvSpPr/>
              <p:nvPr/>
            </p:nvSpPr>
            <p:spPr>
              <a:xfrm>
                <a:off x="2940" y="1156"/>
                <a:ext cx="0" cy="227"/>
              </a:xfrm>
              <a:prstGeom prst="line">
                <a:avLst/>
              </a:prstGeom>
              <a:ln w="28575" cap="flat" cmpd="sng">
                <a:solidFill>
                  <a:schemeClr val="bg1"/>
                </a:solidFill>
                <a:prstDash val="solid"/>
                <a:headEnd type="none" w="med" len="med"/>
                <a:tailEnd type="none" w="med" len="med"/>
              </a:ln>
            </p:spPr>
          </p:sp>
          <p:sp>
            <p:nvSpPr>
              <p:cNvPr id="129133" name="Text Box 226"/>
              <p:cNvSpPr txBox="1"/>
              <p:nvPr/>
            </p:nvSpPr>
            <p:spPr>
              <a:xfrm>
                <a:off x="2892" y="1164"/>
                <a:ext cx="336" cy="27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34" name="Text Box 227"/>
              <p:cNvSpPr txBox="1"/>
              <p:nvPr/>
            </p:nvSpPr>
            <p:spPr>
              <a:xfrm>
                <a:off x="3096" y="1164"/>
                <a:ext cx="336" cy="28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35" name="Line 228"/>
              <p:cNvSpPr/>
              <p:nvPr/>
            </p:nvSpPr>
            <p:spPr>
              <a:xfrm>
                <a:off x="2940" y="1144"/>
                <a:ext cx="204" cy="0"/>
              </a:xfrm>
              <a:prstGeom prst="line">
                <a:avLst/>
              </a:prstGeom>
              <a:ln w="28575" cap="flat" cmpd="sng">
                <a:solidFill>
                  <a:srgbClr val="FFFF00"/>
                </a:solidFill>
                <a:prstDash val="solid"/>
                <a:headEnd type="none" w="med" len="med"/>
                <a:tailEnd type="none" w="med" len="med"/>
              </a:ln>
            </p:spPr>
          </p:sp>
          <p:sp>
            <p:nvSpPr>
              <p:cNvPr id="129136"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9137"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9138" name="Line 231"/>
              <p:cNvSpPr/>
              <p:nvPr/>
            </p:nvSpPr>
            <p:spPr>
              <a:xfrm>
                <a:off x="3145" y="1396"/>
                <a:ext cx="204" cy="0"/>
              </a:xfrm>
              <a:prstGeom prst="line">
                <a:avLst/>
              </a:prstGeom>
              <a:ln w="28575" cap="flat" cmpd="sng">
                <a:solidFill>
                  <a:srgbClr val="FFFF00"/>
                </a:solidFill>
                <a:prstDash val="solid"/>
                <a:headEnd type="none" w="med" len="med"/>
                <a:tailEnd type="none" w="med" len="med"/>
              </a:ln>
            </p:spPr>
          </p:sp>
          <p:sp>
            <p:nvSpPr>
              <p:cNvPr id="129139" name="Line 232"/>
              <p:cNvSpPr/>
              <p:nvPr/>
            </p:nvSpPr>
            <p:spPr>
              <a:xfrm>
                <a:off x="3348" y="1168"/>
                <a:ext cx="0" cy="227"/>
              </a:xfrm>
              <a:prstGeom prst="line">
                <a:avLst/>
              </a:prstGeom>
              <a:ln w="28575" cap="flat" cmpd="sng">
                <a:solidFill>
                  <a:schemeClr val="bg1"/>
                </a:solidFill>
                <a:prstDash val="solid"/>
                <a:headEnd type="none" w="med" len="med"/>
                <a:tailEnd type="none" w="med" len="med"/>
              </a:ln>
            </p:spPr>
          </p:sp>
          <p:sp>
            <p:nvSpPr>
              <p:cNvPr id="129140" name="Text Box 233"/>
              <p:cNvSpPr txBox="1"/>
              <p:nvPr/>
            </p:nvSpPr>
            <p:spPr>
              <a:xfrm>
                <a:off x="330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41" name="Text Box 234"/>
              <p:cNvSpPr txBox="1"/>
              <p:nvPr/>
            </p:nvSpPr>
            <p:spPr>
              <a:xfrm>
                <a:off x="350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42" name="Line 235"/>
              <p:cNvSpPr/>
              <p:nvPr/>
            </p:nvSpPr>
            <p:spPr>
              <a:xfrm>
                <a:off x="3348" y="1144"/>
                <a:ext cx="204" cy="0"/>
              </a:xfrm>
              <a:prstGeom prst="line">
                <a:avLst/>
              </a:prstGeom>
              <a:ln w="28575" cap="flat" cmpd="sng">
                <a:solidFill>
                  <a:srgbClr val="FFFF00"/>
                </a:solidFill>
                <a:prstDash val="solid"/>
                <a:headEnd type="none" w="med" len="med"/>
                <a:tailEnd type="none" w="med" len="med"/>
              </a:ln>
            </p:spPr>
          </p:sp>
          <p:sp>
            <p:nvSpPr>
              <p:cNvPr id="129143"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9144"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9145" name="Line 238"/>
              <p:cNvSpPr/>
              <p:nvPr/>
            </p:nvSpPr>
            <p:spPr>
              <a:xfrm>
                <a:off x="3553" y="1384"/>
                <a:ext cx="204" cy="0"/>
              </a:xfrm>
              <a:prstGeom prst="line">
                <a:avLst/>
              </a:prstGeom>
              <a:ln w="28575" cap="flat" cmpd="sng">
                <a:solidFill>
                  <a:srgbClr val="FFFF00"/>
                </a:solidFill>
                <a:prstDash val="solid"/>
                <a:headEnd type="none" w="med" len="med"/>
                <a:tailEnd type="none" w="med" len="med"/>
              </a:ln>
            </p:spPr>
          </p:sp>
          <p:sp>
            <p:nvSpPr>
              <p:cNvPr id="129146" name="Line 239"/>
              <p:cNvSpPr/>
              <p:nvPr/>
            </p:nvSpPr>
            <p:spPr>
              <a:xfrm>
                <a:off x="3756" y="1156"/>
                <a:ext cx="0" cy="227"/>
              </a:xfrm>
              <a:prstGeom prst="line">
                <a:avLst/>
              </a:prstGeom>
              <a:ln w="28575" cap="flat" cmpd="sng">
                <a:solidFill>
                  <a:schemeClr val="bg1"/>
                </a:solidFill>
                <a:prstDash val="solid"/>
                <a:headEnd type="none" w="med" len="med"/>
                <a:tailEnd type="none" w="med" len="med"/>
              </a:ln>
            </p:spPr>
          </p:sp>
          <p:sp>
            <p:nvSpPr>
              <p:cNvPr id="129147" name="Text Box 240"/>
              <p:cNvSpPr txBox="1"/>
              <p:nvPr/>
            </p:nvSpPr>
            <p:spPr>
              <a:xfrm>
                <a:off x="372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48" name="Text Box 241"/>
              <p:cNvSpPr txBox="1"/>
              <p:nvPr/>
            </p:nvSpPr>
            <p:spPr>
              <a:xfrm>
                <a:off x="392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49" name="Line 242"/>
              <p:cNvSpPr/>
              <p:nvPr/>
            </p:nvSpPr>
            <p:spPr>
              <a:xfrm>
                <a:off x="3768" y="1144"/>
                <a:ext cx="204" cy="0"/>
              </a:xfrm>
              <a:prstGeom prst="line">
                <a:avLst/>
              </a:prstGeom>
              <a:ln w="28575" cap="flat" cmpd="sng">
                <a:solidFill>
                  <a:srgbClr val="FFFF00"/>
                </a:solidFill>
                <a:prstDash val="solid"/>
                <a:headEnd type="none" w="med" len="med"/>
                <a:tailEnd type="none" w="med" len="med"/>
              </a:ln>
            </p:spPr>
          </p:sp>
          <p:sp>
            <p:nvSpPr>
              <p:cNvPr id="129150"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9151"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9152" name="Line 245"/>
              <p:cNvSpPr/>
              <p:nvPr/>
            </p:nvSpPr>
            <p:spPr>
              <a:xfrm>
                <a:off x="3973" y="1384"/>
                <a:ext cx="204" cy="0"/>
              </a:xfrm>
              <a:prstGeom prst="line">
                <a:avLst/>
              </a:prstGeom>
              <a:ln w="28575" cap="flat" cmpd="sng">
                <a:solidFill>
                  <a:srgbClr val="FFFF00"/>
                </a:solidFill>
                <a:prstDash val="solid"/>
                <a:headEnd type="none" w="med" len="med"/>
                <a:tailEnd type="none" w="med" len="med"/>
              </a:ln>
            </p:spPr>
          </p:sp>
          <p:sp>
            <p:nvSpPr>
              <p:cNvPr id="129153" name="Line 246"/>
              <p:cNvSpPr/>
              <p:nvPr/>
            </p:nvSpPr>
            <p:spPr>
              <a:xfrm>
                <a:off x="4176" y="1156"/>
                <a:ext cx="0" cy="227"/>
              </a:xfrm>
              <a:prstGeom prst="line">
                <a:avLst/>
              </a:prstGeom>
              <a:ln w="28575" cap="flat" cmpd="sng">
                <a:solidFill>
                  <a:schemeClr val="bg1"/>
                </a:solidFill>
                <a:prstDash val="solid"/>
                <a:headEnd type="none" w="med" len="med"/>
                <a:tailEnd type="none" w="med" len="med"/>
              </a:ln>
            </p:spPr>
          </p:sp>
          <p:sp>
            <p:nvSpPr>
              <p:cNvPr id="129154" name="Text Box 247"/>
              <p:cNvSpPr txBox="1"/>
              <p:nvPr/>
            </p:nvSpPr>
            <p:spPr>
              <a:xfrm>
                <a:off x="4128"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55" name="Text Box 248"/>
              <p:cNvSpPr txBox="1"/>
              <p:nvPr/>
            </p:nvSpPr>
            <p:spPr>
              <a:xfrm>
                <a:off x="4332"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56" name="Line 249"/>
              <p:cNvSpPr/>
              <p:nvPr/>
            </p:nvSpPr>
            <p:spPr>
              <a:xfrm>
                <a:off x="4176" y="1144"/>
                <a:ext cx="204" cy="0"/>
              </a:xfrm>
              <a:prstGeom prst="line">
                <a:avLst/>
              </a:prstGeom>
              <a:ln w="28575" cap="flat" cmpd="sng">
                <a:solidFill>
                  <a:srgbClr val="FFFF00"/>
                </a:solidFill>
                <a:prstDash val="solid"/>
                <a:headEnd type="none" w="med" len="med"/>
                <a:tailEnd type="none" w="med" len="med"/>
              </a:ln>
            </p:spPr>
          </p:sp>
          <p:sp>
            <p:nvSpPr>
              <p:cNvPr id="129157"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9158"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9159" name="Line 252"/>
              <p:cNvSpPr/>
              <p:nvPr/>
            </p:nvSpPr>
            <p:spPr>
              <a:xfrm>
                <a:off x="4381" y="1384"/>
                <a:ext cx="204" cy="0"/>
              </a:xfrm>
              <a:prstGeom prst="line">
                <a:avLst/>
              </a:prstGeom>
              <a:ln w="28575" cap="flat" cmpd="sng">
                <a:solidFill>
                  <a:srgbClr val="FFFF00"/>
                </a:solidFill>
                <a:prstDash val="solid"/>
                <a:headEnd type="none" w="med" len="med"/>
                <a:tailEnd type="none" w="med" len="med"/>
              </a:ln>
            </p:spPr>
          </p:sp>
          <p:sp>
            <p:nvSpPr>
              <p:cNvPr id="129160" name="Line 253"/>
              <p:cNvSpPr/>
              <p:nvPr/>
            </p:nvSpPr>
            <p:spPr>
              <a:xfrm>
                <a:off x="4584" y="1156"/>
                <a:ext cx="0" cy="227"/>
              </a:xfrm>
              <a:prstGeom prst="line">
                <a:avLst/>
              </a:prstGeom>
              <a:ln w="28575" cap="flat" cmpd="sng">
                <a:solidFill>
                  <a:schemeClr val="bg1"/>
                </a:solidFill>
                <a:prstDash val="solid"/>
                <a:headEnd type="none" w="med" len="med"/>
                <a:tailEnd type="none" w="med" len="med"/>
              </a:ln>
            </p:spPr>
          </p:sp>
          <p:sp>
            <p:nvSpPr>
              <p:cNvPr id="129161" name="Text Box 254"/>
              <p:cNvSpPr txBox="1"/>
              <p:nvPr/>
            </p:nvSpPr>
            <p:spPr>
              <a:xfrm>
                <a:off x="4536"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62" name="Text Box 255"/>
              <p:cNvSpPr txBox="1"/>
              <p:nvPr/>
            </p:nvSpPr>
            <p:spPr>
              <a:xfrm>
                <a:off x="4740"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63" name="Line 256"/>
              <p:cNvSpPr/>
              <p:nvPr/>
            </p:nvSpPr>
            <p:spPr>
              <a:xfrm>
                <a:off x="4584" y="1144"/>
                <a:ext cx="204" cy="0"/>
              </a:xfrm>
              <a:prstGeom prst="line">
                <a:avLst/>
              </a:prstGeom>
              <a:ln w="28575" cap="flat" cmpd="sng">
                <a:solidFill>
                  <a:srgbClr val="FFFF00"/>
                </a:solidFill>
                <a:prstDash val="solid"/>
                <a:headEnd type="none" w="med" len="med"/>
                <a:tailEnd type="none" w="med" len="med"/>
              </a:ln>
            </p:spPr>
          </p:sp>
          <p:sp>
            <p:nvSpPr>
              <p:cNvPr id="129164"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9165"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9166" name="Line 259"/>
              <p:cNvSpPr/>
              <p:nvPr/>
            </p:nvSpPr>
            <p:spPr>
              <a:xfrm>
                <a:off x="4789" y="1384"/>
                <a:ext cx="204" cy="0"/>
              </a:xfrm>
              <a:prstGeom prst="line">
                <a:avLst/>
              </a:prstGeom>
              <a:ln w="28575" cap="flat" cmpd="sng">
                <a:solidFill>
                  <a:srgbClr val="FFFF00"/>
                </a:solidFill>
                <a:prstDash val="solid"/>
                <a:headEnd type="none" w="med" len="med"/>
                <a:tailEnd type="none" w="med" len="med"/>
              </a:ln>
            </p:spPr>
          </p:sp>
          <p:sp>
            <p:nvSpPr>
              <p:cNvPr id="129167" name="Line 260"/>
              <p:cNvSpPr/>
              <p:nvPr/>
            </p:nvSpPr>
            <p:spPr>
              <a:xfrm>
                <a:off x="4992" y="1156"/>
                <a:ext cx="0" cy="227"/>
              </a:xfrm>
              <a:prstGeom prst="line">
                <a:avLst/>
              </a:prstGeom>
              <a:ln w="28575" cap="flat" cmpd="sng">
                <a:solidFill>
                  <a:schemeClr val="bg1"/>
                </a:solidFill>
                <a:prstDash val="solid"/>
                <a:headEnd type="none" w="med" len="med"/>
                <a:tailEnd type="none" w="med" len="med"/>
              </a:ln>
            </p:spPr>
          </p:sp>
          <p:sp>
            <p:nvSpPr>
              <p:cNvPr id="129168" name="Text Box 261"/>
              <p:cNvSpPr txBox="1"/>
              <p:nvPr/>
            </p:nvSpPr>
            <p:spPr>
              <a:xfrm>
                <a:off x="4944"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69" name="Text Box 262"/>
              <p:cNvSpPr txBox="1"/>
              <p:nvPr/>
            </p:nvSpPr>
            <p:spPr>
              <a:xfrm>
                <a:off x="5148"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70" name="Line 263"/>
              <p:cNvSpPr/>
              <p:nvPr/>
            </p:nvSpPr>
            <p:spPr>
              <a:xfrm>
                <a:off x="4992" y="1144"/>
                <a:ext cx="204" cy="0"/>
              </a:xfrm>
              <a:prstGeom prst="line">
                <a:avLst/>
              </a:prstGeom>
              <a:ln w="28575" cap="flat" cmpd="sng">
                <a:solidFill>
                  <a:srgbClr val="FFFF00"/>
                </a:solidFill>
                <a:prstDash val="solid"/>
                <a:headEnd type="none" w="med" len="med"/>
                <a:tailEnd type="none" w="med" len="med"/>
              </a:ln>
            </p:spPr>
          </p:sp>
          <p:sp>
            <p:nvSpPr>
              <p:cNvPr id="129171"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9172"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9173"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9174" name="Text Box 267"/>
              <p:cNvSpPr txBox="1"/>
              <p:nvPr/>
            </p:nvSpPr>
            <p:spPr>
              <a:xfrm>
                <a:off x="5352" y="1152"/>
                <a:ext cx="336" cy="300"/>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75"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9176"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9035" name="Group 352"/>
            <p:cNvGrpSpPr/>
            <p:nvPr/>
          </p:nvGrpSpPr>
          <p:grpSpPr>
            <a:xfrm>
              <a:off x="1776" y="1104"/>
              <a:ext cx="3936" cy="342"/>
              <a:chOff x="1776" y="1104"/>
              <a:chExt cx="3936" cy="342"/>
            </a:xfrm>
          </p:grpSpPr>
          <p:sp>
            <p:nvSpPr>
              <p:cNvPr id="129088" name="Text Box 271"/>
              <p:cNvSpPr txBox="1"/>
              <p:nvPr/>
            </p:nvSpPr>
            <p:spPr>
              <a:xfrm>
                <a:off x="1776" y="1104"/>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endParaRPr lang="en-US" altLang="zh-CN" sz="1500" baseline="-25000" dirty="0">
                  <a:latin typeface="Times New Roman" panose="02020603050405020304" pitchFamily="18" charset="0"/>
                </a:endParaRPr>
              </a:p>
            </p:txBody>
          </p:sp>
          <p:sp>
            <p:nvSpPr>
              <p:cNvPr id="129089" name="Line 272"/>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090" name="Text Box 273"/>
              <p:cNvSpPr txBox="1"/>
              <p:nvPr/>
            </p:nvSpPr>
            <p:spPr>
              <a:xfrm>
                <a:off x="2172" y="1132"/>
                <a:ext cx="336" cy="25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91" name="Line 274"/>
              <p:cNvSpPr/>
              <p:nvPr/>
            </p:nvSpPr>
            <p:spPr>
              <a:xfrm>
                <a:off x="2124" y="1136"/>
                <a:ext cx="408" cy="0"/>
              </a:xfrm>
              <a:prstGeom prst="line">
                <a:avLst/>
              </a:prstGeom>
              <a:ln w="28575" cap="flat" cmpd="sng">
                <a:solidFill>
                  <a:srgbClr val="FFFF00"/>
                </a:solidFill>
                <a:prstDash val="solid"/>
                <a:headEnd type="none" w="med" len="med"/>
                <a:tailEnd type="none" w="med" len="med"/>
              </a:ln>
            </p:spPr>
          </p:sp>
          <p:sp>
            <p:nvSpPr>
              <p:cNvPr id="129092" name="Line 275"/>
              <p:cNvSpPr/>
              <p:nvPr/>
            </p:nvSpPr>
            <p:spPr>
              <a:xfrm>
                <a:off x="2124" y="1136"/>
                <a:ext cx="0" cy="227"/>
              </a:xfrm>
              <a:prstGeom prst="line">
                <a:avLst/>
              </a:prstGeom>
              <a:ln w="28575" cap="flat" cmpd="sng">
                <a:solidFill>
                  <a:srgbClr val="FFFF00"/>
                </a:solidFill>
                <a:prstDash val="solid"/>
                <a:headEnd type="none" w="med" len="med"/>
                <a:tailEnd type="none" w="med" len="med"/>
              </a:ln>
            </p:spPr>
          </p:sp>
          <p:sp>
            <p:nvSpPr>
              <p:cNvPr id="129093" name="Text Box 276"/>
              <p:cNvSpPr txBox="1"/>
              <p:nvPr/>
            </p:nvSpPr>
            <p:spPr>
              <a:xfrm>
                <a:off x="2592" y="1132"/>
                <a:ext cx="336" cy="26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94" name="Line 277"/>
              <p:cNvSpPr/>
              <p:nvPr/>
            </p:nvSpPr>
            <p:spPr>
              <a:xfrm>
                <a:off x="2532" y="1136"/>
                <a:ext cx="0" cy="227"/>
              </a:xfrm>
              <a:prstGeom prst="line">
                <a:avLst/>
              </a:prstGeom>
              <a:ln w="28575" cap="flat" cmpd="sng">
                <a:solidFill>
                  <a:srgbClr val="FFFF00"/>
                </a:solidFill>
                <a:prstDash val="solid"/>
                <a:headEnd type="none" w="med" len="med"/>
                <a:tailEnd type="none" w="med" len="med"/>
              </a:ln>
            </p:spPr>
          </p:sp>
          <p:sp>
            <p:nvSpPr>
              <p:cNvPr id="129095" name="Line 278"/>
              <p:cNvSpPr/>
              <p:nvPr/>
            </p:nvSpPr>
            <p:spPr>
              <a:xfrm>
                <a:off x="2520" y="1352"/>
                <a:ext cx="431" cy="0"/>
              </a:xfrm>
              <a:prstGeom prst="line">
                <a:avLst/>
              </a:prstGeom>
              <a:ln w="28575" cap="flat" cmpd="sng">
                <a:solidFill>
                  <a:srgbClr val="FFFF00"/>
                </a:solidFill>
                <a:prstDash val="solid"/>
                <a:headEnd type="none" w="med" len="med"/>
                <a:tailEnd type="none" w="med" len="med"/>
              </a:ln>
            </p:spPr>
          </p:sp>
          <p:sp>
            <p:nvSpPr>
              <p:cNvPr id="129096" name="Text Box 279"/>
              <p:cNvSpPr txBox="1"/>
              <p:nvPr/>
            </p:nvSpPr>
            <p:spPr>
              <a:xfrm>
                <a:off x="2989" y="1132"/>
                <a:ext cx="336" cy="273"/>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97" name="Line 280"/>
              <p:cNvSpPr/>
              <p:nvPr/>
            </p:nvSpPr>
            <p:spPr>
              <a:xfrm>
                <a:off x="2941" y="1136"/>
                <a:ext cx="408" cy="0"/>
              </a:xfrm>
              <a:prstGeom prst="line">
                <a:avLst/>
              </a:prstGeom>
              <a:ln w="28575" cap="flat" cmpd="sng">
                <a:solidFill>
                  <a:srgbClr val="FFFF00"/>
                </a:solidFill>
                <a:prstDash val="solid"/>
                <a:headEnd type="none" w="med" len="med"/>
                <a:tailEnd type="none" w="med" len="med"/>
              </a:ln>
            </p:spPr>
          </p:sp>
          <p:sp>
            <p:nvSpPr>
              <p:cNvPr id="129098" name="Line 281"/>
              <p:cNvSpPr/>
              <p:nvPr/>
            </p:nvSpPr>
            <p:spPr>
              <a:xfrm>
                <a:off x="2940" y="1136"/>
                <a:ext cx="0" cy="227"/>
              </a:xfrm>
              <a:prstGeom prst="line">
                <a:avLst/>
              </a:prstGeom>
              <a:ln w="28575" cap="flat" cmpd="sng">
                <a:solidFill>
                  <a:srgbClr val="FFFF00"/>
                </a:solidFill>
                <a:prstDash val="solid"/>
                <a:headEnd type="none" w="med" len="med"/>
                <a:tailEnd type="none" w="med" len="med"/>
              </a:ln>
            </p:spPr>
          </p:sp>
          <p:sp>
            <p:nvSpPr>
              <p:cNvPr id="129099" name="Text Box 282"/>
              <p:cNvSpPr txBox="1"/>
              <p:nvPr/>
            </p:nvSpPr>
            <p:spPr>
              <a:xfrm>
                <a:off x="3409" y="1132"/>
                <a:ext cx="336" cy="282"/>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00" name="Line 283"/>
              <p:cNvSpPr/>
              <p:nvPr/>
            </p:nvSpPr>
            <p:spPr>
              <a:xfrm>
                <a:off x="3348" y="1136"/>
                <a:ext cx="0" cy="227"/>
              </a:xfrm>
              <a:prstGeom prst="line">
                <a:avLst/>
              </a:prstGeom>
              <a:ln w="28575" cap="flat" cmpd="sng">
                <a:solidFill>
                  <a:srgbClr val="FFFF00"/>
                </a:solidFill>
                <a:prstDash val="solid"/>
                <a:headEnd type="none" w="med" len="med"/>
                <a:tailEnd type="none" w="med" len="med"/>
              </a:ln>
            </p:spPr>
          </p:sp>
          <p:sp>
            <p:nvSpPr>
              <p:cNvPr id="129101" name="Line 284"/>
              <p:cNvSpPr/>
              <p:nvPr/>
            </p:nvSpPr>
            <p:spPr>
              <a:xfrm>
                <a:off x="3337" y="1352"/>
                <a:ext cx="431" cy="0"/>
              </a:xfrm>
              <a:prstGeom prst="line">
                <a:avLst/>
              </a:prstGeom>
              <a:ln w="28575" cap="flat" cmpd="sng">
                <a:solidFill>
                  <a:srgbClr val="FFFF00"/>
                </a:solidFill>
                <a:prstDash val="solid"/>
                <a:headEnd type="none" w="med" len="med"/>
                <a:tailEnd type="none" w="med" len="med"/>
              </a:ln>
            </p:spPr>
          </p:sp>
          <p:sp>
            <p:nvSpPr>
              <p:cNvPr id="129102" name="Text Box 285"/>
              <p:cNvSpPr txBox="1"/>
              <p:nvPr/>
            </p:nvSpPr>
            <p:spPr>
              <a:xfrm>
                <a:off x="3817" y="1132"/>
                <a:ext cx="336" cy="29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03" name="Line 286"/>
              <p:cNvSpPr/>
              <p:nvPr/>
            </p:nvSpPr>
            <p:spPr>
              <a:xfrm>
                <a:off x="3769" y="1136"/>
                <a:ext cx="408" cy="0"/>
              </a:xfrm>
              <a:prstGeom prst="line">
                <a:avLst/>
              </a:prstGeom>
              <a:ln w="28575" cap="flat" cmpd="sng">
                <a:solidFill>
                  <a:srgbClr val="FFFF00"/>
                </a:solidFill>
                <a:prstDash val="solid"/>
                <a:headEnd type="none" w="med" len="med"/>
                <a:tailEnd type="none" w="med" len="med"/>
              </a:ln>
            </p:spPr>
          </p:sp>
          <p:sp>
            <p:nvSpPr>
              <p:cNvPr id="129104" name="Line 287"/>
              <p:cNvSpPr/>
              <p:nvPr/>
            </p:nvSpPr>
            <p:spPr>
              <a:xfrm>
                <a:off x="3768" y="1136"/>
                <a:ext cx="0" cy="227"/>
              </a:xfrm>
              <a:prstGeom prst="line">
                <a:avLst/>
              </a:prstGeom>
              <a:ln w="28575" cap="flat" cmpd="sng">
                <a:solidFill>
                  <a:srgbClr val="FFFF00"/>
                </a:solidFill>
                <a:prstDash val="solid"/>
                <a:headEnd type="none" w="med" len="med"/>
                <a:tailEnd type="none" w="med" len="med"/>
              </a:ln>
            </p:spPr>
          </p:sp>
          <p:sp>
            <p:nvSpPr>
              <p:cNvPr id="129105" name="Text Box 288"/>
              <p:cNvSpPr txBox="1"/>
              <p:nvPr/>
            </p:nvSpPr>
            <p:spPr>
              <a:xfrm>
                <a:off x="4237" y="1132"/>
                <a:ext cx="336" cy="299"/>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06" name="Line 289"/>
              <p:cNvSpPr/>
              <p:nvPr/>
            </p:nvSpPr>
            <p:spPr>
              <a:xfrm>
                <a:off x="4176" y="1136"/>
                <a:ext cx="0" cy="227"/>
              </a:xfrm>
              <a:prstGeom prst="line">
                <a:avLst/>
              </a:prstGeom>
              <a:ln w="28575" cap="flat" cmpd="sng">
                <a:solidFill>
                  <a:srgbClr val="FFFF00"/>
                </a:solidFill>
                <a:prstDash val="solid"/>
                <a:headEnd type="none" w="med" len="med"/>
                <a:tailEnd type="none" w="med" len="med"/>
              </a:ln>
            </p:spPr>
          </p:sp>
          <p:sp>
            <p:nvSpPr>
              <p:cNvPr id="129107" name="Line 290"/>
              <p:cNvSpPr/>
              <p:nvPr/>
            </p:nvSpPr>
            <p:spPr>
              <a:xfrm>
                <a:off x="4177" y="1352"/>
                <a:ext cx="408" cy="0"/>
              </a:xfrm>
              <a:prstGeom prst="line">
                <a:avLst/>
              </a:prstGeom>
              <a:ln w="28575" cap="flat" cmpd="sng">
                <a:solidFill>
                  <a:srgbClr val="FFFF00"/>
                </a:solidFill>
                <a:prstDash val="solid"/>
                <a:headEnd type="none" w="med" len="med"/>
                <a:tailEnd type="none" w="med" len="med"/>
              </a:ln>
            </p:spPr>
          </p:sp>
          <p:sp>
            <p:nvSpPr>
              <p:cNvPr id="129108" name="Text Box 291"/>
              <p:cNvSpPr txBox="1"/>
              <p:nvPr/>
            </p:nvSpPr>
            <p:spPr>
              <a:xfrm>
                <a:off x="4621" y="1132"/>
                <a:ext cx="336" cy="307"/>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09" name="Line 292"/>
              <p:cNvSpPr/>
              <p:nvPr/>
            </p:nvSpPr>
            <p:spPr>
              <a:xfrm>
                <a:off x="4585" y="1136"/>
                <a:ext cx="408" cy="0"/>
              </a:xfrm>
              <a:prstGeom prst="line">
                <a:avLst/>
              </a:prstGeom>
              <a:ln w="28575" cap="flat" cmpd="sng">
                <a:solidFill>
                  <a:srgbClr val="FFFF00"/>
                </a:solidFill>
                <a:prstDash val="solid"/>
                <a:headEnd type="none" w="med" len="med"/>
                <a:tailEnd type="none" w="med" len="med"/>
              </a:ln>
            </p:spPr>
          </p:sp>
          <p:sp>
            <p:nvSpPr>
              <p:cNvPr id="129110" name="Line 293"/>
              <p:cNvSpPr/>
              <p:nvPr/>
            </p:nvSpPr>
            <p:spPr>
              <a:xfrm>
                <a:off x="4584" y="1136"/>
                <a:ext cx="0" cy="227"/>
              </a:xfrm>
              <a:prstGeom prst="line">
                <a:avLst/>
              </a:prstGeom>
              <a:ln w="28575" cap="flat" cmpd="sng">
                <a:solidFill>
                  <a:srgbClr val="FFFF00"/>
                </a:solidFill>
                <a:prstDash val="solid"/>
                <a:headEnd type="none" w="med" len="med"/>
                <a:tailEnd type="none" w="med" len="med"/>
              </a:ln>
            </p:spPr>
          </p:sp>
          <p:sp>
            <p:nvSpPr>
              <p:cNvPr id="129111" name="Text Box 294"/>
              <p:cNvSpPr txBox="1"/>
              <p:nvPr/>
            </p:nvSpPr>
            <p:spPr>
              <a:xfrm>
                <a:off x="5053" y="1132"/>
                <a:ext cx="336" cy="314"/>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112" name="Line 295"/>
              <p:cNvSpPr/>
              <p:nvPr/>
            </p:nvSpPr>
            <p:spPr>
              <a:xfrm>
                <a:off x="4992" y="1136"/>
                <a:ext cx="0" cy="227"/>
              </a:xfrm>
              <a:prstGeom prst="line">
                <a:avLst/>
              </a:prstGeom>
              <a:ln w="28575" cap="flat" cmpd="sng">
                <a:solidFill>
                  <a:srgbClr val="FFFF00"/>
                </a:solidFill>
                <a:prstDash val="solid"/>
                <a:headEnd type="none" w="med" len="med"/>
                <a:tailEnd type="none" w="med" len="med"/>
              </a:ln>
            </p:spPr>
          </p:sp>
          <p:sp>
            <p:nvSpPr>
              <p:cNvPr id="129113" name="Line 296"/>
              <p:cNvSpPr/>
              <p:nvPr/>
            </p:nvSpPr>
            <p:spPr>
              <a:xfrm>
                <a:off x="4981" y="1352"/>
                <a:ext cx="408" cy="0"/>
              </a:xfrm>
              <a:prstGeom prst="line">
                <a:avLst/>
              </a:prstGeom>
              <a:ln w="28575" cap="flat" cmpd="sng">
                <a:solidFill>
                  <a:srgbClr val="FFFF00"/>
                </a:solidFill>
                <a:prstDash val="solid"/>
                <a:headEnd type="none" w="med" len="med"/>
                <a:tailEnd type="none" w="med" len="med"/>
              </a:ln>
            </p:spPr>
          </p:sp>
          <p:sp>
            <p:nvSpPr>
              <p:cNvPr id="129114" name="Text Box 339"/>
              <p:cNvSpPr txBox="1"/>
              <p:nvPr/>
            </p:nvSpPr>
            <p:spPr>
              <a:xfrm>
                <a:off x="5376" y="1125"/>
                <a:ext cx="336" cy="32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115" name="Line 340"/>
              <p:cNvSpPr/>
              <p:nvPr/>
            </p:nvSpPr>
            <p:spPr>
              <a:xfrm>
                <a:off x="5389" y="1129"/>
                <a:ext cx="227" cy="0"/>
              </a:xfrm>
              <a:prstGeom prst="line">
                <a:avLst/>
              </a:prstGeom>
              <a:ln w="28575" cap="flat" cmpd="sng">
                <a:solidFill>
                  <a:srgbClr val="FFFF00"/>
                </a:solidFill>
                <a:prstDash val="solid"/>
                <a:headEnd type="none" w="med" len="med"/>
                <a:tailEnd type="none" w="med" len="med"/>
              </a:ln>
            </p:spPr>
          </p:sp>
          <p:sp>
            <p:nvSpPr>
              <p:cNvPr id="129116" name="Line 341"/>
              <p:cNvSpPr/>
              <p:nvPr/>
            </p:nvSpPr>
            <p:spPr>
              <a:xfrm>
                <a:off x="5388" y="1129"/>
                <a:ext cx="0" cy="227"/>
              </a:xfrm>
              <a:prstGeom prst="line">
                <a:avLst/>
              </a:prstGeom>
              <a:ln w="28575" cap="flat" cmpd="sng">
                <a:solidFill>
                  <a:srgbClr val="FFFF00"/>
                </a:solidFill>
                <a:prstDash val="solid"/>
                <a:headEnd type="none" w="med" len="med"/>
                <a:tailEnd type="none" w="med" len="med"/>
              </a:ln>
            </p:spPr>
          </p:sp>
        </p:grpSp>
        <p:grpSp>
          <p:nvGrpSpPr>
            <p:cNvPr id="129036" name="Group 353"/>
            <p:cNvGrpSpPr/>
            <p:nvPr/>
          </p:nvGrpSpPr>
          <p:grpSpPr>
            <a:xfrm>
              <a:off x="1776" y="1440"/>
              <a:ext cx="3936" cy="370"/>
              <a:chOff x="1776" y="1440"/>
              <a:chExt cx="3936" cy="370"/>
            </a:xfrm>
          </p:grpSpPr>
          <p:sp>
            <p:nvSpPr>
              <p:cNvPr id="129068" name="Text Box 299"/>
              <p:cNvSpPr txBox="1"/>
              <p:nvPr/>
            </p:nvSpPr>
            <p:spPr>
              <a:xfrm>
                <a:off x="1776" y="1440"/>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endParaRPr lang="en-US" altLang="zh-CN" sz="1500" baseline="-25000" dirty="0">
                  <a:latin typeface="Times New Roman" panose="02020603050405020304" pitchFamily="18" charset="0"/>
                </a:endParaRPr>
              </a:p>
            </p:txBody>
          </p:sp>
          <p:sp>
            <p:nvSpPr>
              <p:cNvPr id="129069" name="Line 300"/>
              <p:cNvSpPr/>
              <p:nvPr/>
            </p:nvSpPr>
            <p:spPr>
              <a:xfrm>
                <a:off x="2011" y="1708"/>
                <a:ext cx="113" cy="0"/>
              </a:xfrm>
              <a:prstGeom prst="line">
                <a:avLst/>
              </a:prstGeom>
              <a:ln w="28575" cap="flat" cmpd="sng">
                <a:solidFill>
                  <a:srgbClr val="FFFF00"/>
                </a:solidFill>
                <a:prstDash val="solid"/>
                <a:headEnd type="none" w="med" len="med"/>
                <a:tailEnd type="none" w="med" len="med"/>
              </a:ln>
            </p:spPr>
          </p:sp>
          <p:grpSp>
            <p:nvGrpSpPr>
              <p:cNvPr id="129070" name="Group 301"/>
              <p:cNvGrpSpPr/>
              <p:nvPr/>
            </p:nvGrpSpPr>
            <p:grpSpPr>
              <a:xfrm>
                <a:off x="2124" y="1468"/>
                <a:ext cx="816" cy="299"/>
                <a:chOff x="2736" y="2544"/>
                <a:chExt cx="816" cy="299"/>
              </a:xfrm>
            </p:grpSpPr>
            <p:sp>
              <p:nvSpPr>
                <p:cNvPr id="129085" name="Text Box 302"/>
                <p:cNvSpPr txBox="1"/>
                <p:nvPr/>
              </p:nvSpPr>
              <p:spPr>
                <a:xfrm>
                  <a:off x="2928" y="259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86"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7"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9071" name="Group 305"/>
              <p:cNvGrpSpPr/>
              <p:nvPr/>
            </p:nvGrpSpPr>
            <p:grpSpPr>
              <a:xfrm>
                <a:off x="2940" y="1468"/>
                <a:ext cx="816" cy="316"/>
                <a:chOff x="3552" y="2544"/>
                <a:chExt cx="816" cy="316"/>
              </a:xfrm>
            </p:grpSpPr>
            <p:sp>
              <p:nvSpPr>
                <p:cNvPr id="129082" name="Text Box 306"/>
                <p:cNvSpPr txBox="1"/>
                <p:nvPr/>
              </p:nvSpPr>
              <p:spPr>
                <a:xfrm>
                  <a:off x="3744" y="2592"/>
                  <a:ext cx="336" cy="26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83"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9084"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grpSp>
            <p:nvGrpSpPr>
              <p:cNvPr id="129072" name="Group 310"/>
              <p:cNvGrpSpPr/>
              <p:nvPr/>
            </p:nvGrpSpPr>
            <p:grpSpPr>
              <a:xfrm>
                <a:off x="3756" y="1468"/>
                <a:ext cx="816" cy="329"/>
                <a:chOff x="2736" y="2544"/>
                <a:chExt cx="816" cy="329"/>
              </a:xfrm>
            </p:grpSpPr>
            <p:sp>
              <p:nvSpPr>
                <p:cNvPr id="129079" name="Text Box 311"/>
                <p:cNvSpPr txBox="1"/>
                <p:nvPr/>
              </p:nvSpPr>
              <p:spPr>
                <a:xfrm>
                  <a:off x="2928" y="2592"/>
                  <a:ext cx="336" cy="28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80"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1"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sp>
            <p:nvSpPr>
              <p:cNvPr id="129073" name="Text Box 345"/>
              <p:cNvSpPr txBox="1"/>
              <p:nvPr/>
            </p:nvSpPr>
            <p:spPr>
              <a:xfrm>
                <a:off x="4776" y="1512"/>
                <a:ext cx="336" cy="292"/>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74" name="Line 346"/>
              <p:cNvSpPr/>
              <p:nvPr/>
            </p:nvSpPr>
            <p:spPr>
              <a:xfrm>
                <a:off x="4584" y="1464"/>
                <a:ext cx="0" cy="227"/>
              </a:xfrm>
              <a:prstGeom prst="line">
                <a:avLst/>
              </a:prstGeom>
              <a:ln w="28575" cap="flat" cmpd="sng">
                <a:solidFill>
                  <a:srgbClr val="FFFF00"/>
                </a:solidFill>
                <a:prstDash val="solid"/>
                <a:headEnd type="none" w="med" len="med"/>
                <a:tailEnd type="none" w="med" len="med"/>
              </a:ln>
            </p:spPr>
          </p:sp>
          <p:sp>
            <p:nvSpPr>
              <p:cNvPr id="129075" name="Line 347"/>
              <p:cNvSpPr/>
              <p:nvPr/>
            </p:nvSpPr>
            <p:spPr>
              <a:xfrm>
                <a:off x="4584" y="1704"/>
                <a:ext cx="816" cy="0"/>
              </a:xfrm>
              <a:prstGeom prst="line">
                <a:avLst/>
              </a:prstGeom>
              <a:ln w="28575" cap="flat" cmpd="sng">
                <a:solidFill>
                  <a:srgbClr val="FFFF00"/>
                </a:solidFill>
                <a:prstDash val="solid"/>
                <a:headEnd type="none" w="med" len="med"/>
                <a:tailEnd type="none" w="med" len="med"/>
              </a:ln>
            </p:spPr>
          </p:sp>
          <p:sp>
            <p:nvSpPr>
              <p:cNvPr id="129076" name="Text Box 349"/>
              <p:cNvSpPr txBox="1"/>
              <p:nvPr/>
            </p:nvSpPr>
            <p:spPr>
              <a:xfrm>
                <a:off x="5376" y="1512"/>
                <a:ext cx="336" cy="298"/>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77" name="Line 350"/>
              <p:cNvSpPr/>
              <p:nvPr/>
            </p:nvSpPr>
            <p:spPr>
              <a:xfrm>
                <a:off x="5388" y="1464"/>
                <a:ext cx="227" cy="0"/>
              </a:xfrm>
              <a:prstGeom prst="line">
                <a:avLst/>
              </a:prstGeom>
              <a:ln w="28575" cap="flat" cmpd="sng">
                <a:solidFill>
                  <a:srgbClr val="FFFF00"/>
                </a:solidFill>
                <a:prstDash val="solid"/>
                <a:headEnd type="none" w="med" len="med"/>
                <a:tailEnd type="none" w="med" len="med"/>
              </a:ln>
            </p:spPr>
          </p:sp>
          <p:sp>
            <p:nvSpPr>
              <p:cNvPr id="129078" name="Line 351"/>
              <p:cNvSpPr/>
              <p:nvPr/>
            </p:nvSpPr>
            <p:spPr>
              <a:xfrm>
                <a:off x="5388" y="1464"/>
                <a:ext cx="0" cy="227"/>
              </a:xfrm>
              <a:prstGeom prst="line">
                <a:avLst/>
              </a:prstGeom>
              <a:ln w="28575" cap="flat" cmpd="sng">
                <a:solidFill>
                  <a:srgbClr val="FFFF00"/>
                </a:solidFill>
                <a:prstDash val="solid"/>
                <a:headEnd type="none" w="med" len="med"/>
                <a:tailEnd type="none" w="med" len="med"/>
              </a:ln>
            </p:spPr>
          </p:sp>
        </p:grpSp>
        <p:grpSp>
          <p:nvGrpSpPr>
            <p:cNvPr id="129037" name="Group 380"/>
            <p:cNvGrpSpPr/>
            <p:nvPr/>
          </p:nvGrpSpPr>
          <p:grpSpPr>
            <a:xfrm>
              <a:off x="1776" y="1776"/>
              <a:ext cx="3936" cy="347"/>
              <a:chOff x="1776" y="1776"/>
              <a:chExt cx="3936" cy="347"/>
            </a:xfrm>
          </p:grpSpPr>
          <p:sp>
            <p:nvSpPr>
              <p:cNvPr id="129057" name="Text Box 319"/>
              <p:cNvSpPr txBox="1"/>
              <p:nvPr/>
            </p:nvSpPr>
            <p:spPr>
              <a:xfrm>
                <a:off x="1776" y="1776"/>
                <a:ext cx="384" cy="270"/>
              </a:xfrm>
              <a:prstGeom prst="rect">
                <a:avLst/>
              </a:prstGeom>
              <a:noFill/>
              <a:ln w="28575">
                <a:noFill/>
              </a:ln>
            </p:spPr>
            <p:txBody>
              <a:bodyPr>
                <a:spAutoFit/>
              </a:bodyPr>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endParaRPr lang="en-US" altLang="zh-CN" sz="1500" baseline="-25000" dirty="0">
                  <a:latin typeface="Times New Roman" panose="02020603050405020304" pitchFamily="18" charset="0"/>
                </a:endParaRPr>
              </a:p>
            </p:txBody>
          </p:sp>
          <p:sp>
            <p:nvSpPr>
              <p:cNvPr id="129058" name="Line 320"/>
              <p:cNvSpPr/>
              <p:nvPr/>
            </p:nvSpPr>
            <p:spPr>
              <a:xfrm>
                <a:off x="2011" y="2044"/>
                <a:ext cx="113" cy="0"/>
              </a:xfrm>
              <a:prstGeom prst="line">
                <a:avLst/>
              </a:prstGeom>
              <a:ln w="28575" cap="flat" cmpd="sng">
                <a:solidFill>
                  <a:srgbClr val="FFFF00"/>
                </a:solidFill>
                <a:prstDash val="solid"/>
                <a:headEnd type="none" w="med" len="med"/>
                <a:tailEnd type="none" w="med" len="med"/>
              </a:ln>
            </p:spPr>
          </p:sp>
          <p:sp>
            <p:nvSpPr>
              <p:cNvPr id="129059" name="Text Box 321"/>
              <p:cNvSpPr txBox="1"/>
              <p:nvPr/>
            </p:nvSpPr>
            <p:spPr>
              <a:xfrm>
                <a:off x="2736" y="18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sp>
            <p:nvSpPr>
              <p:cNvPr id="129060" name="Line 322"/>
              <p:cNvSpPr/>
              <p:nvPr/>
            </p:nvSpPr>
            <p:spPr>
              <a:xfrm>
                <a:off x="2124" y="1804"/>
                <a:ext cx="1632" cy="0"/>
              </a:xfrm>
              <a:prstGeom prst="line">
                <a:avLst/>
              </a:prstGeom>
              <a:ln w="28575" cap="flat" cmpd="sng">
                <a:solidFill>
                  <a:srgbClr val="FFFF00"/>
                </a:solidFill>
                <a:prstDash val="solid"/>
                <a:headEnd type="none" w="med" len="med"/>
                <a:tailEnd type="none" w="med" len="med"/>
              </a:ln>
            </p:spPr>
          </p:sp>
          <p:sp>
            <p:nvSpPr>
              <p:cNvPr id="129061" name="Line 323"/>
              <p:cNvSpPr/>
              <p:nvPr/>
            </p:nvSpPr>
            <p:spPr>
              <a:xfrm>
                <a:off x="2124" y="1804"/>
                <a:ext cx="0" cy="227"/>
              </a:xfrm>
              <a:prstGeom prst="line">
                <a:avLst/>
              </a:prstGeom>
              <a:ln w="28575" cap="flat" cmpd="sng">
                <a:solidFill>
                  <a:srgbClr val="FFFF00"/>
                </a:solidFill>
                <a:prstDash val="solid"/>
                <a:headEnd type="none" w="med" len="med"/>
                <a:tailEnd type="none" w="med" len="med"/>
              </a:ln>
            </p:spPr>
          </p:sp>
          <p:sp>
            <p:nvSpPr>
              <p:cNvPr id="129062" name="Line 324"/>
              <p:cNvSpPr/>
              <p:nvPr/>
            </p:nvSpPr>
            <p:spPr>
              <a:xfrm>
                <a:off x="3768" y="2040"/>
                <a:ext cx="1610" cy="0"/>
              </a:xfrm>
              <a:prstGeom prst="line">
                <a:avLst/>
              </a:prstGeom>
              <a:ln w="28575" cap="flat" cmpd="sng">
                <a:solidFill>
                  <a:srgbClr val="FFFF00"/>
                </a:solidFill>
                <a:prstDash val="solid"/>
                <a:headEnd type="none" w="med" len="med"/>
                <a:tailEnd type="none" w="med" len="med"/>
              </a:ln>
            </p:spPr>
          </p:sp>
          <p:sp>
            <p:nvSpPr>
              <p:cNvPr id="129063" name="Text Box 325"/>
              <p:cNvSpPr txBox="1"/>
              <p:nvPr/>
            </p:nvSpPr>
            <p:spPr>
              <a:xfrm>
                <a:off x="4368" y="185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0</a:t>
                </a:r>
                <a:endParaRPr lang="en-US" altLang="zh-CN" sz="1350" dirty="0">
                  <a:solidFill>
                    <a:srgbClr val="FFFF00"/>
                  </a:solidFill>
                  <a:latin typeface="Times New Roman" panose="02020603050405020304" pitchFamily="18" charset="0"/>
                </a:endParaRPr>
              </a:p>
            </p:txBody>
          </p:sp>
          <p:sp>
            <p:nvSpPr>
              <p:cNvPr id="129064" name="Line 326"/>
              <p:cNvSpPr/>
              <p:nvPr/>
            </p:nvSpPr>
            <p:spPr>
              <a:xfrm>
                <a:off x="3768" y="1804"/>
                <a:ext cx="0" cy="227"/>
              </a:xfrm>
              <a:prstGeom prst="line">
                <a:avLst/>
              </a:prstGeom>
              <a:ln w="28575" cap="flat" cmpd="sng">
                <a:solidFill>
                  <a:srgbClr val="FFFF00"/>
                </a:solidFill>
                <a:prstDash val="solid"/>
                <a:headEnd type="none" w="med" len="med"/>
                <a:tailEnd type="none" w="med" len="med"/>
              </a:ln>
            </p:spPr>
          </p:sp>
          <p:sp>
            <p:nvSpPr>
              <p:cNvPr id="129065" name="Line 354"/>
              <p:cNvSpPr/>
              <p:nvPr/>
            </p:nvSpPr>
            <p:spPr>
              <a:xfrm>
                <a:off x="5391" y="1812"/>
                <a:ext cx="0" cy="227"/>
              </a:xfrm>
              <a:prstGeom prst="line">
                <a:avLst/>
              </a:prstGeom>
              <a:ln w="28575" cap="flat" cmpd="sng">
                <a:solidFill>
                  <a:srgbClr val="FFFF00"/>
                </a:solidFill>
                <a:prstDash val="solid"/>
                <a:headEnd type="none" w="med" len="med"/>
                <a:tailEnd type="none" w="med" len="med"/>
              </a:ln>
            </p:spPr>
          </p:sp>
          <p:sp>
            <p:nvSpPr>
              <p:cNvPr id="129066" name="Line 355"/>
              <p:cNvSpPr/>
              <p:nvPr/>
            </p:nvSpPr>
            <p:spPr>
              <a:xfrm>
                <a:off x="5381" y="1812"/>
                <a:ext cx="227" cy="0"/>
              </a:xfrm>
              <a:prstGeom prst="line">
                <a:avLst/>
              </a:prstGeom>
              <a:ln w="28575" cap="flat" cmpd="sng">
                <a:solidFill>
                  <a:srgbClr val="FFFF00"/>
                </a:solidFill>
                <a:prstDash val="solid"/>
                <a:headEnd type="none" w="med" len="med"/>
                <a:tailEnd type="none" w="med" len="med"/>
              </a:ln>
            </p:spPr>
          </p:sp>
          <p:sp>
            <p:nvSpPr>
              <p:cNvPr id="129067" name="Text Box 356"/>
              <p:cNvSpPr txBox="1"/>
              <p:nvPr/>
            </p:nvSpPr>
            <p:spPr>
              <a:xfrm>
                <a:off x="5376" y="1872"/>
                <a:ext cx="336" cy="251"/>
              </a:xfrm>
              <a:prstGeom prst="rect">
                <a:avLst/>
              </a:prstGeom>
              <a:noFill/>
              <a:ln w="28575">
                <a:noFill/>
              </a:ln>
            </p:spPr>
            <p:txBody>
              <a:bodyPr>
                <a:spAutoFit/>
              </a:bodyPr>
              <a:p>
                <a:pPr>
                  <a:spcBef>
                    <a:spcPct val="50000"/>
                  </a:spcBef>
                </a:pPr>
                <a:r>
                  <a:rPr lang="en-US" altLang="zh-CN" sz="1350" dirty="0">
                    <a:solidFill>
                      <a:srgbClr val="FFFF00"/>
                    </a:solidFill>
                    <a:latin typeface="Times New Roman" panose="02020603050405020304" pitchFamily="18" charset="0"/>
                  </a:rPr>
                  <a:t>1</a:t>
                </a:r>
                <a:endParaRPr lang="en-US" altLang="zh-CN" sz="1350" dirty="0">
                  <a:solidFill>
                    <a:srgbClr val="FFFF00"/>
                  </a:solidFill>
                  <a:latin typeface="Times New Roman" panose="02020603050405020304" pitchFamily="18" charset="0"/>
                </a:endParaRPr>
              </a:p>
            </p:txBody>
          </p:sp>
        </p:grpSp>
        <p:sp>
          <p:nvSpPr>
            <p:cNvPr id="129038" name="Text Box 359"/>
            <p:cNvSpPr txBox="1"/>
            <p:nvPr/>
          </p:nvSpPr>
          <p:spPr>
            <a:xfrm>
              <a:off x="1584" y="2064"/>
              <a:ext cx="384" cy="658"/>
            </a:xfrm>
            <a:prstGeom prst="rect">
              <a:avLst/>
            </a:prstGeom>
            <a:noFill/>
            <a:ln w="28575">
              <a:noFill/>
            </a:ln>
          </p:spPr>
          <p:txBody>
            <a:bodyPr>
              <a:spAutoFit/>
            </a:bodyPr>
            <a:p>
              <a:pPr>
                <a:spcBef>
                  <a:spcPct val="50000"/>
                </a:spcBef>
              </a:pPr>
              <a:r>
                <a:rPr lang="zh-CN" altLang="en-US" sz="1500" dirty="0">
                  <a:solidFill>
                    <a:srgbClr val="FF00FF"/>
                  </a:solidFill>
                  <a:latin typeface="Times New Roman" panose="02020603050405020304" pitchFamily="18" charset="0"/>
                </a:rPr>
                <a:t>计数值</a:t>
              </a:r>
              <a:endParaRPr lang="zh-CN" altLang="en-US" sz="1500" dirty="0">
                <a:solidFill>
                  <a:srgbClr val="FF00FF"/>
                </a:solidFill>
                <a:latin typeface="Times New Roman" panose="02020603050405020304" pitchFamily="18" charset="0"/>
              </a:endParaRPr>
            </a:p>
          </p:txBody>
        </p:sp>
        <p:sp>
          <p:nvSpPr>
            <p:cNvPr id="129039" name="Text Box 360"/>
            <p:cNvSpPr txBox="1"/>
            <p:nvPr/>
          </p:nvSpPr>
          <p:spPr>
            <a:xfrm>
              <a:off x="206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sp>
          <p:nvSpPr>
            <p:cNvPr id="129040" name="Text Box 361"/>
            <p:cNvSpPr txBox="1"/>
            <p:nvPr/>
          </p:nvSpPr>
          <p:spPr>
            <a:xfrm>
              <a:off x="2256"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1110</a:t>
              </a:r>
              <a:endParaRPr lang="en-US" altLang="zh-CN" sz="1050" dirty="0">
                <a:latin typeface="Times New Roman" panose="02020603050405020304" pitchFamily="18" charset="0"/>
              </a:endParaRPr>
            </a:p>
          </p:txBody>
        </p:sp>
        <p:sp>
          <p:nvSpPr>
            <p:cNvPr id="129041" name="Text Box 362"/>
            <p:cNvSpPr txBox="1"/>
            <p:nvPr/>
          </p:nvSpPr>
          <p:spPr>
            <a:xfrm>
              <a:off x="2478"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1101</a:t>
              </a:r>
              <a:endParaRPr lang="en-US" altLang="zh-CN" sz="1050" dirty="0">
                <a:latin typeface="Times New Roman" panose="02020603050405020304" pitchFamily="18" charset="0"/>
              </a:endParaRPr>
            </a:p>
          </p:txBody>
        </p:sp>
        <p:sp>
          <p:nvSpPr>
            <p:cNvPr id="129042" name="Text Box 363"/>
            <p:cNvSpPr txBox="1"/>
            <p:nvPr/>
          </p:nvSpPr>
          <p:spPr>
            <a:xfrm>
              <a:off x="2676" y="2339"/>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1100</a:t>
              </a:r>
              <a:endParaRPr lang="en-US" altLang="zh-CN" sz="1050" dirty="0">
                <a:latin typeface="Times New Roman" panose="02020603050405020304" pitchFamily="18" charset="0"/>
              </a:endParaRPr>
            </a:p>
          </p:txBody>
        </p:sp>
        <p:sp>
          <p:nvSpPr>
            <p:cNvPr id="129043" name="Text Box 364"/>
            <p:cNvSpPr txBox="1"/>
            <p:nvPr/>
          </p:nvSpPr>
          <p:spPr>
            <a:xfrm>
              <a:off x="2880"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1011</a:t>
              </a:r>
              <a:endParaRPr lang="en-US" altLang="zh-CN" sz="1050" dirty="0">
                <a:latin typeface="Times New Roman" panose="02020603050405020304" pitchFamily="18" charset="0"/>
              </a:endParaRPr>
            </a:p>
          </p:txBody>
        </p:sp>
        <p:sp>
          <p:nvSpPr>
            <p:cNvPr id="129044" name="Text Box 365"/>
            <p:cNvSpPr txBox="1"/>
            <p:nvPr/>
          </p:nvSpPr>
          <p:spPr>
            <a:xfrm>
              <a:off x="3060" y="2339"/>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1010</a:t>
              </a:r>
              <a:endParaRPr lang="en-US" altLang="zh-CN" sz="1050" dirty="0">
                <a:latin typeface="Times New Roman" panose="02020603050405020304" pitchFamily="18" charset="0"/>
              </a:endParaRPr>
            </a:p>
          </p:txBody>
        </p:sp>
        <p:sp>
          <p:nvSpPr>
            <p:cNvPr id="129045" name="Text Box 366"/>
            <p:cNvSpPr txBox="1"/>
            <p:nvPr/>
          </p:nvSpPr>
          <p:spPr>
            <a:xfrm>
              <a:off x="329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1001</a:t>
              </a:r>
              <a:endParaRPr lang="en-US" altLang="zh-CN" sz="1050" dirty="0">
                <a:latin typeface="Times New Roman" panose="02020603050405020304" pitchFamily="18" charset="0"/>
              </a:endParaRPr>
            </a:p>
          </p:txBody>
        </p:sp>
        <p:sp>
          <p:nvSpPr>
            <p:cNvPr id="129046" name="Text Box 367"/>
            <p:cNvSpPr txBox="1"/>
            <p:nvPr/>
          </p:nvSpPr>
          <p:spPr>
            <a:xfrm>
              <a:off x="3504" y="2352"/>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1000</a:t>
              </a:r>
              <a:endParaRPr lang="en-US" altLang="zh-CN" sz="1050" dirty="0">
                <a:latin typeface="Times New Roman" panose="02020603050405020304" pitchFamily="18" charset="0"/>
              </a:endParaRPr>
            </a:p>
          </p:txBody>
        </p:sp>
        <p:sp>
          <p:nvSpPr>
            <p:cNvPr id="129047" name="Text Box 368"/>
            <p:cNvSpPr txBox="1"/>
            <p:nvPr/>
          </p:nvSpPr>
          <p:spPr>
            <a:xfrm>
              <a:off x="3684"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0111</a:t>
              </a:r>
              <a:endParaRPr lang="en-US" altLang="zh-CN" sz="1050" dirty="0">
                <a:latin typeface="Times New Roman" panose="02020603050405020304" pitchFamily="18" charset="0"/>
              </a:endParaRPr>
            </a:p>
          </p:txBody>
        </p:sp>
        <p:sp>
          <p:nvSpPr>
            <p:cNvPr id="129048" name="Text Box 369"/>
            <p:cNvSpPr txBox="1"/>
            <p:nvPr/>
          </p:nvSpPr>
          <p:spPr>
            <a:xfrm>
              <a:off x="3876" y="2352"/>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0110</a:t>
              </a:r>
              <a:endParaRPr lang="en-US" altLang="zh-CN" sz="1050" dirty="0">
                <a:latin typeface="Times New Roman" panose="02020603050405020304" pitchFamily="18" charset="0"/>
              </a:endParaRPr>
            </a:p>
          </p:txBody>
        </p:sp>
        <p:sp>
          <p:nvSpPr>
            <p:cNvPr id="129049" name="Text Box 370"/>
            <p:cNvSpPr txBox="1"/>
            <p:nvPr/>
          </p:nvSpPr>
          <p:spPr>
            <a:xfrm>
              <a:off x="4068"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0101</a:t>
              </a:r>
              <a:endParaRPr lang="en-US" altLang="zh-CN" sz="1050" dirty="0">
                <a:latin typeface="Times New Roman" panose="02020603050405020304" pitchFamily="18" charset="0"/>
              </a:endParaRPr>
            </a:p>
          </p:txBody>
        </p:sp>
        <p:sp>
          <p:nvSpPr>
            <p:cNvPr id="129050" name="Text Box 371"/>
            <p:cNvSpPr txBox="1"/>
            <p:nvPr/>
          </p:nvSpPr>
          <p:spPr>
            <a:xfrm>
              <a:off x="4290"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0100</a:t>
              </a:r>
              <a:endParaRPr lang="en-US" altLang="zh-CN" sz="1050" dirty="0">
                <a:latin typeface="Times New Roman" panose="02020603050405020304" pitchFamily="18" charset="0"/>
              </a:endParaRPr>
            </a:p>
          </p:txBody>
        </p:sp>
        <p:sp>
          <p:nvSpPr>
            <p:cNvPr id="129051" name="Text Box 372"/>
            <p:cNvSpPr txBox="1"/>
            <p:nvPr/>
          </p:nvSpPr>
          <p:spPr>
            <a:xfrm>
              <a:off x="4500"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0011</a:t>
              </a:r>
              <a:endParaRPr lang="en-US" altLang="zh-CN" sz="1050" dirty="0">
                <a:latin typeface="Times New Roman" panose="02020603050405020304" pitchFamily="18" charset="0"/>
              </a:endParaRPr>
            </a:p>
          </p:txBody>
        </p:sp>
        <p:sp>
          <p:nvSpPr>
            <p:cNvPr id="129052" name="Text Box 373"/>
            <p:cNvSpPr txBox="1"/>
            <p:nvPr/>
          </p:nvSpPr>
          <p:spPr>
            <a:xfrm>
              <a:off x="4692"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0010</a:t>
              </a:r>
              <a:endParaRPr lang="en-US" altLang="zh-CN" sz="1050" dirty="0">
                <a:latin typeface="Times New Roman" panose="02020603050405020304" pitchFamily="18" charset="0"/>
              </a:endParaRPr>
            </a:p>
          </p:txBody>
        </p:sp>
        <p:sp>
          <p:nvSpPr>
            <p:cNvPr id="129053" name="Text Box 374"/>
            <p:cNvSpPr txBox="1"/>
            <p:nvPr/>
          </p:nvSpPr>
          <p:spPr>
            <a:xfrm>
              <a:off x="4932"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0001</a:t>
              </a:r>
              <a:endParaRPr lang="en-US" altLang="zh-CN" sz="1050" dirty="0">
                <a:latin typeface="Times New Roman" panose="02020603050405020304" pitchFamily="18" charset="0"/>
              </a:endParaRPr>
            </a:p>
          </p:txBody>
        </p:sp>
        <p:sp>
          <p:nvSpPr>
            <p:cNvPr id="129054" name="Text Box 375"/>
            <p:cNvSpPr txBox="1"/>
            <p:nvPr/>
          </p:nvSpPr>
          <p:spPr>
            <a:xfrm>
              <a:off x="5136" y="2333"/>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9055" name="Text Box 376"/>
            <p:cNvSpPr txBox="1"/>
            <p:nvPr/>
          </p:nvSpPr>
          <p:spPr>
            <a:xfrm>
              <a:off x="1788" y="2328"/>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0000</a:t>
              </a:r>
              <a:endParaRPr lang="en-US" altLang="zh-CN" sz="1050" dirty="0">
                <a:latin typeface="Times New Roman" panose="02020603050405020304" pitchFamily="18" charset="0"/>
              </a:endParaRPr>
            </a:p>
          </p:txBody>
        </p:sp>
        <p:sp>
          <p:nvSpPr>
            <p:cNvPr id="129056" name="Text Box 377"/>
            <p:cNvSpPr txBox="1"/>
            <p:nvPr/>
          </p:nvSpPr>
          <p:spPr>
            <a:xfrm>
              <a:off x="5316" y="2160"/>
              <a:ext cx="384" cy="212"/>
            </a:xfrm>
            <a:prstGeom prst="rect">
              <a:avLst/>
            </a:prstGeom>
            <a:noFill/>
            <a:ln w="28575">
              <a:noFill/>
            </a:ln>
          </p:spPr>
          <p:txBody>
            <a:bodyPr>
              <a:spAutoFit/>
            </a:bodyPr>
            <a:p>
              <a:pPr algn="l">
                <a:spcBef>
                  <a:spcPct val="50000"/>
                </a:spcBef>
              </a:pPr>
              <a:r>
                <a:rPr lang="en-US" altLang="zh-CN" sz="1050" dirty="0">
                  <a:latin typeface="Times New Roman" panose="02020603050405020304" pitchFamily="18" charset="0"/>
                </a:rPr>
                <a:t>1111</a:t>
              </a:r>
              <a:endParaRPr lang="en-US" altLang="zh-CN" sz="1050" dirty="0">
                <a:latin typeface="Times New Roman" panose="02020603050405020304" pitchFamily="18"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685800" y="515938"/>
            <a:ext cx="7620000" cy="457200"/>
          </a:xfrm>
          <a:prstGeom prst="rect">
            <a:avLst/>
          </a:prstGeom>
          <a:noFill/>
          <a:ln w="9525">
            <a:noFill/>
          </a:ln>
        </p:spPr>
        <p:txBody>
          <a:bodyPr/>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小结：二进制串行计数器连接规律</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56675" name="Text Box 5"/>
          <p:cNvSpPr txBox="1"/>
          <p:nvPr/>
        </p:nvSpPr>
        <p:spPr>
          <a:xfrm>
            <a:off x="457200" y="1301750"/>
            <a:ext cx="8153400" cy="178371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加</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a:t>
            </a:r>
            <a:r>
              <a:rPr lang="zh-CN" altLang="en-US" b="1" dirty="0">
                <a:solidFill>
                  <a:srgbClr val="FF0000"/>
                </a:solidFill>
                <a:latin typeface="华文新魏" panose="02010800040101010101" pitchFamily="2" charset="-122"/>
                <a:ea typeface="华文新魏" panose="02010800040101010101" pitchFamily="2" charset="-122"/>
              </a:rPr>
              <a:t>冲</a:t>
            </a:r>
            <a:r>
              <a:rPr lang="en-US" altLang="zh-CN" b="1">
                <a:solidFill>
                  <a:srgbClr val="FF0000"/>
                </a:solidFill>
                <a:latin typeface="华文新魏" panose="02010800040101010101" pitchFamily="2" charset="-122"/>
                <a:ea typeface="华文新魏" panose="02010800040101010101" pitchFamily="2" charset="-122"/>
              </a:rPr>
              <a:t>)</a:t>
            </a:r>
            <a:endParaRPr lang="en-US" altLang="zh-CN" b="1">
              <a:solidFill>
                <a:srgbClr val="FF0000"/>
              </a:solidFill>
              <a:latin typeface="华文新魏" panose="02010800040101010101" pitchFamily="2" charset="-122"/>
              <a:ea typeface="华文新魏" panose="02010800040101010101" pitchFamily="2" charset="-122"/>
            </a:endParaRPr>
          </a:p>
        </p:txBody>
      </p:sp>
      <p:sp>
        <p:nvSpPr>
          <p:cNvPr id="156676" name="Rectangle 6"/>
          <p:cNvSpPr/>
          <p:nvPr/>
        </p:nvSpPr>
        <p:spPr>
          <a:xfrm>
            <a:off x="457200" y="3087370"/>
            <a:ext cx="8001000" cy="178371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减</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endParaRPr lang="en-US" altLang="zh-CN" b="1" baseline="-2500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a:solidFill>
                  <a:srgbClr val="FF0000"/>
                </a:solidFill>
                <a:latin typeface="华文新魏" panose="02010800040101010101" pitchFamily="2" charset="-122"/>
                <a:ea typeface="华文新魏" panose="02010800040101010101" pitchFamily="2" charset="-122"/>
              </a:rPr>
              <a:t>)</a:t>
            </a:r>
            <a:endParaRPr lang="en-US" altLang="zh-CN" b="1">
              <a:solidFill>
                <a:srgbClr val="FF0000"/>
              </a:solidFill>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1367790" y="930275"/>
            <a:ext cx="7429500" cy="45720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solidFill>
                  <a:schemeClr val="tx1"/>
                </a:solidFill>
                <a:latin typeface="华文新魏" panose="02010800040101010101" pitchFamily="2" charset="-122"/>
                <a:ea typeface="华文新魏" panose="02010800040101010101" pitchFamily="2" charset="-122"/>
              </a:rPr>
              <a:t>触发器设置为计数方式；各触发器的时钟信号产生方式为：</a:t>
            </a:r>
            <a:endParaRPr lang="zh-CN" altLang="en-US" sz="20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gtEl>
                                        <p:attrNameLst>
                                          <p:attrName>style.visibility</p:attrName>
                                        </p:attrNameLst>
                                      </p:cBhvr>
                                      <p:to>
                                        <p:strVal val="visible"/>
                                      </p:to>
                                    </p:set>
                                    <p:anim calcmode="lin" valueType="num">
                                      <p:cBhvr additive="base">
                                        <p:cTn id="13" dur="500" fill="hold"/>
                                        <p:tgtEl>
                                          <p:spTgt spid="156675"/>
                                        </p:tgtEl>
                                        <p:attrNameLst>
                                          <p:attrName>ppt_x</p:attrName>
                                        </p:attrNameLst>
                                      </p:cBhvr>
                                      <p:tavLst>
                                        <p:tav tm="0">
                                          <p:val>
                                            <p:strVal val="#ppt_x"/>
                                          </p:val>
                                        </p:tav>
                                        <p:tav tm="100000">
                                          <p:val>
                                            <p:strVal val="#ppt_x"/>
                                          </p:val>
                                        </p:tav>
                                      </p:tavLst>
                                    </p:anim>
                                    <p:anim calcmode="lin" valueType="num">
                                      <p:cBhvr additive="base">
                                        <p:cTn id="14" dur="500" fill="hold"/>
                                        <p:tgtEl>
                                          <p:spTgt spid="1566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6"/>
                                        </p:tgtEl>
                                        <p:attrNameLst>
                                          <p:attrName>style.visibility</p:attrName>
                                        </p:attrNameLst>
                                      </p:cBhvr>
                                      <p:to>
                                        <p:strVal val="visible"/>
                                      </p:to>
                                    </p:set>
                                    <p:anim calcmode="lin" valueType="num">
                                      <p:cBhvr additive="base">
                                        <p:cTn id="19" dur="500" fill="hold"/>
                                        <p:tgtEl>
                                          <p:spTgt spid="156676"/>
                                        </p:tgtEl>
                                        <p:attrNameLst>
                                          <p:attrName>ppt_x</p:attrName>
                                        </p:attrNameLst>
                                      </p:cBhvr>
                                      <p:tavLst>
                                        <p:tav tm="0">
                                          <p:val>
                                            <p:strVal val="#ppt_x"/>
                                          </p:val>
                                        </p:tav>
                                        <p:tav tm="100000">
                                          <p:val>
                                            <p:strVal val="#ppt_x"/>
                                          </p:val>
                                        </p:tav>
                                      </p:tavLst>
                                    </p:anim>
                                    <p:anim calcmode="lin" valueType="num">
                                      <p:cBhvr additive="base">
                                        <p:cTn id="20" dur="500" fill="hold"/>
                                        <p:tgtEl>
                                          <p:spTgt spid="156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6675" grpId="0"/>
      <p:bldP spid="1566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title"/>
          </p:nvPr>
        </p:nvSpPr>
        <p:spPr>
          <a:xfrm>
            <a:off x="395288" y="544513"/>
            <a:ext cx="4256087" cy="457200"/>
          </a:xfrm>
          <a:prstGeom prst="rect">
            <a:avLst/>
          </a:prstGeom>
          <a:noFill/>
          <a:ln w="9525">
            <a:noFill/>
          </a:ln>
        </p:spPr>
        <p:txBody>
          <a:bodyPr/>
          <a:p>
            <a:pPr eaLnBrk="1" hangingPunct="1"/>
            <a:r>
              <a:rPr lang="zh-CN" altLang="en-US" sz="1800" b="1" dirty="0">
                <a:solidFill>
                  <a:srgbClr val="FF0000"/>
                </a:solidFill>
                <a:latin typeface="黑体" panose="02010609060101010101" pitchFamily="2" charset="-122"/>
                <a:ea typeface="黑体" panose="02010609060101010101" pitchFamily="2" charset="-122"/>
              </a:rPr>
              <a:t>（</a:t>
            </a:r>
            <a:r>
              <a:rPr lang="en-US" altLang="zh-CN" sz="1800" b="1">
                <a:solidFill>
                  <a:srgbClr val="FF0000"/>
                </a:solidFill>
                <a:latin typeface="黑体" panose="02010609060101010101" pitchFamily="2" charset="-122"/>
                <a:ea typeface="黑体" panose="02010609060101010101" pitchFamily="2" charset="-122"/>
              </a:rPr>
              <a:t>2</a:t>
            </a:r>
            <a:r>
              <a:rPr lang="zh-CN" altLang="en-US" sz="1800" b="1" dirty="0">
                <a:solidFill>
                  <a:srgbClr val="FF0000"/>
                </a:solidFill>
                <a:latin typeface="黑体" panose="02010609060101010101" pitchFamily="2" charset="-122"/>
                <a:ea typeface="黑体" panose="0201060906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二进制同步计数器 </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57699" name="Rectangle 7"/>
          <p:cNvSpPr/>
          <p:nvPr/>
        </p:nvSpPr>
        <p:spPr>
          <a:xfrm>
            <a:off x="511175" y="787400"/>
            <a:ext cx="6700838" cy="500063"/>
          </a:xfrm>
          <a:prstGeom prst="rect">
            <a:avLst/>
          </a:prstGeom>
          <a:noFill/>
          <a:ln w="9525">
            <a:noFill/>
          </a:ln>
        </p:spPr>
        <p:txBody>
          <a:bodyPr anchor="ct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a:t>
            </a:r>
            <a:r>
              <a:rPr lang="en-US" altLang="zh-CN" sz="1800" b="1">
                <a:solidFill>
                  <a:schemeClr val="tx1"/>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触发器组成的</a:t>
            </a:r>
            <a:r>
              <a:rPr lang="en-US" altLang="zh-CN" sz="1800" b="1">
                <a:solidFill>
                  <a:schemeClr val="tx1"/>
                </a:solidFill>
                <a:latin typeface="华文新魏" panose="02010800040101010101" pitchFamily="2" charset="-122"/>
                <a:ea typeface="华文新魏" panose="02010800040101010101" pitchFamily="2" charset="-122"/>
              </a:rPr>
              <a:t>4 </a:t>
            </a:r>
            <a:r>
              <a:rPr lang="zh-CN" altLang="en-US" sz="1800" b="1" dirty="0">
                <a:solidFill>
                  <a:schemeClr val="tx1"/>
                </a:solidFill>
                <a:latin typeface="华文新魏" panose="02010800040101010101" pitchFamily="2" charset="-122"/>
                <a:ea typeface="华文新魏" panose="02010800040101010101" pitchFamily="2" charset="-122"/>
              </a:rPr>
              <a:t>位</a:t>
            </a:r>
            <a:r>
              <a:rPr lang="zh-CN" altLang="en-US" sz="1800" b="1" dirty="0">
                <a:solidFill>
                  <a:srgbClr val="FF0000"/>
                </a:solidFill>
                <a:latin typeface="华文新魏" panose="02010800040101010101" pitchFamily="2" charset="-122"/>
                <a:ea typeface="华文新魏" panose="02010800040101010101" pitchFamily="2" charset="-122"/>
              </a:rPr>
              <a:t>同步</a:t>
            </a:r>
            <a:r>
              <a:rPr lang="zh-CN" altLang="en-US" sz="1800" b="1" dirty="0">
                <a:solidFill>
                  <a:schemeClr val="tx1"/>
                </a:solidFill>
                <a:latin typeface="华文新魏" panose="02010800040101010101" pitchFamily="2" charset="-122"/>
                <a:ea typeface="华文新魏" panose="02010800040101010101" pitchFamily="2" charset="-122"/>
              </a:rPr>
              <a:t>二进制加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57700" name="Line 10"/>
          <p:cNvSpPr/>
          <p:nvPr/>
        </p:nvSpPr>
        <p:spPr>
          <a:xfrm flipH="1">
            <a:off x="6745288" y="1597025"/>
            <a:ext cx="204787" cy="0"/>
          </a:xfrm>
          <a:prstGeom prst="line">
            <a:avLst/>
          </a:prstGeom>
          <a:ln w="9525">
            <a:noFill/>
          </a:ln>
        </p:spPr>
      </p:sp>
      <p:sp>
        <p:nvSpPr>
          <p:cNvPr id="157701" name="Line 17"/>
          <p:cNvSpPr/>
          <p:nvPr/>
        </p:nvSpPr>
        <p:spPr>
          <a:xfrm flipH="1">
            <a:off x="6754813" y="2665413"/>
            <a:ext cx="204787" cy="0"/>
          </a:xfrm>
          <a:prstGeom prst="line">
            <a:avLst/>
          </a:prstGeom>
          <a:ln w="9525">
            <a:noFill/>
          </a:ln>
        </p:spPr>
      </p:sp>
      <p:sp>
        <p:nvSpPr>
          <p:cNvPr id="157702" name="Line 20"/>
          <p:cNvSpPr/>
          <p:nvPr/>
        </p:nvSpPr>
        <p:spPr>
          <a:xfrm flipH="1">
            <a:off x="6764338" y="3694113"/>
            <a:ext cx="204787" cy="0"/>
          </a:xfrm>
          <a:prstGeom prst="line">
            <a:avLst/>
          </a:prstGeom>
          <a:ln w="9525">
            <a:noFill/>
          </a:ln>
        </p:spPr>
      </p:sp>
      <p:sp>
        <p:nvSpPr>
          <p:cNvPr id="157703" name="Line 23"/>
          <p:cNvSpPr/>
          <p:nvPr/>
        </p:nvSpPr>
        <p:spPr>
          <a:xfrm flipH="1">
            <a:off x="6764338" y="4691063"/>
            <a:ext cx="204787" cy="0"/>
          </a:xfrm>
          <a:prstGeom prst="line">
            <a:avLst/>
          </a:prstGeom>
          <a:ln w="9525">
            <a:noFill/>
          </a:ln>
        </p:spPr>
      </p:sp>
      <p:sp>
        <p:nvSpPr>
          <p:cNvPr id="157704" name="Line 15"/>
          <p:cNvSpPr/>
          <p:nvPr/>
        </p:nvSpPr>
        <p:spPr>
          <a:xfrm>
            <a:off x="6959600" y="731838"/>
            <a:ext cx="0" cy="869950"/>
          </a:xfrm>
          <a:prstGeom prst="line">
            <a:avLst/>
          </a:prstGeom>
          <a:ln w="9525">
            <a:noFill/>
          </a:ln>
        </p:spPr>
      </p:sp>
      <p:grpSp>
        <p:nvGrpSpPr>
          <p:cNvPr id="157705" name="Group 129"/>
          <p:cNvGrpSpPr/>
          <p:nvPr/>
        </p:nvGrpSpPr>
        <p:grpSpPr>
          <a:xfrm>
            <a:off x="3141663" y="506254"/>
            <a:ext cx="5245100" cy="4252119"/>
            <a:chOff x="0" y="-2"/>
            <a:chExt cx="3592" cy="3571"/>
          </a:xfrm>
        </p:grpSpPr>
        <p:sp>
          <p:nvSpPr>
            <p:cNvPr id="157715" name="Text Box 8"/>
            <p:cNvSpPr txBox="1"/>
            <p:nvPr/>
          </p:nvSpPr>
          <p:spPr>
            <a:xfrm>
              <a:off x="536" y="524"/>
              <a:ext cx="364"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CLK</a:t>
              </a:r>
              <a:endParaRPr lang="en-US" altLang="zh-CN" sz="1800" b="1">
                <a:solidFill>
                  <a:schemeClr val="tx1"/>
                </a:solidFill>
                <a:latin typeface="黑体" panose="02010609060101010101" pitchFamily="2" charset="-122"/>
                <a:ea typeface="黑体" panose="02010609060101010101" pitchFamily="2" charset="-122"/>
              </a:endParaRPr>
            </a:p>
          </p:txBody>
        </p:sp>
        <p:sp>
          <p:nvSpPr>
            <p:cNvPr id="157716" name="Line 9"/>
            <p:cNvSpPr/>
            <p:nvPr/>
          </p:nvSpPr>
          <p:spPr>
            <a:xfrm flipH="1">
              <a:off x="900" y="709"/>
              <a:ext cx="1557" cy="0"/>
            </a:xfrm>
            <a:prstGeom prst="line">
              <a:avLst/>
            </a:prstGeom>
            <a:ln w="28575" cap="flat" cmpd="sng">
              <a:solidFill>
                <a:srgbClr val="FF0000"/>
              </a:solidFill>
              <a:prstDash val="solid"/>
              <a:headEnd type="none" w="med" len="med"/>
              <a:tailEnd type="none" w="med" len="med"/>
            </a:ln>
          </p:spPr>
        </p:sp>
        <p:sp>
          <p:nvSpPr>
            <p:cNvPr id="157717" name="Line 11"/>
            <p:cNvSpPr/>
            <p:nvPr/>
          </p:nvSpPr>
          <p:spPr>
            <a:xfrm flipH="1">
              <a:off x="2171" y="317"/>
              <a:ext cx="288" cy="0"/>
            </a:xfrm>
            <a:prstGeom prst="line">
              <a:avLst/>
            </a:prstGeom>
            <a:ln w="28575" cap="flat" cmpd="sng">
              <a:solidFill>
                <a:schemeClr val="tx1"/>
              </a:solidFill>
              <a:prstDash val="solid"/>
              <a:headEnd type="none" w="med" len="med"/>
              <a:tailEnd type="none" w="med" len="med"/>
            </a:ln>
          </p:spPr>
        </p:sp>
        <p:sp>
          <p:nvSpPr>
            <p:cNvPr id="157718" name="Line 12"/>
            <p:cNvSpPr/>
            <p:nvPr/>
          </p:nvSpPr>
          <p:spPr>
            <a:xfrm flipH="1">
              <a:off x="2879" y="309"/>
              <a:ext cx="424" cy="0"/>
            </a:xfrm>
            <a:prstGeom prst="line">
              <a:avLst/>
            </a:prstGeom>
            <a:ln w="28575" cap="flat" cmpd="sng">
              <a:solidFill>
                <a:schemeClr val="tx1"/>
              </a:solidFill>
              <a:prstDash val="solid"/>
              <a:headEnd type="none" w="med" len="med"/>
              <a:tailEnd type="none" w="med" len="med"/>
            </a:ln>
          </p:spPr>
        </p:sp>
        <p:sp>
          <p:nvSpPr>
            <p:cNvPr id="157719" name="Line 13"/>
            <p:cNvSpPr/>
            <p:nvPr/>
          </p:nvSpPr>
          <p:spPr>
            <a:xfrm flipV="1">
              <a:off x="2171" y="0"/>
              <a:ext cx="0" cy="312"/>
            </a:xfrm>
            <a:prstGeom prst="line">
              <a:avLst/>
            </a:prstGeom>
            <a:ln w="28575" cap="flat" cmpd="sng">
              <a:solidFill>
                <a:schemeClr val="tx1"/>
              </a:solidFill>
              <a:prstDash val="solid"/>
              <a:headEnd type="none" w="med" len="med"/>
              <a:tailEnd type="none" w="med" len="med"/>
            </a:ln>
          </p:spPr>
        </p:sp>
        <p:sp>
          <p:nvSpPr>
            <p:cNvPr id="157720" name="Line 14"/>
            <p:cNvSpPr/>
            <p:nvPr/>
          </p:nvSpPr>
          <p:spPr>
            <a:xfrm>
              <a:off x="2181" y="8"/>
              <a:ext cx="905" cy="0"/>
            </a:xfrm>
            <a:prstGeom prst="line">
              <a:avLst/>
            </a:prstGeom>
            <a:ln w="28575" cap="flat" cmpd="sng">
              <a:solidFill>
                <a:schemeClr val="tx1"/>
              </a:solidFill>
              <a:prstDash val="solid"/>
              <a:headEnd type="none" w="med" len="med"/>
              <a:tailEnd type="none" w="med" len="med"/>
            </a:ln>
          </p:spPr>
        </p:sp>
        <p:sp>
          <p:nvSpPr>
            <p:cNvPr id="157721" name="Line 16"/>
            <p:cNvSpPr/>
            <p:nvPr/>
          </p:nvSpPr>
          <p:spPr>
            <a:xfrm flipH="1" flipV="1">
              <a:off x="2154" y="1603"/>
              <a:ext cx="305" cy="3"/>
            </a:xfrm>
            <a:prstGeom prst="line">
              <a:avLst/>
            </a:prstGeom>
            <a:ln w="28575" cap="flat" cmpd="sng">
              <a:solidFill>
                <a:srgbClr val="FF0000"/>
              </a:solidFill>
              <a:prstDash val="solid"/>
              <a:headEnd type="none" w="med" len="med"/>
              <a:tailEnd type="none" w="med" len="med"/>
            </a:ln>
          </p:spPr>
        </p:sp>
        <p:sp>
          <p:nvSpPr>
            <p:cNvPr id="157722" name="Line 18"/>
            <p:cNvSpPr/>
            <p:nvPr/>
          </p:nvSpPr>
          <p:spPr>
            <a:xfrm flipH="1">
              <a:off x="2862" y="1206"/>
              <a:ext cx="424" cy="0"/>
            </a:xfrm>
            <a:prstGeom prst="line">
              <a:avLst/>
            </a:prstGeom>
            <a:ln w="28575" cap="flat" cmpd="sng">
              <a:solidFill>
                <a:schemeClr val="tx1"/>
              </a:solidFill>
              <a:prstDash val="solid"/>
              <a:headEnd type="none" w="med" len="med"/>
              <a:tailEnd type="none" w="med" len="med"/>
            </a:ln>
          </p:spPr>
        </p:sp>
        <p:sp>
          <p:nvSpPr>
            <p:cNvPr id="157723" name="Line 19"/>
            <p:cNvSpPr/>
            <p:nvPr/>
          </p:nvSpPr>
          <p:spPr>
            <a:xfrm flipH="1">
              <a:off x="2151" y="2476"/>
              <a:ext cx="311" cy="3"/>
            </a:xfrm>
            <a:prstGeom prst="line">
              <a:avLst/>
            </a:prstGeom>
            <a:ln w="28575" cap="flat" cmpd="sng">
              <a:solidFill>
                <a:srgbClr val="FF0000"/>
              </a:solidFill>
              <a:prstDash val="solid"/>
              <a:headEnd type="none" w="med" len="med"/>
              <a:tailEnd type="none" w="med" len="med"/>
            </a:ln>
          </p:spPr>
        </p:sp>
        <p:sp>
          <p:nvSpPr>
            <p:cNvPr id="157724" name="Line 21"/>
            <p:cNvSpPr/>
            <p:nvPr/>
          </p:nvSpPr>
          <p:spPr>
            <a:xfrm flipH="1">
              <a:off x="2897" y="2070"/>
              <a:ext cx="424" cy="0"/>
            </a:xfrm>
            <a:prstGeom prst="line">
              <a:avLst/>
            </a:prstGeom>
            <a:ln w="28575" cap="flat" cmpd="sng">
              <a:solidFill>
                <a:schemeClr val="tx1"/>
              </a:solidFill>
              <a:prstDash val="solid"/>
              <a:headEnd type="none" w="med" len="med"/>
              <a:tailEnd type="none" w="med" len="med"/>
            </a:ln>
          </p:spPr>
        </p:sp>
        <p:sp>
          <p:nvSpPr>
            <p:cNvPr id="157725" name="Line 22"/>
            <p:cNvSpPr/>
            <p:nvPr/>
          </p:nvSpPr>
          <p:spPr>
            <a:xfrm flipH="1">
              <a:off x="2151" y="3316"/>
              <a:ext cx="288" cy="0"/>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sp>
        <p:sp>
          <p:nvSpPr>
            <p:cNvPr id="157726" name="Line 24"/>
            <p:cNvSpPr/>
            <p:nvPr/>
          </p:nvSpPr>
          <p:spPr>
            <a:xfrm flipH="1">
              <a:off x="2868" y="2908"/>
              <a:ext cx="424" cy="0"/>
            </a:xfrm>
            <a:prstGeom prst="line">
              <a:avLst/>
            </a:prstGeom>
            <a:ln w="28575" cap="flat" cmpd="sng">
              <a:solidFill>
                <a:schemeClr val="tx1"/>
              </a:solidFill>
              <a:prstDash val="solid"/>
              <a:headEnd type="none" w="med" len="med"/>
              <a:tailEnd type="none" w="med" len="med"/>
            </a:ln>
          </p:spPr>
        </p:sp>
        <p:sp>
          <p:nvSpPr>
            <p:cNvPr id="157727" name="AutoShape 27"/>
            <p:cNvSpPr/>
            <p:nvPr/>
          </p:nvSpPr>
          <p:spPr>
            <a:xfrm>
              <a:off x="297" y="1889"/>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28" name="Text Box 28"/>
            <p:cNvSpPr txBox="1"/>
            <p:nvPr/>
          </p:nvSpPr>
          <p:spPr>
            <a:xfrm>
              <a:off x="327" y="1974"/>
              <a:ext cx="19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29" name="Line 29"/>
            <p:cNvSpPr/>
            <p:nvPr/>
          </p:nvSpPr>
          <p:spPr>
            <a:xfrm>
              <a:off x="2157" y="707"/>
              <a:ext cx="0" cy="2604"/>
            </a:xfrm>
            <a:prstGeom prst="line">
              <a:avLst/>
            </a:prstGeom>
            <a:ln w="28575" cap="flat" cmpd="sng">
              <a:solidFill>
                <a:srgbClr val="FF0000"/>
              </a:solidFill>
              <a:prstDash val="solid"/>
              <a:headEnd type="none" w="med" len="med"/>
              <a:tailEnd type="none" w="med" len="med"/>
            </a:ln>
          </p:spPr>
        </p:sp>
        <p:sp>
          <p:nvSpPr>
            <p:cNvPr id="157730" name="Line 30"/>
            <p:cNvSpPr/>
            <p:nvPr/>
          </p:nvSpPr>
          <p:spPr>
            <a:xfrm flipH="1" flipV="1">
              <a:off x="1497" y="1224"/>
              <a:ext cx="955" cy="1"/>
            </a:xfrm>
            <a:prstGeom prst="line">
              <a:avLst/>
            </a:prstGeom>
            <a:ln w="28575" cap="flat" cmpd="sng">
              <a:solidFill>
                <a:schemeClr val="tx1"/>
              </a:solidFill>
              <a:prstDash val="solid"/>
              <a:headEnd type="none" w="med" len="med"/>
              <a:tailEnd type="none" w="med" len="med"/>
            </a:ln>
          </p:spPr>
        </p:sp>
        <p:sp>
          <p:nvSpPr>
            <p:cNvPr id="157731" name="Line 31"/>
            <p:cNvSpPr/>
            <p:nvPr/>
          </p:nvSpPr>
          <p:spPr>
            <a:xfrm flipH="1">
              <a:off x="9" y="929"/>
              <a:ext cx="3190" cy="0"/>
            </a:xfrm>
            <a:prstGeom prst="line">
              <a:avLst/>
            </a:prstGeom>
            <a:ln w="28575" cap="flat" cmpd="sng">
              <a:solidFill>
                <a:schemeClr val="tx1"/>
              </a:solidFill>
              <a:prstDash val="solid"/>
              <a:headEnd type="none" w="med" len="med"/>
              <a:tailEnd type="none" w="med" len="med"/>
            </a:ln>
          </p:spPr>
        </p:sp>
        <p:sp>
          <p:nvSpPr>
            <p:cNvPr id="157732" name="Line 32"/>
            <p:cNvSpPr/>
            <p:nvPr/>
          </p:nvSpPr>
          <p:spPr>
            <a:xfrm>
              <a:off x="0" y="929"/>
              <a:ext cx="0" cy="1247"/>
            </a:xfrm>
            <a:prstGeom prst="line">
              <a:avLst/>
            </a:prstGeom>
            <a:ln w="28575" cap="flat" cmpd="sng">
              <a:solidFill>
                <a:schemeClr val="tx1"/>
              </a:solidFill>
              <a:prstDash val="solid"/>
              <a:headEnd type="none" w="med" len="med"/>
              <a:tailEnd type="none" w="med" len="med"/>
            </a:ln>
          </p:spPr>
        </p:sp>
        <p:sp>
          <p:nvSpPr>
            <p:cNvPr id="157733" name="Line 33"/>
            <p:cNvSpPr/>
            <p:nvPr/>
          </p:nvSpPr>
          <p:spPr>
            <a:xfrm>
              <a:off x="0" y="2177"/>
              <a:ext cx="288" cy="0"/>
            </a:xfrm>
            <a:prstGeom prst="line">
              <a:avLst/>
            </a:prstGeom>
            <a:ln w="28575" cap="flat" cmpd="sng">
              <a:solidFill>
                <a:schemeClr val="tx1"/>
              </a:solidFill>
              <a:prstDash val="solid"/>
              <a:headEnd type="none" w="med" len="med"/>
              <a:tailEnd type="none" w="med" len="med"/>
            </a:ln>
          </p:spPr>
        </p:sp>
        <p:sp>
          <p:nvSpPr>
            <p:cNvPr id="157734" name="Line 35"/>
            <p:cNvSpPr/>
            <p:nvPr/>
          </p:nvSpPr>
          <p:spPr>
            <a:xfrm flipH="1">
              <a:off x="153" y="1830"/>
              <a:ext cx="3024" cy="0"/>
            </a:xfrm>
            <a:prstGeom prst="line">
              <a:avLst/>
            </a:prstGeom>
            <a:ln w="28575" cap="flat" cmpd="sng">
              <a:solidFill>
                <a:schemeClr val="tx1"/>
              </a:solidFill>
              <a:prstDash val="solid"/>
              <a:headEnd type="none" w="med" len="med"/>
              <a:tailEnd type="none" w="med" len="med"/>
            </a:ln>
          </p:spPr>
        </p:sp>
        <p:sp>
          <p:nvSpPr>
            <p:cNvPr id="157735" name="Line 36"/>
            <p:cNvSpPr/>
            <p:nvPr/>
          </p:nvSpPr>
          <p:spPr>
            <a:xfrm>
              <a:off x="153" y="1838"/>
              <a:ext cx="0" cy="178"/>
            </a:xfrm>
            <a:prstGeom prst="line">
              <a:avLst/>
            </a:prstGeom>
            <a:ln w="28575" cap="flat" cmpd="sng">
              <a:solidFill>
                <a:schemeClr val="tx1"/>
              </a:solidFill>
              <a:prstDash val="solid"/>
              <a:headEnd type="none" w="med" len="med"/>
              <a:tailEnd type="none" w="med" len="med"/>
            </a:ln>
          </p:spPr>
        </p:sp>
        <p:sp>
          <p:nvSpPr>
            <p:cNvPr id="157736" name="Line 37"/>
            <p:cNvSpPr/>
            <p:nvPr/>
          </p:nvSpPr>
          <p:spPr>
            <a:xfrm>
              <a:off x="153" y="2024"/>
              <a:ext cx="144" cy="0"/>
            </a:xfrm>
            <a:prstGeom prst="line">
              <a:avLst/>
            </a:prstGeom>
            <a:ln w="28575" cap="flat" cmpd="sng">
              <a:solidFill>
                <a:schemeClr val="tx1"/>
              </a:solidFill>
              <a:prstDash val="solid"/>
              <a:headEnd type="none" w="med" len="med"/>
              <a:tailEnd type="none" w="med" len="med"/>
            </a:ln>
          </p:spPr>
        </p:sp>
        <p:sp>
          <p:nvSpPr>
            <p:cNvPr id="157737" name="Line 38"/>
            <p:cNvSpPr/>
            <p:nvPr/>
          </p:nvSpPr>
          <p:spPr>
            <a:xfrm>
              <a:off x="585" y="2081"/>
              <a:ext cx="624" cy="0"/>
            </a:xfrm>
            <a:prstGeom prst="line">
              <a:avLst/>
            </a:prstGeom>
            <a:ln w="28575" cap="flat" cmpd="sng">
              <a:solidFill>
                <a:schemeClr val="tx1"/>
              </a:solidFill>
              <a:prstDash val="solid"/>
              <a:headEnd type="none" w="med" len="med"/>
              <a:tailEnd type="none" w="med" len="med"/>
            </a:ln>
          </p:spPr>
        </p:sp>
        <p:sp>
          <p:nvSpPr>
            <p:cNvPr id="157738" name="Line 39"/>
            <p:cNvSpPr/>
            <p:nvPr/>
          </p:nvSpPr>
          <p:spPr>
            <a:xfrm>
              <a:off x="729" y="2113"/>
              <a:ext cx="0" cy="311"/>
            </a:xfrm>
            <a:prstGeom prst="line">
              <a:avLst/>
            </a:prstGeom>
            <a:ln w="28575" cap="flat" cmpd="sng">
              <a:solidFill>
                <a:schemeClr val="tx1"/>
              </a:solidFill>
              <a:prstDash val="solid"/>
              <a:headEnd type="none" w="med" len="med"/>
              <a:tailEnd type="none" w="med" len="med"/>
            </a:ln>
          </p:spPr>
        </p:sp>
        <p:sp>
          <p:nvSpPr>
            <p:cNvPr id="157739" name="Line 40"/>
            <p:cNvSpPr/>
            <p:nvPr/>
          </p:nvSpPr>
          <p:spPr>
            <a:xfrm flipH="1">
              <a:off x="9" y="2424"/>
              <a:ext cx="720" cy="0"/>
            </a:xfrm>
            <a:prstGeom prst="line">
              <a:avLst/>
            </a:prstGeom>
            <a:ln w="28575" cap="flat" cmpd="sng">
              <a:solidFill>
                <a:schemeClr val="tx1"/>
              </a:solidFill>
              <a:prstDash val="solid"/>
              <a:headEnd type="none" w="med" len="med"/>
              <a:tailEnd type="none" w="med" len="med"/>
            </a:ln>
          </p:spPr>
        </p:sp>
        <p:sp>
          <p:nvSpPr>
            <p:cNvPr id="157740" name="Line 41"/>
            <p:cNvSpPr/>
            <p:nvPr/>
          </p:nvSpPr>
          <p:spPr>
            <a:xfrm>
              <a:off x="9" y="2424"/>
              <a:ext cx="0" cy="623"/>
            </a:xfrm>
            <a:prstGeom prst="line">
              <a:avLst/>
            </a:prstGeom>
            <a:ln w="28575" cap="flat" cmpd="sng">
              <a:solidFill>
                <a:schemeClr val="tx1"/>
              </a:solidFill>
              <a:prstDash val="solid"/>
              <a:headEnd type="none" w="med" len="med"/>
              <a:tailEnd type="none" w="med" len="med"/>
            </a:ln>
          </p:spPr>
        </p:sp>
        <p:sp>
          <p:nvSpPr>
            <p:cNvPr id="157741" name="Line 42"/>
            <p:cNvSpPr/>
            <p:nvPr/>
          </p:nvSpPr>
          <p:spPr>
            <a:xfrm>
              <a:off x="9" y="3047"/>
              <a:ext cx="288" cy="0"/>
            </a:xfrm>
            <a:prstGeom prst="line">
              <a:avLst/>
            </a:prstGeom>
            <a:ln w="28575" cap="flat" cmpd="sng">
              <a:solidFill>
                <a:schemeClr val="tx1"/>
              </a:solidFill>
              <a:prstDash val="solid"/>
              <a:headEnd type="none" w="med" len="med"/>
              <a:tailEnd type="none" w="med" len="med"/>
            </a:ln>
          </p:spPr>
        </p:sp>
        <p:sp>
          <p:nvSpPr>
            <p:cNvPr id="157742" name="Line 44"/>
            <p:cNvSpPr/>
            <p:nvPr/>
          </p:nvSpPr>
          <p:spPr>
            <a:xfrm flipH="1">
              <a:off x="162" y="2691"/>
              <a:ext cx="3011" cy="0"/>
            </a:xfrm>
            <a:prstGeom prst="line">
              <a:avLst/>
            </a:prstGeom>
            <a:ln w="28575" cap="flat" cmpd="sng">
              <a:solidFill>
                <a:schemeClr val="tx1"/>
              </a:solidFill>
              <a:prstDash val="solid"/>
              <a:headEnd type="none" w="med" len="med"/>
              <a:tailEnd type="none" w="med" len="med"/>
            </a:ln>
          </p:spPr>
        </p:sp>
        <p:sp>
          <p:nvSpPr>
            <p:cNvPr id="157743" name="Line 45"/>
            <p:cNvSpPr/>
            <p:nvPr/>
          </p:nvSpPr>
          <p:spPr>
            <a:xfrm>
              <a:off x="156" y="2691"/>
              <a:ext cx="0" cy="222"/>
            </a:xfrm>
            <a:prstGeom prst="line">
              <a:avLst/>
            </a:prstGeom>
            <a:ln w="28575" cap="flat" cmpd="sng">
              <a:solidFill>
                <a:schemeClr val="tx1"/>
              </a:solidFill>
              <a:prstDash val="solid"/>
              <a:headEnd type="none" w="med" len="med"/>
              <a:tailEnd type="none" w="med" len="med"/>
            </a:ln>
          </p:spPr>
        </p:sp>
        <p:sp>
          <p:nvSpPr>
            <p:cNvPr id="157744" name="Line 46"/>
            <p:cNvSpPr/>
            <p:nvPr/>
          </p:nvSpPr>
          <p:spPr>
            <a:xfrm>
              <a:off x="162" y="2913"/>
              <a:ext cx="136" cy="0"/>
            </a:xfrm>
            <a:prstGeom prst="line">
              <a:avLst/>
            </a:prstGeom>
            <a:ln w="28575" cap="flat" cmpd="sng">
              <a:solidFill>
                <a:schemeClr val="tx1"/>
              </a:solidFill>
              <a:prstDash val="solid"/>
              <a:headEnd type="none" w="med" len="med"/>
              <a:tailEnd type="none" w="med" len="med"/>
            </a:ln>
          </p:spPr>
        </p:sp>
        <p:sp>
          <p:nvSpPr>
            <p:cNvPr id="157745" name="Line 47"/>
            <p:cNvSpPr/>
            <p:nvPr/>
          </p:nvSpPr>
          <p:spPr>
            <a:xfrm>
              <a:off x="585" y="2913"/>
              <a:ext cx="624" cy="0"/>
            </a:xfrm>
            <a:prstGeom prst="line">
              <a:avLst/>
            </a:prstGeom>
            <a:ln w="28575" cap="flat" cmpd="sng">
              <a:solidFill>
                <a:schemeClr val="tx1"/>
              </a:solidFill>
              <a:prstDash val="solid"/>
              <a:headEnd type="none" w="med" len="med"/>
              <a:tailEnd type="none" w="med" len="med"/>
            </a:ln>
          </p:spPr>
        </p:sp>
        <p:sp>
          <p:nvSpPr>
            <p:cNvPr id="157746" name="Line 48"/>
            <p:cNvSpPr/>
            <p:nvPr/>
          </p:nvSpPr>
          <p:spPr>
            <a:xfrm flipH="1">
              <a:off x="873" y="2225"/>
              <a:ext cx="336" cy="0"/>
            </a:xfrm>
            <a:prstGeom prst="line">
              <a:avLst/>
            </a:prstGeom>
            <a:ln w="28575" cap="flat" cmpd="sng">
              <a:solidFill>
                <a:schemeClr val="tx1"/>
              </a:solidFill>
              <a:prstDash val="solid"/>
              <a:headEnd type="none" w="med" len="med"/>
              <a:tailEnd type="none" w="med" len="med"/>
            </a:ln>
          </p:spPr>
        </p:sp>
        <p:sp>
          <p:nvSpPr>
            <p:cNvPr id="157747" name="Line 49"/>
            <p:cNvSpPr/>
            <p:nvPr/>
          </p:nvSpPr>
          <p:spPr>
            <a:xfrm>
              <a:off x="873" y="2225"/>
              <a:ext cx="0" cy="467"/>
            </a:xfrm>
            <a:prstGeom prst="line">
              <a:avLst/>
            </a:prstGeom>
            <a:ln w="28575" cap="flat" cmpd="sng">
              <a:solidFill>
                <a:schemeClr val="tx1"/>
              </a:solidFill>
              <a:prstDash val="solid"/>
              <a:headEnd type="none" w="med" len="med"/>
              <a:tailEnd type="none" w="med" len="med"/>
            </a:ln>
          </p:spPr>
        </p:sp>
        <p:sp>
          <p:nvSpPr>
            <p:cNvPr id="157748" name="Line 50"/>
            <p:cNvSpPr/>
            <p:nvPr/>
          </p:nvSpPr>
          <p:spPr>
            <a:xfrm flipH="1">
              <a:off x="864" y="3041"/>
              <a:ext cx="355" cy="1"/>
            </a:xfrm>
            <a:prstGeom prst="line">
              <a:avLst/>
            </a:prstGeom>
            <a:ln w="28575" cap="flat" cmpd="sng">
              <a:solidFill>
                <a:schemeClr val="tx1"/>
              </a:solidFill>
              <a:prstDash val="solid"/>
              <a:headEnd type="none" w="med" len="med"/>
              <a:tailEnd type="none" w="med" len="med"/>
            </a:ln>
          </p:spPr>
        </p:sp>
        <p:sp>
          <p:nvSpPr>
            <p:cNvPr id="157749" name="Line 51"/>
            <p:cNvSpPr/>
            <p:nvPr/>
          </p:nvSpPr>
          <p:spPr>
            <a:xfrm>
              <a:off x="864" y="3041"/>
              <a:ext cx="0" cy="526"/>
            </a:xfrm>
            <a:prstGeom prst="line">
              <a:avLst/>
            </a:prstGeom>
            <a:ln w="28575" cap="flat" cmpd="sng">
              <a:solidFill>
                <a:schemeClr val="tx1"/>
              </a:solidFill>
              <a:prstDash val="solid"/>
              <a:headEnd type="none" w="med" len="med"/>
              <a:tailEnd type="none" w="med" len="med"/>
            </a:ln>
          </p:spPr>
        </p:sp>
        <p:sp>
          <p:nvSpPr>
            <p:cNvPr id="157750" name="Line 52"/>
            <p:cNvSpPr/>
            <p:nvPr/>
          </p:nvSpPr>
          <p:spPr>
            <a:xfrm>
              <a:off x="873" y="3569"/>
              <a:ext cx="2308" cy="0"/>
            </a:xfrm>
            <a:prstGeom prst="line">
              <a:avLst/>
            </a:prstGeom>
            <a:ln w="28575" cap="flat" cmpd="sng">
              <a:solidFill>
                <a:schemeClr val="tx1"/>
              </a:solidFill>
              <a:prstDash val="solid"/>
              <a:headEnd type="none" w="med" len="med"/>
              <a:tailEnd type="none" w="med" len="med"/>
            </a:ln>
          </p:spPr>
        </p:sp>
        <p:sp>
          <p:nvSpPr>
            <p:cNvPr id="157751" name="Line 54"/>
            <p:cNvSpPr/>
            <p:nvPr/>
          </p:nvSpPr>
          <p:spPr>
            <a:xfrm flipH="1">
              <a:off x="864" y="1199"/>
              <a:ext cx="336" cy="0"/>
            </a:xfrm>
            <a:prstGeom prst="line">
              <a:avLst/>
            </a:prstGeom>
            <a:ln w="28575" cap="flat" cmpd="sng">
              <a:solidFill>
                <a:schemeClr val="tx1"/>
              </a:solidFill>
              <a:prstDash val="solid"/>
              <a:headEnd type="none" w="med" len="med"/>
              <a:tailEnd type="none" w="med" len="med"/>
            </a:ln>
          </p:spPr>
        </p:sp>
        <p:sp>
          <p:nvSpPr>
            <p:cNvPr id="157752" name="Line 55"/>
            <p:cNvSpPr/>
            <p:nvPr/>
          </p:nvSpPr>
          <p:spPr>
            <a:xfrm flipH="1">
              <a:off x="864" y="1361"/>
              <a:ext cx="336" cy="0"/>
            </a:xfrm>
            <a:prstGeom prst="line">
              <a:avLst/>
            </a:prstGeom>
            <a:ln w="28575" cap="flat" cmpd="sng">
              <a:solidFill>
                <a:schemeClr val="tx1"/>
              </a:solidFill>
              <a:prstDash val="solid"/>
              <a:headEnd type="none" w="med" len="med"/>
              <a:tailEnd type="none" w="med" len="med"/>
            </a:ln>
          </p:spPr>
        </p:sp>
        <p:sp>
          <p:nvSpPr>
            <p:cNvPr id="157753" name="Line 56"/>
            <p:cNvSpPr/>
            <p:nvPr/>
          </p:nvSpPr>
          <p:spPr>
            <a:xfrm>
              <a:off x="864" y="1361"/>
              <a:ext cx="0" cy="453"/>
            </a:xfrm>
            <a:prstGeom prst="line">
              <a:avLst/>
            </a:prstGeom>
            <a:ln w="28575" cap="flat" cmpd="sng">
              <a:solidFill>
                <a:schemeClr val="tx1"/>
              </a:solidFill>
              <a:prstDash val="solid"/>
              <a:headEnd type="none" w="med" len="med"/>
              <a:tailEnd type="none" w="med" len="med"/>
            </a:ln>
          </p:spPr>
        </p:sp>
        <p:sp>
          <p:nvSpPr>
            <p:cNvPr id="157754" name="Line 57"/>
            <p:cNvSpPr/>
            <p:nvPr/>
          </p:nvSpPr>
          <p:spPr>
            <a:xfrm flipV="1">
              <a:off x="864" y="929"/>
              <a:ext cx="0" cy="263"/>
            </a:xfrm>
            <a:prstGeom prst="line">
              <a:avLst/>
            </a:prstGeom>
            <a:ln w="28575" cap="flat" cmpd="sng">
              <a:solidFill>
                <a:schemeClr val="tx1"/>
              </a:solidFill>
              <a:prstDash val="solid"/>
              <a:headEnd type="none" w="med" len="med"/>
              <a:tailEnd type="none" w="med" len="med"/>
            </a:ln>
          </p:spPr>
        </p:sp>
        <p:sp>
          <p:nvSpPr>
            <p:cNvPr id="157755" name="Rectangle 58"/>
            <p:cNvSpPr/>
            <p:nvPr/>
          </p:nvSpPr>
          <p:spPr>
            <a:xfrm>
              <a:off x="3291" y="133"/>
              <a:ext cx="258"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6" name="Rectangle 59"/>
            <p:cNvSpPr/>
            <p:nvPr/>
          </p:nvSpPr>
          <p:spPr>
            <a:xfrm>
              <a:off x="3278" y="1020"/>
              <a:ext cx="307" cy="308"/>
            </a:xfrm>
            <a:prstGeom prst="rect">
              <a:avLst/>
            </a:prstGeom>
            <a:noFill/>
            <a:ln w="9525">
              <a:noFill/>
            </a:ln>
          </p:spPr>
          <p:txBody>
            <a:bodyPr>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7" name="Rectangle 60"/>
            <p:cNvSpPr/>
            <p:nvPr/>
          </p:nvSpPr>
          <p:spPr>
            <a:xfrm>
              <a:off x="3304" y="1889"/>
              <a:ext cx="288" cy="310"/>
            </a:xfrm>
            <a:prstGeom prst="rect">
              <a:avLst/>
            </a:prstGeom>
            <a:noFill/>
            <a:ln w="9525">
              <a:noFill/>
            </a:ln>
          </p:spPr>
          <p:txBody>
            <a:bodyPr>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8" name="Rectangle 61"/>
            <p:cNvSpPr/>
            <p:nvPr/>
          </p:nvSpPr>
          <p:spPr>
            <a:xfrm>
              <a:off x="3287" y="2722"/>
              <a:ext cx="257" cy="30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59" name="Rectangle 62"/>
            <p:cNvSpPr/>
            <p:nvPr/>
          </p:nvSpPr>
          <p:spPr>
            <a:xfrm>
              <a:off x="2192" y="314"/>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0" name="Rectangle 63"/>
            <p:cNvSpPr/>
            <p:nvPr/>
          </p:nvSpPr>
          <p:spPr>
            <a:xfrm>
              <a:off x="2169" y="1226"/>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1" name="Rectangle 64"/>
            <p:cNvSpPr/>
            <p:nvPr/>
          </p:nvSpPr>
          <p:spPr>
            <a:xfrm>
              <a:off x="2169" y="2090"/>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2" name="Rectangle 65"/>
            <p:cNvSpPr/>
            <p:nvPr/>
          </p:nvSpPr>
          <p:spPr>
            <a:xfrm>
              <a:off x="2169" y="2945"/>
              <a:ext cx="258" cy="31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57763" name="Rectangle 67"/>
            <p:cNvSpPr/>
            <p:nvPr/>
          </p:nvSpPr>
          <p:spPr>
            <a:xfrm>
              <a:off x="1209" y="107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4" name="Text Box 68"/>
            <p:cNvSpPr txBox="1"/>
            <p:nvPr/>
          </p:nvSpPr>
          <p:spPr>
            <a:xfrm>
              <a:off x="1209" y="1111"/>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5" name="Rectangle 70"/>
            <p:cNvSpPr/>
            <p:nvPr/>
          </p:nvSpPr>
          <p:spPr>
            <a:xfrm>
              <a:off x="1219" y="1898"/>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6" name="Text Box 71"/>
            <p:cNvSpPr txBox="1"/>
            <p:nvPr/>
          </p:nvSpPr>
          <p:spPr>
            <a:xfrm>
              <a:off x="1209" y="1936"/>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7" name="Rectangle 73"/>
            <p:cNvSpPr/>
            <p:nvPr/>
          </p:nvSpPr>
          <p:spPr>
            <a:xfrm>
              <a:off x="1219" y="275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8" name="Text Box 74"/>
            <p:cNvSpPr txBox="1"/>
            <p:nvPr/>
          </p:nvSpPr>
          <p:spPr>
            <a:xfrm>
              <a:off x="1209" y="2820"/>
              <a:ext cx="33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69" name="Line 75"/>
            <p:cNvSpPr/>
            <p:nvPr/>
          </p:nvSpPr>
          <p:spPr>
            <a:xfrm flipH="1" flipV="1">
              <a:off x="1507" y="2111"/>
              <a:ext cx="968" cy="4"/>
            </a:xfrm>
            <a:prstGeom prst="line">
              <a:avLst/>
            </a:prstGeom>
            <a:ln w="28575" cap="flat" cmpd="sng">
              <a:solidFill>
                <a:schemeClr val="tx1"/>
              </a:solidFill>
              <a:prstDash val="solid"/>
              <a:headEnd type="none" w="med" len="med"/>
              <a:tailEnd type="none" w="med" len="med"/>
            </a:ln>
          </p:spPr>
        </p:sp>
        <p:sp>
          <p:nvSpPr>
            <p:cNvPr id="157770" name="Line 76"/>
            <p:cNvSpPr/>
            <p:nvPr/>
          </p:nvSpPr>
          <p:spPr>
            <a:xfrm flipH="1">
              <a:off x="1497" y="2940"/>
              <a:ext cx="942" cy="5"/>
            </a:xfrm>
            <a:prstGeom prst="line">
              <a:avLst/>
            </a:prstGeom>
            <a:ln w="28575" cap="flat" cmpd="sng">
              <a:solidFill>
                <a:schemeClr val="tx1"/>
              </a:solidFill>
              <a:prstDash val="solid"/>
              <a:headEnd type="none" w="med" len="med"/>
              <a:tailEnd type="none" w="med" len="med"/>
            </a:ln>
          </p:spPr>
        </p:sp>
        <p:sp>
          <p:nvSpPr>
            <p:cNvPr id="157771" name="AutoShape 110"/>
            <p:cNvSpPr/>
            <p:nvPr/>
          </p:nvSpPr>
          <p:spPr>
            <a:xfrm>
              <a:off x="297" y="2772"/>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2" name="Text Box 111"/>
            <p:cNvSpPr txBox="1"/>
            <p:nvPr/>
          </p:nvSpPr>
          <p:spPr>
            <a:xfrm>
              <a:off x="327" y="2790"/>
              <a:ext cx="19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73" name="Oval 112"/>
            <p:cNvSpPr/>
            <p:nvPr/>
          </p:nvSpPr>
          <p:spPr>
            <a:xfrm>
              <a:off x="2141" y="1591"/>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4" name="Oval 113"/>
            <p:cNvSpPr/>
            <p:nvPr/>
          </p:nvSpPr>
          <p:spPr>
            <a:xfrm>
              <a:off x="2136" y="68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5" name="Oval 114"/>
            <p:cNvSpPr/>
            <p:nvPr/>
          </p:nvSpPr>
          <p:spPr>
            <a:xfrm>
              <a:off x="2139" y="245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6" name="Oval 119"/>
            <p:cNvSpPr/>
            <p:nvPr/>
          </p:nvSpPr>
          <p:spPr>
            <a:xfrm>
              <a:off x="835" y="89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7" name="Oval 120"/>
            <p:cNvSpPr/>
            <p:nvPr/>
          </p:nvSpPr>
          <p:spPr>
            <a:xfrm>
              <a:off x="835" y="180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8" name="Oval 121"/>
            <p:cNvSpPr/>
            <p:nvPr/>
          </p:nvSpPr>
          <p:spPr>
            <a:xfrm>
              <a:off x="853" y="2668"/>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9" name="Oval 122"/>
            <p:cNvSpPr/>
            <p:nvPr/>
          </p:nvSpPr>
          <p:spPr>
            <a:xfrm>
              <a:off x="709" y="206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0" name="Line 25"/>
            <p:cNvSpPr/>
            <p:nvPr/>
          </p:nvSpPr>
          <p:spPr>
            <a:xfrm>
              <a:off x="3200" y="307"/>
              <a:ext cx="0" cy="621"/>
            </a:xfrm>
            <a:prstGeom prst="line">
              <a:avLst/>
            </a:prstGeom>
            <a:ln w="28575" cap="flat" cmpd="sng">
              <a:solidFill>
                <a:schemeClr val="tx1"/>
              </a:solidFill>
              <a:prstDash val="solid"/>
              <a:headEnd type="none" w="med" len="med"/>
              <a:tailEnd type="none" w="med" len="med"/>
            </a:ln>
          </p:spPr>
        </p:sp>
        <p:sp>
          <p:nvSpPr>
            <p:cNvPr id="157781" name="Oval 115"/>
            <p:cNvSpPr/>
            <p:nvPr/>
          </p:nvSpPr>
          <p:spPr>
            <a:xfrm>
              <a:off x="3180" y="28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2" name="Oval 116"/>
            <p:cNvSpPr/>
            <p:nvPr/>
          </p:nvSpPr>
          <p:spPr>
            <a:xfrm>
              <a:off x="3157" y="118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3" name="Oval 117"/>
            <p:cNvSpPr/>
            <p:nvPr/>
          </p:nvSpPr>
          <p:spPr>
            <a:xfrm>
              <a:off x="3157" y="205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4" name="Oval 118"/>
            <p:cNvSpPr/>
            <p:nvPr/>
          </p:nvSpPr>
          <p:spPr>
            <a:xfrm>
              <a:off x="3157" y="288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5" name="Line 34"/>
            <p:cNvSpPr/>
            <p:nvPr/>
          </p:nvSpPr>
          <p:spPr>
            <a:xfrm>
              <a:off x="3177" y="1207"/>
              <a:ext cx="0" cy="623"/>
            </a:xfrm>
            <a:prstGeom prst="line">
              <a:avLst/>
            </a:prstGeom>
            <a:ln w="28575" cap="flat" cmpd="sng">
              <a:solidFill>
                <a:schemeClr val="tx1"/>
              </a:solidFill>
              <a:prstDash val="solid"/>
              <a:headEnd type="none" w="med" len="med"/>
              <a:tailEnd type="none" w="med" len="med"/>
            </a:ln>
          </p:spPr>
        </p:sp>
        <p:sp>
          <p:nvSpPr>
            <p:cNvPr id="157786" name="Line 43"/>
            <p:cNvSpPr/>
            <p:nvPr/>
          </p:nvSpPr>
          <p:spPr>
            <a:xfrm>
              <a:off x="3177" y="2069"/>
              <a:ext cx="0" cy="622"/>
            </a:xfrm>
            <a:prstGeom prst="line">
              <a:avLst/>
            </a:prstGeom>
            <a:ln w="28575" cap="flat" cmpd="sng">
              <a:solidFill>
                <a:schemeClr val="tx1"/>
              </a:solidFill>
              <a:prstDash val="solid"/>
              <a:headEnd type="none" w="med" len="med"/>
              <a:tailEnd type="none" w="med" len="med"/>
            </a:ln>
          </p:spPr>
        </p:sp>
        <p:sp>
          <p:nvSpPr>
            <p:cNvPr id="157787" name="Line 53"/>
            <p:cNvSpPr/>
            <p:nvPr/>
          </p:nvSpPr>
          <p:spPr>
            <a:xfrm>
              <a:off x="3180" y="2913"/>
              <a:ext cx="0" cy="651"/>
            </a:xfrm>
            <a:prstGeom prst="line">
              <a:avLst/>
            </a:prstGeom>
            <a:ln w="28575" cap="flat" cmpd="sng">
              <a:solidFill>
                <a:schemeClr val="tx1"/>
              </a:solidFill>
              <a:prstDash val="solid"/>
              <a:headEnd type="none" w="med" len="med"/>
              <a:tailEnd type="none" w="med" len="med"/>
            </a:ln>
          </p:spPr>
        </p:sp>
        <p:sp>
          <p:nvSpPr>
            <p:cNvPr id="157788" name="Rectangle 84"/>
            <p:cNvSpPr/>
            <p:nvPr/>
          </p:nvSpPr>
          <p:spPr>
            <a:xfrm>
              <a:off x="2460" y="221"/>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9" name="Rectangle 92"/>
            <p:cNvSpPr/>
            <p:nvPr/>
          </p:nvSpPr>
          <p:spPr>
            <a:xfrm>
              <a:off x="2459" y="1119"/>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0" name="Rectangle 100"/>
            <p:cNvSpPr/>
            <p:nvPr/>
          </p:nvSpPr>
          <p:spPr>
            <a:xfrm>
              <a:off x="2469" y="2003"/>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1" name="Rectangle 108"/>
            <p:cNvSpPr/>
            <p:nvPr/>
          </p:nvSpPr>
          <p:spPr>
            <a:xfrm>
              <a:off x="2449" y="2817"/>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2" name="Line 79"/>
            <p:cNvSpPr/>
            <p:nvPr/>
          </p:nvSpPr>
          <p:spPr>
            <a:xfrm>
              <a:off x="2459" y="659"/>
              <a:ext cx="48" cy="44"/>
            </a:xfrm>
            <a:prstGeom prst="line">
              <a:avLst/>
            </a:prstGeom>
            <a:ln w="28575" cap="flat" cmpd="sng">
              <a:solidFill>
                <a:schemeClr val="tx1"/>
              </a:solidFill>
              <a:prstDash val="solid"/>
              <a:headEnd type="none" w="med" len="med"/>
              <a:tailEnd type="none" w="med" len="med"/>
            </a:ln>
          </p:spPr>
        </p:sp>
        <p:sp>
          <p:nvSpPr>
            <p:cNvPr id="157793" name="Line 80"/>
            <p:cNvSpPr/>
            <p:nvPr/>
          </p:nvSpPr>
          <p:spPr>
            <a:xfrm flipH="1">
              <a:off x="2459" y="712"/>
              <a:ext cx="48" cy="44"/>
            </a:xfrm>
            <a:prstGeom prst="line">
              <a:avLst/>
            </a:prstGeom>
            <a:ln w="28575" cap="flat" cmpd="sng">
              <a:solidFill>
                <a:schemeClr val="tx1"/>
              </a:solidFill>
              <a:prstDash val="solid"/>
              <a:headEnd type="none" w="med" len="med"/>
              <a:tailEnd type="none" w="med" len="med"/>
            </a:ln>
          </p:spPr>
        </p:sp>
        <p:sp>
          <p:nvSpPr>
            <p:cNvPr id="157794" name="Text Box 81"/>
            <p:cNvSpPr txBox="1"/>
            <p:nvPr/>
          </p:nvSpPr>
          <p:spPr>
            <a:xfrm>
              <a:off x="2466" y="157"/>
              <a:ext cx="224"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5" name="Text Box 82"/>
            <p:cNvSpPr txBox="1"/>
            <p:nvPr/>
          </p:nvSpPr>
          <p:spPr>
            <a:xfrm>
              <a:off x="2701" y="151"/>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6" name="Text Box 83"/>
            <p:cNvSpPr txBox="1"/>
            <p:nvPr/>
          </p:nvSpPr>
          <p:spPr>
            <a:xfrm>
              <a:off x="2694" y="547"/>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797" name="Line 87"/>
            <p:cNvSpPr/>
            <p:nvPr/>
          </p:nvSpPr>
          <p:spPr>
            <a:xfrm>
              <a:off x="2458" y="1557"/>
              <a:ext cx="48" cy="44"/>
            </a:xfrm>
            <a:prstGeom prst="line">
              <a:avLst/>
            </a:prstGeom>
            <a:ln w="28575" cap="flat" cmpd="sng">
              <a:solidFill>
                <a:schemeClr val="tx1"/>
              </a:solidFill>
              <a:prstDash val="solid"/>
              <a:headEnd type="none" w="med" len="med"/>
              <a:tailEnd type="none" w="med" len="med"/>
            </a:ln>
          </p:spPr>
        </p:sp>
        <p:sp>
          <p:nvSpPr>
            <p:cNvPr id="157798" name="Line 88"/>
            <p:cNvSpPr/>
            <p:nvPr/>
          </p:nvSpPr>
          <p:spPr>
            <a:xfrm flipH="1">
              <a:off x="2458" y="1610"/>
              <a:ext cx="48" cy="44"/>
            </a:xfrm>
            <a:prstGeom prst="line">
              <a:avLst/>
            </a:prstGeom>
            <a:ln w="28575" cap="flat" cmpd="sng">
              <a:solidFill>
                <a:schemeClr val="tx1"/>
              </a:solidFill>
              <a:prstDash val="solid"/>
              <a:headEnd type="none" w="med" len="med"/>
              <a:tailEnd type="none" w="med" len="med"/>
            </a:ln>
          </p:spPr>
        </p:sp>
        <p:sp>
          <p:nvSpPr>
            <p:cNvPr id="157799" name="Text Box 89"/>
            <p:cNvSpPr txBox="1"/>
            <p:nvPr/>
          </p:nvSpPr>
          <p:spPr>
            <a:xfrm>
              <a:off x="2452" y="1075"/>
              <a:ext cx="299"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0" name="Text Box 90"/>
            <p:cNvSpPr txBox="1"/>
            <p:nvPr/>
          </p:nvSpPr>
          <p:spPr>
            <a:xfrm>
              <a:off x="2693" y="1065"/>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1" name="Text Box 91"/>
            <p:cNvSpPr txBox="1"/>
            <p:nvPr/>
          </p:nvSpPr>
          <p:spPr>
            <a:xfrm>
              <a:off x="2689" y="1435"/>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2" name="Line 95"/>
            <p:cNvSpPr/>
            <p:nvPr/>
          </p:nvSpPr>
          <p:spPr>
            <a:xfrm>
              <a:off x="2468" y="2441"/>
              <a:ext cx="48" cy="44"/>
            </a:xfrm>
            <a:prstGeom prst="line">
              <a:avLst/>
            </a:prstGeom>
            <a:ln w="28575" cap="flat" cmpd="sng">
              <a:solidFill>
                <a:schemeClr val="tx1"/>
              </a:solidFill>
              <a:prstDash val="solid"/>
              <a:headEnd type="none" w="med" len="med"/>
              <a:tailEnd type="none" w="med" len="med"/>
            </a:ln>
          </p:spPr>
        </p:sp>
        <p:sp>
          <p:nvSpPr>
            <p:cNvPr id="157803" name="Line 96"/>
            <p:cNvSpPr/>
            <p:nvPr/>
          </p:nvSpPr>
          <p:spPr>
            <a:xfrm flipH="1">
              <a:off x="2468" y="2494"/>
              <a:ext cx="48" cy="44"/>
            </a:xfrm>
            <a:prstGeom prst="line">
              <a:avLst/>
            </a:prstGeom>
            <a:ln w="28575" cap="flat" cmpd="sng">
              <a:solidFill>
                <a:schemeClr val="tx1"/>
              </a:solidFill>
              <a:prstDash val="solid"/>
              <a:headEnd type="none" w="med" len="med"/>
              <a:tailEnd type="none" w="med" len="med"/>
            </a:ln>
          </p:spPr>
        </p:sp>
        <p:sp>
          <p:nvSpPr>
            <p:cNvPr id="157804" name="Text Box 97"/>
            <p:cNvSpPr txBox="1"/>
            <p:nvPr/>
          </p:nvSpPr>
          <p:spPr>
            <a:xfrm>
              <a:off x="2466" y="1964"/>
              <a:ext cx="240"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5" name="Text Box 98"/>
            <p:cNvSpPr txBox="1"/>
            <p:nvPr/>
          </p:nvSpPr>
          <p:spPr>
            <a:xfrm>
              <a:off x="2699" y="1968"/>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6" name="Text Box 99"/>
            <p:cNvSpPr txBox="1"/>
            <p:nvPr/>
          </p:nvSpPr>
          <p:spPr>
            <a:xfrm>
              <a:off x="2707" y="2338"/>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07" name="Line 103"/>
            <p:cNvSpPr/>
            <p:nvPr/>
          </p:nvSpPr>
          <p:spPr>
            <a:xfrm>
              <a:off x="2448" y="3255"/>
              <a:ext cx="48" cy="44"/>
            </a:xfrm>
            <a:prstGeom prst="line">
              <a:avLst/>
            </a:prstGeom>
            <a:ln w="28575" cap="flat" cmpd="sng">
              <a:solidFill>
                <a:schemeClr val="tx1"/>
              </a:solidFill>
              <a:prstDash val="solid"/>
              <a:headEnd type="none" w="med" len="med"/>
              <a:tailEnd type="none" w="med" len="med"/>
            </a:ln>
          </p:spPr>
        </p:sp>
        <p:sp>
          <p:nvSpPr>
            <p:cNvPr id="157808" name="Line 104"/>
            <p:cNvSpPr/>
            <p:nvPr/>
          </p:nvSpPr>
          <p:spPr>
            <a:xfrm flipH="1">
              <a:off x="2448" y="3308"/>
              <a:ext cx="48" cy="44"/>
            </a:xfrm>
            <a:prstGeom prst="line">
              <a:avLst/>
            </a:prstGeom>
            <a:ln w="28575" cap="flat" cmpd="sng">
              <a:solidFill>
                <a:schemeClr val="tx1"/>
              </a:solidFill>
              <a:prstDash val="solid"/>
              <a:headEnd type="none" w="med" len="med"/>
              <a:tailEnd type="none" w="med" len="med"/>
            </a:ln>
          </p:spPr>
        </p:sp>
        <p:sp>
          <p:nvSpPr>
            <p:cNvPr id="157809" name="Text Box 105"/>
            <p:cNvSpPr txBox="1"/>
            <p:nvPr/>
          </p:nvSpPr>
          <p:spPr>
            <a:xfrm>
              <a:off x="2456" y="2800"/>
              <a:ext cx="260" cy="308"/>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0" name="Text Box 106"/>
            <p:cNvSpPr txBox="1"/>
            <p:nvPr/>
          </p:nvSpPr>
          <p:spPr>
            <a:xfrm>
              <a:off x="2679" y="2798"/>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1" name="Text Box 107"/>
            <p:cNvSpPr txBox="1"/>
            <p:nvPr/>
          </p:nvSpPr>
          <p:spPr>
            <a:xfrm>
              <a:off x="2689" y="3136"/>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2" name="Line 123"/>
            <p:cNvSpPr/>
            <p:nvPr/>
          </p:nvSpPr>
          <p:spPr>
            <a:xfrm>
              <a:off x="2960" y="712"/>
              <a:ext cx="118" cy="0"/>
            </a:xfrm>
            <a:prstGeom prst="line">
              <a:avLst/>
            </a:prstGeom>
            <a:ln w="28575" cap="flat" cmpd="sng">
              <a:solidFill>
                <a:schemeClr val="tx1"/>
              </a:solidFill>
              <a:prstDash val="solid"/>
              <a:headEnd type="none" w="med" len="med"/>
              <a:tailEnd type="none" w="med" len="med"/>
            </a:ln>
          </p:spPr>
        </p:sp>
        <p:sp>
          <p:nvSpPr>
            <p:cNvPr id="157813" name="Line 124"/>
            <p:cNvSpPr/>
            <p:nvPr/>
          </p:nvSpPr>
          <p:spPr>
            <a:xfrm>
              <a:off x="3086" y="-2"/>
              <a:ext cx="0" cy="725"/>
            </a:xfrm>
            <a:prstGeom prst="line">
              <a:avLst/>
            </a:prstGeom>
            <a:ln w="28575" cap="flat" cmpd="sng">
              <a:solidFill>
                <a:schemeClr val="tx1"/>
              </a:solidFill>
              <a:prstDash val="solid"/>
              <a:headEnd type="none" w="med" len="med"/>
              <a:tailEnd type="none" w="med" len="med"/>
            </a:ln>
          </p:spPr>
        </p:sp>
        <p:sp>
          <p:nvSpPr>
            <p:cNvPr id="157814" name="Text Box 125"/>
            <p:cNvSpPr txBox="1"/>
            <p:nvPr/>
          </p:nvSpPr>
          <p:spPr>
            <a:xfrm>
              <a:off x="2457" y="1429"/>
              <a:ext cx="204"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5" name="Text Box 126"/>
            <p:cNvSpPr txBox="1"/>
            <p:nvPr/>
          </p:nvSpPr>
          <p:spPr>
            <a:xfrm>
              <a:off x="2462" y="539"/>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6" name="Text Box 127"/>
            <p:cNvSpPr txBox="1"/>
            <p:nvPr/>
          </p:nvSpPr>
          <p:spPr>
            <a:xfrm>
              <a:off x="2475" y="2314"/>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sp>
          <p:nvSpPr>
            <p:cNvPr id="157817" name="Text Box 128"/>
            <p:cNvSpPr txBox="1"/>
            <p:nvPr/>
          </p:nvSpPr>
          <p:spPr>
            <a:xfrm>
              <a:off x="2460" y="3144"/>
              <a:ext cx="205" cy="30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endParaRPr lang="en-US" altLang="zh-CN" sz="1800">
                <a:solidFill>
                  <a:schemeClr val="tx1"/>
                </a:solidFill>
                <a:latin typeface="黑体" panose="02010609060101010101" pitchFamily="2" charset="-122"/>
                <a:ea typeface="黑体" panose="02010609060101010101" pitchFamily="2" charset="-122"/>
              </a:endParaRPr>
            </a:p>
          </p:txBody>
        </p:sp>
      </p:grpSp>
      <p:grpSp>
        <p:nvGrpSpPr>
          <p:cNvPr id="157706" name="Group 117"/>
          <p:cNvGrpSpPr/>
          <p:nvPr/>
        </p:nvGrpSpPr>
        <p:grpSpPr>
          <a:xfrm>
            <a:off x="677545" y="1369695"/>
            <a:ext cx="3644900" cy="3507740"/>
            <a:chOff x="0" y="0"/>
            <a:chExt cx="5717" cy="5524"/>
          </a:xfrm>
        </p:grpSpPr>
        <p:sp>
          <p:nvSpPr>
            <p:cNvPr id="157711" name="Text Box 130"/>
            <p:cNvSpPr txBox="1"/>
            <p:nvPr/>
          </p:nvSpPr>
          <p:spPr>
            <a:xfrm>
              <a:off x="0" y="0"/>
              <a:ext cx="5400" cy="2541"/>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激励函数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endParaRPr lang="en-US" altLang="zh-CN" sz="1800" b="1" baseline="-25000">
                <a:solidFill>
                  <a:srgbClr val="FF0000"/>
                </a:solidFill>
                <a:latin typeface="黑体" panose="02010609060101010101" pitchFamily="2" charset="-122"/>
                <a:ea typeface="黑体" panose="02010609060101010101" pitchFamily="2" charset="-122"/>
              </a:endParaRPr>
            </a:p>
          </p:txBody>
        </p:sp>
        <p:sp>
          <p:nvSpPr>
            <p:cNvPr id="157712" name="Line 132"/>
            <p:cNvSpPr/>
            <p:nvPr/>
          </p:nvSpPr>
          <p:spPr>
            <a:xfrm>
              <a:off x="1276" y="496"/>
              <a:ext cx="360" cy="0"/>
            </a:xfrm>
            <a:prstGeom prst="line">
              <a:avLst/>
            </a:prstGeom>
            <a:ln w="19050" cap="flat" cmpd="sng">
              <a:solidFill>
                <a:srgbClr val="FF0000"/>
              </a:solidFill>
              <a:prstDash val="solid"/>
              <a:headEnd type="none" w="med" len="med"/>
              <a:tailEnd type="none" w="med" len="med"/>
            </a:ln>
          </p:spPr>
        </p:sp>
        <p:sp>
          <p:nvSpPr>
            <p:cNvPr id="157713" name="Text Box 131"/>
            <p:cNvSpPr txBox="1"/>
            <p:nvPr/>
          </p:nvSpPr>
          <p:spPr>
            <a:xfrm>
              <a:off x="23" y="2983"/>
              <a:ext cx="5694" cy="2541"/>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 ②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endParaRPr lang="en-US" altLang="zh-CN" sz="1800" b="1" baseline="-25000">
                <a:solidFill>
                  <a:srgbClr val="FF0000"/>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endParaRPr lang="en-US" altLang="zh-CN" sz="1800" b="1" baseline="-25000">
                <a:solidFill>
                  <a:srgbClr val="FF0000"/>
                </a:solidFill>
                <a:latin typeface="黑体" panose="02010609060101010101" pitchFamily="2" charset="-122"/>
                <a:ea typeface="黑体" panose="02010609060101010101" pitchFamily="2" charset="-122"/>
              </a:endParaRPr>
            </a:p>
          </p:txBody>
        </p:sp>
        <p:sp>
          <p:nvSpPr>
            <p:cNvPr id="157714" name="Line 133"/>
            <p:cNvSpPr/>
            <p:nvPr/>
          </p:nvSpPr>
          <p:spPr>
            <a:xfrm>
              <a:off x="1643" y="3511"/>
              <a:ext cx="360" cy="0"/>
            </a:xfrm>
            <a:prstGeom prst="line">
              <a:avLst/>
            </a:prstGeom>
            <a:ln w="19050" cap="flat" cmpd="sng">
              <a:solidFill>
                <a:srgbClr val="FF0000"/>
              </a:solidFill>
              <a:prstDash val="solid"/>
              <a:headEnd type="none" w="med" len="med"/>
              <a:tailEnd type="none" w="med" len="med"/>
            </a:ln>
          </p:spPr>
        </p:sp>
      </p:grpSp>
      <p:sp>
        <p:nvSpPr>
          <p:cNvPr id="157707" name="Oval 558"/>
          <p:cNvSpPr/>
          <p:nvPr/>
        </p:nvSpPr>
        <p:spPr>
          <a:xfrm flipH="1">
            <a:off x="7366000" y="131445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8" name="Oval 558"/>
          <p:cNvSpPr/>
          <p:nvPr/>
        </p:nvSpPr>
        <p:spPr>
          <a:xfrm flipH="1">
            <a:off x="7364413" y="234632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9" name="Oval 558"/>
          <p:cNvSpPr/>
          <p:nvPr/>
        </p:nvSpPr>
        <p:spPr>
          <a:xfrm flipH="1">
            <a:off x="7380288" y="34274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10" name="Oval 558"/>
          <p:cNvSpPr/>
          <p:nvPr/>
        </p:nvSpPr>
        <p:spPr>
          <a:xfrm flipH="1">
            <a:off x="7348538" y="43719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Line 19"/>
          <p:cNvSpPr/>
          <p:nvPr/>
        </p:nvSpPr>
        <p:spPr>
          <a:xfrm flipH="1">
            <a:off x="6274970" y="4450673"/>
            <a:ext cx="454128" cy="3572"/>
          </a:xfrm>
          <a:prstGeom prst="line">
            <a:avLst/>
          </a:prstGeom>
          <a:ln w="28575" cap="flat" cmpd="sng">
            <a:solidFill>
              <a:srgbClr val="FF0000"/>
            </a:solidFill>
            <a:prstDash val="solid"/>
            <a:headEnd type="none" w="med" len="med"/>
            <a:tailEnd type="none" w="med" len="me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Line 9"/>
          <p:cNvSpPr/>
          <p:nvPr/>
        </p:nvSpPr>
        <p:spPr>
          <a:xfrm>
            <a:off x="6775450" y="912813"/>
            <a:ext cx="0" cy="869950"/>
          </a:xfrm>
          <a:prstGeom prst="line">
            <a:avLst/>
          </a:prstGeom>
          <a:ln w="9525">
            <a:noFill/>
          </a:ln>
        </p:spPr>
      </p:sp>
      <p:sp>
        <p:nvSpPr>
          <p:cNvPr id="158723" name="Rectangle 124"/>
          <p:cNvSpPr/>
          <p:nvPr/>
        </p:nvSpPr>
        <p:spPr>
          <a:xfrm>
            <a:off x="612775" y="843280"/>
            <a:ext cx="7534910" cy="400050"/>
          </a:xfrm>
          <a:prstGeom prst="rect">
            <a:avLst/>
          </a:prstGeom>
          <a:noFill/>
          <a:ln w="9525">
            <a:noFill/>
          </a:ln>
        </p:spPr>
        <p:txBody>
          <a:bodyPr anchor="ct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状态变化规律（进位传递链与本位状态是异或关系）：</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8724" name="Text Box 230"/>
          <p:cNvSpPr txBox="1"/>
          <p:nvPr/>
        </p:nvSpPr>
        <p:spPr>
          <a:xfrm>
            <a:off x="898525" y="1443038"/>
            <a:ext cx="7345363" cy="1537970"/>
          </a:xfrm>
          <a:prstGeom prst="rect">
            <a:avLst/>
          </a:prstGeom>
          <a:noFill/>
          <a:ln w="9525">
            <a:noFill/>
          </a:ln>
        </p:spPr>
        <p:txBody>
          <a:bodyPr>
            <a:spAutoFit/>
          </a:bodyPr>
          <a:p>
            <a:pPr marL="381000" indent="-381000" eaLnBrk="1" hangingPunct="1">
              <a:lnSpc>
                <a:spcPct val="8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i-1</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i-2</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1</a:t>
            </a:r>
            <a:r>
              <a:rPr lang="en-US" altLang="zh-CN" b="1">
                <a:solidFill>
                  <a:schemeClr val="tx1"/>
                </a:solidFill>
                <a:latin typeface="华文新魏" panose="02010800040101010101" pitchFamily="2" charset="-122"/>
                <a:ea typeface="华文新魏" panose="02010800040101010101" pitchFamily="2" charset="-122"/>
                <a:sym typeface="+mn-ea"/>
              </a:rPr>
              <a:t>= 0 </a:t>
            </a:r>
            <a:r>
              <a:rPr lang="zh-CN" altLang="en-US"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err="1">
                <a:solidFill>
                  <a:schemeClr val="tx1"/>
                </a:solidFill>
                <a:latin typeface="华文新魏" panose="02010800040101010101" pitchFamily="2" charset="-122"/>
                <a:ea typeface="华文新魏" panose="02010800040101010101" pitchFamily="2" charset="-122"/>
                <a:sym typeface="+mn-ea"/>
              </a:rPr>
              <a:t>Q</a:t>
            </a:r>
            <a:r>
              <a:rPr lang="en-US" altLang="zh-CN" b="1" baseline="-25000" err="1">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时，低位无进位→</a:t>
            </a:r>
            <a:endParaRPr lang="zh-CN" altLang="en-US"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baseline="30000">
                <a:solidFill>
                  <a:schemeClr val="tx1"/>
                </a:solidFill>
                <a:latin typeface="华文新魏" panose="02010800040101010101" pitchFamily="2" charset="-122"/>
                <a:ea typeface="华文新魏" panose="02010800040101010101" pitchFamily="2" charset="-122"/>
                <a:sym typeface="+mn-ea"/>
              </a:rPr>
              <a:t>n+1</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维持</a:t>
            </a:r>
            <a:r>
              <a:rPr lang="en-US" altLang="zh-CN"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a:solidFill>
                  <a:schemeClr val="tx1"/>
                </a:solidFill>
                <a:latin typeface="华文新魏" panose="02010800040101010101" pitchFamily="2" charset="-122"/>
                <a:ea typeface="华文新魏" panose="02010800040101010101" pitchFamily="2" charset="-122"/>
                <a:sym typeface="+mn-ea"/>
              </a:rPr>
              <a:t>D</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=0)</a:t>
            </a:r>
            <a:endParaRPr lang="en-US" altLang="zh-CN" b="1">
              <a:solidFill>
                <a:schemeClr val="tx1"/>
              </a:solidFill>
              <a:latin typeface="华文新魏" panose="02010800040101010101" pitchFamily="2" charset="-122"/>
              <a:ea typeface="华文新魏" panose="02010800040101010101" pitchFamily="2" charset="-122"/>
              <a:sym typeface="+mn-ea"/>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⑵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en-US" altLang="zh-CN" b="1">
                <a:solidFill>
                  <a:schemeClr val="tx1"/>
                </a:solidFill>
                <a:latin typeface="华文新魏" panose="02010800040101010101" pitchFamily="2" charset="-122"/>
                <a:ea typeface="华文新魏" panose="02010800040101010101" pitchFamily="2" charset="-122"/>
              </a:rPr>
              <a:t>•</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i-2</a:t>
            </a:r>
            <a:r>
              <a:rPr lang="en-US" altLang="zh-CN" b="1">
                <a:solidFill>
                  <a:schemeClr val="tx1"/>
                </a:solidFill>
                <a:latin typeface="华文新魏" panose="02010800040101010101" pitchFamily="2" charset="-122"/>
                <a:ea typeface="华文新魏" panose="02010800040101010101" pitchFamily="2" charset="-122"/>
              </a:rPr>
              <a:t>… • Q</a:t>
            </a:r>
            <a:r>
              <a:rPr lang="en-US" altLang="zh-CN" b="1" baseline="-25000">
                <a:solidFill>
                  <a:schemeClr val="tx1"/>
                </a:solidFill>
                <a:latin typeface="华文新魏" panose="02010800040101010101" pitchFamily="2" charset="-122"/>
                <a:ea typeface="华文新魏" panose="02010800040101010101" pitchFamily="2" charset="-122"/>
              </a:rPr>
              <a:t>1 </a:t>
            </a:r>
            <a:r>
              <a:rPr lang="en-US" altLang="zh-CN" b="1">
                <a:solidFill>
                  <a:schemeClr val="tx1"/>
                </a:solidFill>
                <a:latin typeface="华文新魏" panose="02010800040101010101" pitchFamily="2" charset="-122"/>
                <a:ea typeface="华文新魏" panose="02010800040101010101" pitchFamily="2" charset="-122"/>
              </a:rPr>
              <a:t>= 0 </a:t>
            </a:r>
            <a:r>
              <a:rPr lang="zh-CN" altLang="en-US" b="1">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时，低位无进位→</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baseline="30000">
                <a:solidFill>
                  <a:schemeClr val="tx1"/>
                </a:solidFill>
                <a:latin typeface="华文新魏" panose="02010800040101010101" pitchFamily="2" charset="-122"/>
                <a:ea typeface="华文新魏" panose="02010800040101010101" pitchFamily="2" charset="-122"/>
              </a:rPr>
              <a:t>n+1</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维持</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a:solidFill>
                  <a:schemeClr val="tx1"/>
                </a:solidFill>
                <a:latin typeface="华文新魏" panose="02010800040101010101" pitchFamily="2" charset="-122"/>
                <a:ea typeface="华文新魏" panose="02010800040101010101" pitchFamily="2" charset="-122"/>
              </a:rPr>
              <a:t>D</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a:solidFill>
                  <a:schemeClr val="tx1"/>
                </a:solidFill>
                <a:latin typeface="华文新魏" panose="02010800040101010101" pitchFamily="2" charset="-122"/>
                <a:ea typeface="华文新魏" panose="02010800040101010101" pitchFamily="2" charset="-122"/>
              </a:rPr>
              <a:t>=1</a:t>
            </a:r>
            <a:r>
              <a:rPr lang="en-US" altLang="zh-CN" b="1">
                <a:solidFill>
                  <a:schemeClr val="tx1"/>
                </a:solidFill>
                <a:latin typeface="Calibri" panose="020F0502020204030204" pitchFamily="34" charset="0"/>
              </a:rPr>
              <a:t>)</a:t>
            </a:r>
            <a:endParaRPr lang="zh-CN" altLang="en-US" b="1" dirty="0">
              <a:solidFill>
                <a:schemeClr val="tx1"/>
              </a:solidFill>
              <a:latin typeface="Calibri" panose="020F0502020204030204" pitchFamily="34" charset="0"/>
            </a:endParaRPr>
          </a:p>
        </p:txBody>
      </p:sp>
      <p:sp>
        <p:nvSpPr>
          <p:cNvPr id="158725" name="Text Box 230"/>
          <p:cNvSpPr txBox="1"/>
          <p:nvPr/>
        </p:nvSpPr>
        <p:spPr>
          <a:xfrm>
            <a:off x="866775" y="3186113"/>
            <a:ext cx="7280275" cy="153797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⑶   </a:t>
            </a:r>
            <a:r>
              <a:rPr lang="en-US" altLang="zh-CN" b="1" dirty="0">
                <a:solidFill>
                  <a:schemeClr val="tx1"/>
                </a:solidFill>
                <a:latin typeface="Calibri" panose="020F0502020204030204" pitchFamily="34" charset="0"/>
              </a:rPr>
              <a:t>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i-1 </a:t>
            </a:r>
            <a:r>
              <a:rPr lang="en-US" altLang="zh-CN" b="1">
                <a:solidFill>
                  <a:schemeClr val="tx1"/>
                </a:solidFill>
                <a:latin typeface="华文新魏" panose="02010800040101010101" pitchFamily="2" charset="-122"/>
                <a:ea typeface="华文新魏" panose="02010800040101010101" pitchFamily="2" charset="-122"/>
                <a:sym typeface="+mn-ea"/>
              </a:rPr>
              <a:t>•</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i-2</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1 </a:t>
            </a:r>
            <a:r>
              <a:rPr lang="en-US" altLang="zh-CN" b="1">
                <a:solidFill>
                  <a:schemeClr val="tx1"/>
                </a:solidFill>
                <a:latin typeface="华文新魏" panose="02010800040101010101" pitchFamily="2" charset="-122"/>
                <a:ea typeface="华文新魏" panose="02010800040101010101" pitchFamily="2" charset="-122"/>
                <a:sym typeface="+mn-ea"/>
              </a:rPr>
              <a:t>= 1  </a:t>
            </a:r>
            <a:r>
              <a:rPr lang="zh-CN" altLang="en-US" b="1">
                <a:solidFill>
                  <a:schemeClr val="tx1"/>
                </a:solidFill>
                <a:latin typeface="华文新魏" panose="02010800040101010101" pitchFamily="2" charset="-122"/>
                <a:ea typeface="华文新魏" panose="02010800040101010101" pitchFamily="2" charset="-122"/>
                <a:sym typeface="+mn-ea"/>
              </a:rPr>
              <a:t>，</a:t>
            </a:r>
            <a:r>
              <a:rPr lang="en-US" altLang="zh-CN" b="1">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err="1">
                <a:solidFill>
                  <a:schemeClr val="tx1"/>
                </a:solidFill>
                <a:latin typeface="华文新魏" panose="02010800040101010101" pitchFamily="2" charset="-122"/>
                <a:ea typeface="华文新魏" panose="02010800040101010101" pitchFamily="2" charset="-122"/>
                <a:sym typeface="+mn-ea"/>
              </a:rPr>
              <a:t>Q</a:t>
            </a:r>
            <a:r>
              <a:rPr lang="en-US" altLang="zh-CN" b="1" baseline="-25000" err="1">
                <a:solidFill>
                  <a:schemeClr val="tx1"/>
                </a:solidFill>
                <a:latin typeface="华文新魏" panose="02010800040101010101" pitchFamily="2" charset="-122"/>
                <a:ea typeface="华文新魏" panose="02010800040101010101" pitchFamily="2" charset="-122"/>
                <a:sym typeface="+mn-ea"/>
              </a:rPr>
              <a:t>i</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 0 </a:t>
            </a:r>
            <a:r>
              <a:rPr lang="zh-CN" altLang="en-US" b="1" dirty="0">
                <a:solidFill>
                  <a:schemeClr val="tx1"/>
                </a:solidFill>
                <a:latin typeface="华文新魏" panose="02010800040101010101" pitchFamily="2" charset="-122"/>
                <a:ea typeface="华文新魏" panose="02010800040101010101" pitchFamily="2" charset="-122"/>
                <a:sym typeface="+mn-ea"/>
              </a:rPr>
              <a:t>时，低位</a:t>
            </a:r>
            <a:r>
              <a:rPr lang="zh-CN" altLang="en-US" b="1" dirty="0">
                <a:solidFill>
                  <a:srgbClr val="FF0000"/>
                </a:solidFill>
                <a:latin typeface="华文新魏" panose="02010800040101010101" pitchFamily="2" charset="-122"/>
                <a:ea typeface="华文新魏" panose="02010800040101010101" pitchFamily="2" charset="-122"/>
                <a:sym typeface="+mn-ea"/>
              </a:rPr>
              <a:t>有</a:t>
            </a:r>
            <a:r>
              <a:rPr lang="zh-CN" altLang="en-US" b="1" dirty="0">
                <a:solidFill>
                  <a:schemeClr val="tx1"/>
                </a:solidFill>
                <a:latin typeface="华文新魏" panose="02010800040101010101" pitchFamily="2" charset="-122"/>
                <a:ea typeface="华文新魏" panose="02010800040101010101" pitchFamily="2" charset="-122"/>
                <a:sym typeface="+mn-ea"/>
              </a:rPr>
              <a:t>进位→</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baseline="30000">
                <a:solidFill>
                  <a:schemeClr val="tx1"/>
                </a:solidFill>
                <a:latin typeface="华文新魏" panose="02010800040101010101" pitchFamily="2" charset="-122"/>
                <a:ea typeface="华文新魏" panose="02010800040101010101" pitchFamily="2" charset="-122"/>
                <a:sym typeface="+mn-ea"/>
              </a:rPr>
              <a:t>n+1</a:t>
            </a:r>
            <a:r>
              <a:rPr lang="en-US" altLang="zh-CN" b="1" baseline="-2500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 1 </a:t>
            </a:r>
            <a:r>
              <a:rPr lang="zh-CN" altLang="en-US" b="1" dirty="0">
                <a:solidFill>
                  <a:schemeClr val="tx1"/>
                </a:solidFill>
                <a:latin typeface="华文新魏" panose="02010800040101010101" pitchFamily="2" charset="-122"/>
                <a:ea typeface="华文新魏" panose="02010800040101010101" pitchFamily="2" charset="-122"/>
                <a:sym typeface="+mn-ea"/>
              </a:rPr>
              <a:t>翻转</a:t>
            </a:r>
            <a:r>
              <a:rPr lang="en-US" altLang="zh-CN"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a:solidFill>
                  <a:schemeClr val="tx1"/>
                </a:solidFill>
                <a:latin typeface="华文新魏" panose="02010800040101010101" pitchFamily="2" charset="-122"/>
                <a:ea typeface="华文新魏" panose="02010800040101010101" pitchFamily="2" charset="-122"/>
                <a:sym typeface="+mn-ea"/>
              </a:rPr>
              <a:t>D</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=1)</a:t>
            </a:r>
            <a:endParaRPr lang="en-US" altLang="zh-CN" b="1">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⑷</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en-US" altLang="zh-CN" b="1">
                <a:solidFill>
                  <a:schemeClr val="tx1"/>
                </a:solidFill>
                <a:latin typeface="华文新魏" panose="02010800040101010101" pitchFamily="2" charset="-122"/>
                <a:ea typeface="华文新魏" panose="02010800040101010101" pitchFamily="2" charset="-122"/>
              </a:rPr>
              <a:t>•</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i-2</a:t>
            </a:r>
            <a:r>
              <a:rPr lang="en-US" altLang="zh-CN" b="1">
                <a:solidFill>
                  <a:schemeClr val="tx1"/>
                </a:solidFill>
                <a:latin typeface="华文新魏" panose="02010800040101010101" pitchFamily="2" charset="-122"/>
                <a:ea typeface="华文新魏" panose="02010800040101010101" pitchFamily="2" charset="-122"/>
              </a:rPr>
              <a:t>… • Q</a:t>
            </a:r>
            <a:r>
              <a:rPr lang="en-US" altLang="zh-CN" b="1" baseline="-25000">
                <a:solidFill>
                  <a:schemeClr val="tx1"/>
                </a:solidFill>
                <a:latin typeface="华文新魏" panose="02010800040101010101" pitchFamily="2" charset="-122"/>
                <a:ea typeface="华文新魏" panose="02010800040101010101" pitchFamily="2" charset="-122"/>
              </a:rPr>
              <a:t>1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a:t>
            </a:r>
            <a:r>
              <a:rPr lang="zh-CN" altLang="en-US" b="1" dirty="0">
                <a:solidFill>
                  <a:srgbClr val="FF0000"/>
                </a:solidFill>
                <a:latin typeface="华文新魏" panose="02010800040101010101" pitchFamily="2" charset="-122"/>
                <a:ea typeface="华文新魏" panose="02010800040101010101" pitchFamily="2" charset="-122"/>
              </a:rPr>
              <a:t>有</a:t>
            </a:r>
            <a:r>
              <a:rPr lang="zh-CN" altLang="en-US" b="1" dirty="0">
                <a:solidFill>
                  <a:schemeClr val="tx1"/>
                </a:solidFill>
                <a:latin typeface="华文新魏" panose="02010800040101010101" pitchFamily="2" charset="-122"/>
                <a:ea typeface="华文新魏" panose="02010800040101010101" pitchFamily="2" charset="-122"/>
              </a:rPr>
              <a:t>进位→</a:t>
            </a:r>
            <a:endParaRPr lang="zh-CN" altLang="en-US"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Q</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baseline="30000">
                <a:solidFill>
                  <a:schemeClr val="tx1"/>
                </a:solidFill>
                <a:latin typeface="华文新魏" panose="02010800040101010101" pitchFamily="2" charset="-122"/>
                <a:ea typeface="华文新魏" panose="02010800040101010101" pitchFamily="2" charset="-122"/>
              </a:rPr>
              <a:t>n+1</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0 </a:t>
            </a:r>
            <a:r>
              <a:rPr lang="zh-CN" altLang="en-US" b="1" dirty="0">
                <a:solidFill>
                  <a:schemeClr val="tx1"/>
                </a:solidFill>
                <a:latin typeface="华文新魏" panose="02010800040101010101" pitchFamily="2" charset="-122"/>
                <a:ea typeface="华文新魏" panose="02010800040101010101" pitchFamily="2" charset="-122"/>
              </a:rPr>
              <a:t>翻转</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a:solidFill>
                  <a:schemeClr val="tx1"/>
                </a:solidFill>
                <a:latin typeface="华文新魏" panose="02010800040101010101" pitchFamily="2" charset="-122"/>
                <a:ea typeface="华文新魏" panose="02010800040101010101" pitchFamily="2" charset="-122"/>
              </a:rPr>
              <a:t>D</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a:solidFill>
                  <a:schemeClr val="tx1"/>
                </a:solidFill>
                <a:latin typeface="华文新魏" panose="02010800040101010101" pitchFamily="2" charset="-122"/>
                <a:ea typeface="华文新魏" panose="02010800040101010101" pitchFamily="2" charset="-122"/>
              </a:rPr>
              <a:t>=0)</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4">
                                            <p:txEl>
                                              <p:pRg st="0" end="0"/>
                                            </p:txEl>
                                          </p:spTgt>
                                        </p:tgtEl>
                                        <p:attrNameLst>
                                          <p:attrName>style.visibility</p:attrName>
                                        </p:attrNameLst>
                                      </p:cBhvr>
                                      <p:to>
                                        <p:strVal val="visible"/>
                                      </p:to>
                                    </p:set>
                                    <p:animEffect transition="in" filter="blinds(horizontal)">
                                      <p:cBhvr>
                                        <p:cTn id="7" dur="500"/>
                                        <p:tgtEl>
                                          <p:spTgt spid="15872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8724">
                                            <p:txEl>
                                              <p:pRg st="1" end="1"/>
                                            </p:txEl>
                                          </p:spTgt>
                                        </p:tgtEl>
                                        <p:attrNameLst>
                                          <p:attrName>style.visibility</p:attrName>
                                        </p:attrNameLst>
                                      </p:cBhvr>
                                      <p:to>
                                        <p:strVal val="visible"/>
                                      </p:to>
                                    </p:set>
                                    <p:animEffect transition="in" filter="blinds(horizontal)">
                                      <p:cBhvr>
                                        <p:cTn id="10" dur="500"/>
                                        <p:tgtEl>
                                          <p:spTgt spid="15872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4">
                                            <p:txEl>
                                              <p:pRg st="2" end="2"/>
                                            </p:txEl>
                                          </p:spTgt>
                                        </p:tgtEl>
                                        <p:attrNameLst>
                                          <p:attrName>style.visibility</p:attrName>
                                        </p:attrNameLst>
                                      </p:cBhvr>
                                      <p:to>
                                        <p:strVal val="visible"/>
                                      </p:to>
                                    </p:set>
                                    <p:animEffect transition="in" filter="blinds(horizontal)">
                                      <p:cBhvr>
                                        <p:cTn id="15" dur="500"/>
                                        <p:tgtEl>
                                          <p:spTgt spid="15872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8724">
                                            <p:txEl>
                                              <p:pRg st="3" end="3"/>
                                            </p:txEl>
                                          </p:spTgt>
                                        </p:tgtEl>
                                        <p:attrNameLst>
                                          <p:attrName>style.visibility</p:attrName>
                                        </p:attrNameLst>
                                      </p:cBhvr>
                                      <p:to>
                                        <p:strVal val="visible"/>
                                      </p:to>
                                    </p:set>
                                    <p:animEffect transition="in" filter="blinds(horizontal)">
                                      <p:cBhvr>
                                        <p:cTn id="18" dur="500"/>
                                        <p:tgtEl>
                                          <p:spTgt spid="15872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8725">
                                            <p:txEl>
                                              <p:pRg st="0" end="0"/>
                                            </p:txEl>
                                          </p:spTgt>
                                        </p:tgtEl>
                                        <p:attrNameLst>
                                          <p:attrName>style.visibility</p:attrName>
                                        </p:attrNameLst>
                                      </p:cBhvr>
                                      <p:to>
                                        <p:strVal val="visible"/>
                                      </p:to>
                                    </p:set>
                                    <p:animEffect transition="in" filter="blinds(horizontal)">
                                      <p:cBhvr>
                                        <p:cTn id="23" dur="500"/>
                                        <p:tgtEl>
                                          <p:spTgt spid="158725">
                                            <p:txEl>
                                              <p:pRg st="0" end="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58725">
                                            <p:txEl>
                                              <p:pRg st="1" end="1"/>
                                            </p:txEl>
                                          </p:spTgt>
                                        </p:tgtEl>
                                        <p:attrNameLst>
                                          <p:attrName>style.visibility</p:attrName>
                                        </p:attrNameLst>
                                      </p:cBhvr>
                                      <p:to>
                                        <p:strVal val="visible"/>
                                      </p:to>
                                    </p:set>
                                    <p:animEffect transition="in" filter="blinds(horizontal)">
                                      <p:cBhvr>
                                        <p:cTn id="26" dur="500"/>
                                        <p:tgtEl>
                                          <p:spTgt spid="15872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8725">
                                            <p:txEl>
                                              <p:pRg st="2" end="2"/>
                                            </p:txEl>
                                          </p:spTgt>
                                        </p:tgtEl>
                                        <p:attrNameLst>
                                          <p:attrName>style.visibility</p:attrName>
                                        </p:attrNameLst>
                                      </p:cBhvr>
                                      <p:to>
                                        <p:strVal val="visible"/>
                                      </p:to>
                                    </p:set>
                                    <p:animEffect transition="in" filter="blinds(horizontal)">
                                      <p:cBhvr>
                                        <p:cTn id="31" dur="500"/>
                                        <p:tgtEl>
                                          <p:spTgt spid="158725">
                                            <p:txEl>
                                              <p:pRg st="2" end="2"/>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58725">
                                            <p:txEl>
                                              <p:pRg st="3" end="3"/>
                                            </p:txEl>
                                          </p:spTgt>
                                        </p:tgtEl>
                                        <p:attrNameLst>
                                          <p:attrName>style.visibility</p:attrName>
                                        </p:attrNameLst>
                                      </p:cBhvr>
                                      <p:to>
                                        <p:strVal val="visible"/>
                                      </p:to>
                                    </p:set>
                                    <p:animEffect transition="in" filter="blinds(horizontal)">
                                      <p:cBhvr>
                                        <p:cTn id="34" dur="500"/>
                                        <p:tgtEl>
                                          <p:spTgt spid="1587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Text Box 23"/>
          <p:cNvSpPr txBox="1"/>
          <p:nvPr/>
        </p:nvSpPr>
        <p:spPr>
          <a:xfrm>
            <a:off x="574675" y="3711575"/>
            <a:ext cx="85344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4</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a:solidFill>
                  <a:srgbClr val="FF0000"/>
                </a:solidFill>
                <a:latin typeface="黑体" panose="02010609060101010101" pitchFamily="2" charset="-122"/>
                <a:ea typeface="黑体" panose="02010609060101010101" pitchFamily="2" charset="-122"/>
              </a:rPr>
              <a:t>)</a:t>
            </a:r>
            <a:r>
              <a:rPr lang="en-US" altLang="zh-CN" b="1" baseline="-25000">
                <a:solidFill>
                  <a:srgbClr val="FF0000"/>
                </a:solidFill>
                <a:latin typeface="黑体" panose="02010609060101010101" pitchFamily="2" charset="-122"/>
                <a:ea typeface="黑体" panose="02010609060101010101" pitchFamily="2" charset="-122"/>
              </a:rPr>
              <a:t>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4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均为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47" name="Text Box 10"/>
          <p:cNvSpPr txBox="1"/>
          <p:nvPr/>
        </p:nvSpPr>
        <p:spPr>
          <a:xfrm>
            <a:off x="469900" y="1351598"/>
            <a:ext cx="8610600" cy="306705"/>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1</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最低位根据时钟信号的到来进行</a:t>
            </a:r>
            <a:r>
              <a:rPr lang="zh-CN" altLang="en-US" b="1" dirty="0">
                <a:solidFill>
                  <a:schemeClr val="tx1"/>
                </a:solidFill>
                <a:latin typeface="华文新魏" panose="02010800040101010101" pitchFamily="2" charset="-122"/>
                <a:ea typeface="华文新魏" panose="02010800040101010101" pitchFamily="2" charset="-122"/>
                <a:sym typeface="+mn-ea"/>
              </a:rPr>
              <a:t>减 </a:t>
            </a:r>
            <a:r>
              <a:rPr lang="en-US" altLang="zh-CN" b="1">
                <a:solidFill>
                  <a:schemeClr val="tx1"/>
                </a:solidFill>
                <a:latin typeface="华文新魏" panose="02010800040101010101" pitchFamily="2" charset="-122"/>
                <a:ea typeface="华文新魏" panose="02010800040101010101" pitchFamily="2" charset="-122"/>
                <a:sym typeface="+mn-ea"/>
              </a:rPr>
              <a:t>1 </a:t>
            </a:r>
            <a:r>
              <a:rPr lang="zh-CN" altLang="en-US" b="1" dirty="0">
                <a:solidFill>
                  <a:schemeClr val="tx1"/>
                </a:solidFill>
                <a:latin typeface="华文新魏" panose="02010800040101010101" pitchFamily="2" charset="-122"/>
                <a:ea typeface="华文新魏" panose="02010800040101010101" pitchFamily="2" charset="-122"/>
                <a:sym typeface="+mn-ea"/>
              </a:rPr>
              <a:t>计数。</a:t>
            </a:r>
            <a:endParaRPr lang="zh-CN" altLang="en-US" b="1" baseline="-25000" dirty="0">
              <a:solidFill>
                <a:schemeClr val="tx1"/>
              </a:solidFill>
              <a:latin typeface="华文新魏" panose="02010800040101010101" pitchFamily="2" charset="-122"/>
              <a:ea typeface="华文新魏" panose="02010800040101010101" pitchFamily="2" charset="-122"/>
            </a:endParaRPr>
          </a:p>
        </p:txBody>
      </p:sp>
      <p:sp>
        <p:nvSpPr>
          <p:cNvPr id="159748" name="Line 5"/>
          <p:cNvSpPr/>
          <p:nvPr/>
        </p:nvSpPr>
        <p:spPr>
          <a:xfrm flipH="1">
            <a:off x="6451600" y="736600"/>
            <a:ext cx="204788" cy="0"/>
          </a:xfrm>
          <a:prstGeom prst="line">
            <a:avLst/>
          </a:prstGeom>
          <a:ln w="9525">
            <a:noFill/>
          </a:ln>
        </p:spPr>
      </p:sp>
      <p:sp>
        <p:nvSpPr>
          <p:cNvPr id="159749" name="Line 6"/>
          <p:cNvSpPr/>
          <p:nvPr/>
        </p:nvSpPr>
        <p:spPr>
          <a:xfrm flipH="1">
            <a:off x="6461125" y="1589088"/>
            <a:ext cx="204788" cy="0"/>
          </a:xfrm>
          <a:prstGeom prst="line">
            <a:avLst/>
          </a:prstGeom>
          <a:ln w="9525">
            <a:noFill/>
          </a:ln>
        </p:spPr>
      </p:sp>
      <p:sp>
        <p:nvSpPr>
          <p:cNvPr id="159750" name="Line 7"/>
          <p:cNvSpPr/>
          <p:nvPr/>
        </p:nvSpPr>
        <p:spPr>
          <a:xfrm flipH="1">
            <a:off x="6470650" y="2833688"/>
            <a:ext cx="204788" cy="0"/>
          </a:xfrm>
          <a:prstGeom prst="line">
            <a:avLst/>
          </a:prstGeom>
          <a:ln w="9525">
            <a:noFill/>
          </a:ln>
        </p:spPr>
      </p:sp>
      <p:sp>
        <p:nvSpPr>
          <p:cNvPr id="159751" name="Line 8"/>
          <p:cNvSpPr/>
          <p:nvPr/>
        </p:nvSpPr>
        <p:spPr>
          <a:xfrm flipH="1">
            <a:off x="6470650" y="4189413"/>
            <a:ext cx="204788" cy="0"/>
          </a:xfrm>
          <a:prstGeom prst="line">
            <a:avLst/>
          </a:prstGeom>
          <a:ln w="9525">
            <a:noFill/>
          </a:ln>
        </p:spPr>
      </p:sp>
      <p:sp>
        <p:nvSpPr>
          <p:cNvPr id="159752" name="Line 9"/>
          <p:cNvSpPr/>
          <p:nvPr/>
        </p:nvSpPr>
        <p:spPr>
          <a:xfrm>
            <a:off x="6665913" y="1019175"/>
            <a:ext cx="0" cy="869950"/>
          </a:xfrm>
          <a:prstGeom prst="line">
            <a:avLst/>
          </a:prstGeom>
          <a:ln w="9525">
            <a:noFill/>
          </a:ln>
        </p:spPr>
      </p:sp>
      <p:sp>
        <p:nvSpPr>
          <p:cNvPr id="159753" name="Rectangle 2"/>
          <p:cNvSpPr>
            <a:spLocks noGrp="1"/>
          </p:cNvSpPr>
          <p:nvPr>
            <p:ph type="title"/>
          </p:nvPr>
        </p:nvSpPr>
        <p:spPr>
          <a:xfrm>
            <a:off x="431800" y="771525"/>
            <a:ext cx="8567420" cy="365125"/>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例</a:t>
            </a:r>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触发器组成的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a:t>
            </a:r>
            <a:r>
              <a:rPr lang="zh-CN" altLang="en-US" sz="2000" b="1" dirty="0">
                <a:solidFill>
                  <a:srgbClr val="FF0000"/>
                </a:solidFill>
                <a:latin typeface="华文新魏" panose="02010800040101010101" pitchFamily="2" charset="-122"/>
                <a:ea typeface="华文新魏" panose="02010800040101010101" pitchFamily="2" charset="-122"/>
              </a:rPr>
              <a:t>同步</a:t>
            </a:r>
            <a:r>
              <a:rPr lang="zh-CN" altLang="en-US" sz="2000" b="1" dirty="0">
                <a:latin typeface="华文新魏" panose="02010800040101010101" pitchFamily="2" charset="-122"/>
                <a:ea typeface="华文新魏" panose="02010800040101010101" pitchFamily="2" charset="-122"/>
              </a:rPr>
              <a:t>二进制减</a:t>
            </a:r>
            <a:r>
              <a:rPr lang="en-US" altLang="zh-CN" sz="2000" b="1">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计数器。按照“</a:t>
            </a:r>
            <a:r>
              <a:rPr lang="zh-CN" altLang="en-US" sz="2000" b="1" dirty="0">
                <a:solidFill>
                  <a:srgbClr val="FF0000"/>
                </a:solidFill>
                <a:latin typeface="华文新魏" panose="02010800040101010101" pitchFamily="2" charset="-122"/>
                <a:ea typeface="华文新魏" panose="02010800040101010101" pitchFamily="2" charset="-122"/>
              </a:rPr>
              <a:t>借位</a:t>
            </a:r>
            <a:r>
              <a:rPr lang="zh-CN" altLang="en-US" sz="2000" b="1" dirty="0">
                <a:latin typeface="华文新魏" panose="02010800040101010101" pitchFamily="2" charset="-122"/>
                <a:ea typeface="华文新魏" panose="02010800040101010101" pitchFamily="2" charset="-122"/>
              </a:rPr>
              <a:t>”的概念：</a:t>
            </a:r>
            <a:endParaRPr lang="zh-CN" altLang="en-US" sz="2000" b="1" dirty="0">
              <a:latin typeface="华文新魏" panose="02010800040101010101" pitchFamily="2" charset="-122"/>
              <a:ea typeface="华文新魏" panose="02010800040101010101" pitchFamily="2" charset="-122"/>
            </a:endParaRPr>
          </a:p>
        </p:txBody>
      </p:sp>
      <p:sp>
        <p:nvSpPr>
          <p:cNvPr id="159754" name="Text Box 11"/>
          <p:cNvSpPr txBox="1"/>
          <p:nvPr/>
        </p:nvSpPr>
        <p:spPr>
          <a:xfrm>
            <a:off x="561975" y="2043113"/>
            <a:ext cx="80772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1</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0</a:t>
            </a:r>
            <a:r>
              <a:rPr lang="zh-CN" altLang="en-US" b="1" dirty="0">
                <a:solidFill>
                  <a:schemeClr val="tx1"/>
                </a:solidFill>
                <a:latin typeface="华文新魏" panose="02010800040101010101" pitchFamily="2" charset="-122"/>
                <a:ea typeface="华文新魏" panose="02010800040101010101" pitchFamily="2" charset="-122"/>
              </a:rPr>
              <a:t>时</a:t>
            </a:r>
            <a:r>
              <a:rPr lang="zh-CN" altLang="en-US" b="1" dirty="0">
                <a:solidFill>
                  <a:schemeClr val="tx1"/>
                </a:solidFill>
                <a:latin typeface="黑体" panose="02010609060101010101" pitchFamily="2" charset="-122"/>
                <a:ea typeface="黑体" panose="02010609060101010101" pitchFamily="2" charset="-122"/>
              </a:rPr>
              <a:t>，</a:t>
            </a:r>
            <a:endParaRPr lang="zh-CN" altLang="en-US" b="1" dirty="0">
              <a:solidFill>
                <a:schemeClr val="tx1"/>
              </a:solidFill>
              <a:latin typeface="黑体" panose="02010609060101010101" pitchFamily="2" charset="-122"/>
              <a:ea typeface="黑体" panose="0201060906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55" name="Text Box 13"/>
          <p:cNvSpPr txBox="1"/>
          <p:nvPr/>
        </p:nvSpPr>
        <p:spPr>
          <a:xfrm>
            <a:off x="541338" y="2935288"/>
            <a:ext cx="8458200" cy="675640"/>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baseline="30000">
                <a:solidFill>
                  <a:srgbClr val="FF0000"/>
                </a:solidFill>
                <a:latin typeface="黑体" panose="02010609060101010101" pitchFamily="2" charset="-122"/>
                <a:ea typeface="黑体" panose="02010609060101010101" pitchFamily="2" charset="-122"/>
              </a:rPr>
              <a:t>n+1</a:t>
            </a:r>
            <a:r>
              <a:rPr lang="en-US" altLang="zh-CN" b="1">
                <a:solidFill>
                  <a:srgbClr val="FF0000"/>
                </a:solidFill>
                <a:latin typeface="黑体" panose="02010609060101010101" pitchFamily="2" charset="-122"/>
                <a:ea typeface="黑体" panose="02010609060101010101" pitchFamily="2" charset="-122"/>
              </a:rPr>
              <a:t>= (Q</a:t>
            </a:r>
            <a:r>
              <a:rPr lang="en-US" altLang="zh-CN" b="1" baseline="-25000">
                <a:solidFill>
                  <a:srgbClr val="FF0000"/>
                </a:solidFill>
                <a:latin typeface="黑体" panose="02010609060101010101" pitchFamily="2" charset="-122"/>
                <a:ea typeface="黑体" panose="02010609060101010101" pitchFamily="2" charset="-122"/>
              </a:rPr>
              <a:t>2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 </a:t>
            </a:r>
            <a:r>
              <a:rPr lang="en-US" altLang="zh-CN" b="1">
                <a:solidFill>
                  <a:srgbClr val="FF0000"/>
                </a:solidFill>
                <a:latin typeface="黑体" panose="02010609060101010101" pitchFamily="2" charset="-122"/>
                <a:ea typeface="黑体" panose="02010609060101010101" pitchFamily="2" charset="-122"/>
              </a:rPr>
              <a:t>)</a:t>
            </a:r>
            <a:r>
              <a:rPr lang="en-US" altLang="zh-CN" b="1" baseline="-25000">
                <a:solidFill>
                  <a:srgbClr val="FF0000"/>
                </a:solidFill>
                <a:latin typeface="黑体" panose="02010609060101010101" pitchFamily="2" charset="-122"/>
                <a:ea typeface="黑体" panose="02010609060101010101" pitchFamily="2" charset="-122"/>
              </a:rPr>
              <a:t> </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3 </a:t>
            </a:r>
            <a:r>
              <a:rPr lang="en-US" altLang="zh-CN" b="1" baseline="-2500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黑体" panose="02010609060101010101" pitchFamily="2" charset="-122"/>
                <a:ea typeface="黑体" panose="0201060906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低位向本位借位→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sp>
        <p:nvSpPr>
          <p:cNvPr id="159756" name="Line 9"/>
          <p:cNvSpPr/>
          <p:nvPr/>
        </p:nvSpPr>
        <p:spPr>
          <a:xfrm>
            <a:off x="1503363" y="1337310"/>
            <a:ext cx="228600" cy="0"/>
          </a:xfrm>
          <a:prstGeom prst="line">
            <a:avLst/>
          </a:prstGeom>
          <a:ln w="19050" cap="flat" cmpd="sng">
            <a:solidFill>
              <a:srgbClr val="FF0000"/>
            </a:solidFill>
            <a:prstDash val="solid"/>
            <a:headEnd type="none" w="med" len="med"/>
            <a:tailEnd type="none" w="med" len="med"/>
          </a:ln>
        </p:spPr>
      </p:sp>
      <p:sp>
        <p:nvSpPr>
          <p:cNvPr id="159757" name="Line 9"/>
          <p:cNvSpPr/>
          <p:nvPr/>
        </p:nvSpPr>
        <p:spPr>
          <a:xfrm>
            <a:off x="1477963" y="2016125"/>
            <a:ext cx="228600" cy="0"/>
          </a:xfrm>
          <a:prstGeom prst="line">
            <a:avLst/>
          </a:prstGeom>
          <a:ln w="19050" cap="flat" cmpd="sng">
            <a:solidFill>
              <a:srgbClr val="FF0000"/>
            </a:solidFill>
            <a:prstDash val="solid"/>
            <a:headEnd type="none" w="med" len="med"/>
            <a:tailEnd type="none" w="med" len="med"/>
          </a:ln>
        </p:spPr>
      </p:sp>
      <p:sp>
        <p:nvSpPr>
          <p:cNvPr id="159758" name="Line 9"/>
          <p:cNvSpPr/>
          <p:nvPr/>
        </p:nvSpPr>
        <p:spPr>
          <a:xfrm>
            <a:off x="1465263" y="2887663"/>
            <a:ext cx="228600" cy="0"/>
          </a:xfrm>
          <a:prstGeom prst="line">
            <a:avLst/>
          </a:prstGeom>
          <a:ln w="19050" cap="flat" cmpd="sng">
            <a:solidFill>
              <a:srgbClr val="FF0000"/>
            </a:solidFill>
            <a:prstDash val="solid"/>
            <a:headEnd type="none" w="med" len="med"/>
            <a:tailEnd type="none" w="med" len="med"/>
          </a:ln>
        </p:spPr>
      </p:sp>
      <p:sp>
        <p:nvSpPr>
          <p:cNvPr id="159759" name="Line 9"/>
          <p:cNvSpPr/>
          <p:nvPr/>
        </p:nvSpPr>
        <p:spPr>
          <a:xfrm>
            <a:off x="1751013" y="2887663"/>
            <a:ext cx="228600" cy="0"/>
          </a:xfrm>
          <a:prstGeom prst="line">
            <a:avLst/>
          </a:prstGeom>
          <a:ln w="19050" cap="flat" cmpd="sng">
            <a:solidFill>
              <a:srgbClr val="FF0000"/>
            </a:solidFill>
            <a:prstDash val="solid"/>
            <a:headEnd type="none" w="med" len="med"/>
            <a:tailEnd type="none" w="med" len="med"/>
          </a:ln>
        </p:spPr>
      </p:sp>
      <p:sp>
        <p:nvSpPr>
          <p:cNvPr id="159760" name="Line 9"/>
          <p:cNvSpPr/>
          <p:nvPr/>
        </p:nvSpPr>
        <p:spPr>
          <a:xfrm>
            <a:off x="1479550" y="3665538"/>
            <a:ext cx="228600" cy="0"/>
          </a:xfrm>
          <a:prstGeom prst="line">
            <a:avLst/>
          </a:prstGeom>
          <a:ln w="19050" cap="flat" cmpd="sng">
            <a:solidFill>
              <a:srgbClr val="FF0000"/>
            </a:solidFill>
            <a:prstDash val="solid"/>
            <a:headEnd type="none" w="med" len="med"/>
            <a:tailEnd type="none" w="med" len="med"/>
          </a:ln>
        </p:spPr>
      </p:sp>
      <p:sp>
        <p:nvSpPr>
          <p:cNvPr id="159761" name="Line 9"/>
          <p:cNvSpPr/>
          <p:nvPr/>
        </p:nvSpPr>
        <p:spPr>
          <a:xfrm>
            <a:off x="1962150" y="3665538"/>
            <a:ext cx="228600" cy="0"/>
          </a:xfrm>
          <a:prstGeom prst="line">
            <a:avLst/>
          </a:prstGeom>
          <a:ln w="19050" cap="flat" cmpd="sng">
            <a:solidFill>
              <a:srgbClr val="FF0000"/>
            </a:solidFill>
            <a:prstDash val="solid"/>
            <a:headEnd type="none" w="med" len="med"/>
            <a:tailEnd type="none" w="med" len="med"/>
          </a:ln>
        </p:spPr>
      </p:sp>
      <p:sp>
        <p:nvSpPr>
          <p:cNvPr id="159762" name="Line 9"/>
          <p:cNvSpPr/>
          <p:nvPr/>
        </p:nvSpPr>
        <p:spPr>
          <a:xfrm>
            <a:off x="2411413" y="3665538"/>
            <a:ext cx="228600" cy="0"/>
          </a:xfrm>
          <a:prstGeom prst="line">
            <a:avLst/>
          </a:prstGeom>
          <a:ln w="19050" cap="flat" cmpd="sng">
            <a:solidFill>
              <a:srgbClr val="FF0000"/>
            </a:solidFill>
            <a:prstDash val="solid"/>
            <a:headEnd type="none" w="med" len="med"/>
            <a:tailEnd type="none" w="med" len="med"/>
          </a:ln>
        </p:spPr>
      </p:sp>
      <p:sp>
        <p:nvSpPr>
          <p:cNvPr id="159763" name="Line 9"/>
          <p:cNvSpPr/>
          <p:nvPr/>
        </p:nvSpPr>
        <p:spPr>
          <a:xfrm>
            <a:off x="6791325" y="2370138"/>
            <a:ext cx="228600" cy="0"/>
          </a:xfrm>
          <a:prstGeom prst="line">
            <a:avLst/>
          </a:prstGeom>
          <a:ln w="19050" cap="flat" cmpd="sng">
            <a:solidFill>
              <a:srgbClr val="FF0000"/>
            </a:solidFill>
            <a:prstDash val="solid"/>
            <a:headEnd type="none" w="med" len="med"/>
            <a:tailEnd type="none" w="med" len="med"/>
          </a:ln>
        </p:spPr>
      </p:sp>
      <p:sp>
        <p:nvSpPr>
          <p:cNvPr id="159764" name="Line 9"/>
          <p:cNvSpPr/>
          <p:nvPr/>
        </p:nvSpPr>
        <p:spPr>
          <a:xfrm>
            <a:off x="6763385" y="3260725"/>
            <a:ext cx="228600" cy="0"/>
          </a:xfrm>
          <a:prstGeom prst="line">
            <a:avLst/>
          </a:prstGeom>
          <a:ln w="19050" cap="flat" cmpd="sng">
            <a:solidFill>
              <a:srgbClr val="FF0000"/>
            </a:solidFill>
            <a:prstDash val="solid"/>
            <a:headEnd type="none" w="med" len="med"/>
            <a:tailEnd type="none" w="med" len="med"/>
          </a:ln>
        </p:spPr>
      </p:sp>
      <p:sp>
        <p:nvSpPr>
          <p:cNvPr id="159765" name="Line 9"/>
          <p:cNvSpPr/>
          <p:nvPr/>
        </p:nvSpPr>
        <p:spPr>
          <a:xfrm>
            <a:off x="6788785" y="4035425"/>
            <a:ext cx="228600" cy="0"/>
          </a:xfrm>
          <a:prstGeom prst="line">
            <a:avLst/>
          </a:prstGeom>
          <a:ln w="19050" cap="flat" cmpd="sng">
            <a:solidFill>
              <a:srgbClr val="FF0000"/>
            </a:solidFill>
            <a:prstDash val="solid"/>
            <a:headEnd type="none" w="med" len="med"/>
            <a:tailEnd type="none" w="med" len="me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Line 163"/>
          <p:cNvSpPr>
            <a:spLocks noChangeShapeType="1"/>
          </p:cNvSpPr>
          <p:nvPr/>
        </p:nvSpPr>
        <p:spPr bwMode="auto">
          <a:xfrm>
            <a:off x="8880475" y="506413"/>
            <a:ext cx="228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0772" name="Rectangle 160"/>
          <p:cNvSpPr txBox="1"/>
          <p:nvPr/>
        </p:nvSpPr>
        <p:spPr>
          <a:xfrm>
            <a:off x="896938" y="525463"/>
            <a:ext cx="6915150" cy="685800"/>
          </a:xfrm>
          <a:prstGeom prst="rect">
            <a:avLst/>
          </a:prstGeom>
          <a:noFill/>
          <a:ln w="9525">
            <a:noFill/>
          </a:ln>
        </p:spPr>
        <p:txBody>
          <a:bodyPr/>
          <a:p>
            <a:pPr defTabSz="685800" eaLnBrk="1" hangingPunct="1">
              <a:lnSpc>
                <a:spcPct val="90000"/>
              </a:lnSpc>
            </a:pPr>
            <a:r>
              <a:rPr lang="zh-CN" altLang="en-US" b="1" dirty="0">
                <a:solidFill>
                  <a:schemeClr val="tx1"/>
                </a:solidFill>
                <a:latin typeface="华文新魏" panose="02010800040101010101" pitchFamily="2" charset="-122"/>
                <a:ea typeface="华文新魏" panose="02010800040101010101" pitchFamily="2" charset="-122"/>
              </a:rPr>
              <a:t>例</a:t>
            </a:r>
            <a:r>
              <a:rPr lang="en-US" altLang="zh-CN" b="1">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用 </a:t>
            </a:r>
            <a:r>
              <a:rPr lang="en-US" altLang="zh-CN" b="1">
                <a:solidFill>
                  <a:schemeClr val="tx1"/>
                </a:solidFill>
                <a:latin typeface="华文新魏" panose="02010800040101010101" pitchFamily="2" charset="-122"/>
                <a:ea typeface="华文新魏" panose="02010800040101010101" pitchFamily="2" charset="-122"/>
              </a:rPr>
              <a:t>JK</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T </a:t>
            </a:r>
            <a:r>
              <a:rPr lang="zh-CN" altLang="en-US" b="1" dirty="0">
                <a:solidFill>
                  <a:schemeClr val="tx1"/>
                </a:solidFill>
                <a:latin typeface="华文新魏" panose="02010800040101010101" pitchFamily="2" charset="-122"/>
                <a:ea typeface="华文新魏" panose="02010800040101010101" pitchFamily="2" charset="-122"/>
              </a:rPr>
              <a:t>触发器组成的 </a:t>
            </a:r>
            <a:r>
              <a:rPr lang="en-US" altLang="zh-CN" b="1">
                <a:solidFill>
                  <a:schemeClr val="tx1"/>
                </a:solidFill>
                <a:latin typeface="华文新魏" panose="02010800040101010101" pitchFamily="2" charset="-122"/>
                <a:ea typeface="华文新魏" panose="02010800040101010101" pitchFamily="2" charset="-122"/>
              </a:rPr>
              <a:t>4 </a:t>
            </a:r>
            <a:r>
              <a:rPr lang="zh-CN" altLang="en-US" b="1" dirty="0">
                <a:solidFill>
                  <a:schemeClr val="tx1"/>
                </a:solidFill>
                <a:latin typeface="华文新魏" panose="02010800040101010101" pitchFamily="2" charset="-122"/>
                <a:ea typeface="华文新魏" panose="02010800040101010101" pitchFamily="2" charset="-122"/>
              </a:rPr>
              <a:t>位二进制减 </a:t>
            </a:r>
            <a:r>
              <a:rPr lang="en-US" altLang="zh-CN" b="1">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计数器。按照“借位”的概念，同理推出</a:t>
            </a:r>
            <a:r>
              <a:rPr lang="en-US" altLang="zh-CN" b="1">
                <a:solidFill>
                  <a:schemeClr val="tx1"/>
                </a:solidFill>
                <a:latin typeface="华文新魏" panose="02010800040101010101" pitchFamily="2" charset="-122"/>
                <a:ea typeface="华文新魏" panose="02010800040101010101" pitchFamily="2" charset="-122"/>
              </a:rPr>
              <a:t>JK </a:t>
            </a:r>
            <a:r>
              <a:rPr lang="zh-CN" altLang="en-US" b="1" dirty="0">
                <a:solidFill>
                  <a:schemeClr val="tx1"/>
                </a:solidFill>
                <a:latin typeface="华文新魏" panose="02010800040101010101" pitchFamily="2" charset="-122"/>
                <a:ea typeface="华文新魏" panose="02010800040101010101" pitchFamily="2" charset="-122"/>
              </a:rPr>
              <a:t>触发器的连接规律：</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0774" name="Rectangle 3"/>
          <p:cNvSpPr/>
          <p:nvPr/>
        </p:nvSpPr>
        <p:spPr>
          <a:xfrm>
            <a:off x="8027988" y="627063"/>
            <a:ext cx="647700" cy="51435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stStyle>
          <a:p>
            <a:pPr lvl="0" eaLnBrk="1" hangingPunct="1"/>
            <a:r>
              <a:rPr lang="zh-CN" altLang="en-US" sz="2000" b="1" dirty="0">
                <a:solidFill>
                  <a:srgbClr val="FF0000"/>
                </a:solidFill>
                <a:latin typeface="华文新魏" panose="02010800040101010101" pitchFamily="2" charset="-122"/>
                <a:ea typeface="华文新魏" panose="02010800040101010101" pitchFamily="2" charset="-122"/>
              </a:rPr>
              <a:t>同学们可以自行补充相应的电路图</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nvPicPr>
        <p:blipFill>
          <a:blip r:embed="rId1"/>
          <a:stretch>
            <a:fillRect/>
          </a:stretch>
        </p:blipFill>
        <p:spPr>
          <a:xfrm>
            <a:off x="1475740" y="1211580"/>
            <a:ext cx="4838700" cy="615950"/>
          </a:xfrm>
          <a:prstGeom prst="rect">
            <a:avLst/>
          </a:prstGeom>
        </p:spPr>
      </p:pic>
      <p:pic>
        <p:nvPicPr>
          <p:cNvPr id="5" name="图片 4"/>
          <p:cNvPicPr>
            <a:picLocks noChangeAspect="1"/>
          </p:cNvPicPr>
          <p:nvPr/>
        </p:nvPicPr>
        <p:blipFill>
          <a:blip r:embed="rId2"/>
          <a:stretch>
            <a:fillRect/>
          </a:stretch>
        </p:blipFill>
        <p:spPr>
          <a:xfrm>
            <a:off x="1440180" y="3024505"/>
            <a:ext cx="4972050" cy="673100"/>
          </a:xfrm>
          <a:prstGeom prst="rect">
            <a:avLst/>
          </a:prstGeom>
        </p:spPr>
      </p:pic>
      <p:pic>
        <p:nvPicPr>
          <p:cNvPr id="8" name="图片 7"/>
          <p:cNvPicPr>
            <a:picLocks noChangeAspect="1"/>
          </p:cNvPicPr>
          <p:nvPr/>
        </p:nvPicPr>
        <p:blipFill>
          <a:blip r:embed="rId3"/>
          <a:stretch>
            <a:fillRect/>
          </a:stretch>
        </p:blipFill>
        <p:spPr>
          <a:xfrm>
            <a:off x="1430020" y="3756660"/>
            <a:ext cx="5422900" cy="787400"/>
          </a:xfrm>
          <a:prstGeom prst="rect">
            <a:avLst/>
          </a:prstGeom>
        </p:spPr>
      </p:pic>
      <p:pic>
        <p:nvPicPr>
          <p:cNvPr id="9" name="图片 8"/>
          <p:cNvPicPr>
            <a:picLocks noChangeAspect="1"/>
          </p:cNvPicPr>
          <p:nvPr/>
        </p:nvPicPr>
        <p:blipFill>
          <a:blip r:embed="rId4"/>
          <a:stretch>
            <a:fillRect/>
          </a:stretch>
        </p:blipFill>
        <p:spPr>
          <a:xfrm>
            <a:off x="3420745" y="4491990"/>
            <a:ext cx="1073150" cy="298450"/>
          </a:xfrm>
          <a:prstGeom prst="rect">
            <a:avLst/>
          </a:prstGeom>
        </p:spPr>
      </p:pic>
      <p:pic>
        <p:nvPicPr>
          <p:cNvPr id="10" name="图片 9"/>
          <p:cNvPicPr>
            <a:picLocks noChangeAspect="1"/>
          </p:cNvPicPr>
          <p:nvPr/>
        </p:nvPicPr>
        <p:blipFill>
          <a:blip r:embed="rId3"/>
          <a:stretch>
            <a:fillRect/>
          </a:stretch>
        </p:blipFill>
        <p:spPr>
          <a:xfrm>
            <a:off x="1475740" y="1923415"/>
            <a:ext cx="5422900" cy="78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4" grpId="0"/>
      <p:bldP spid="16077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3"/>
          <p:cNvSpPr>
            <a:spLocks noGrp="1"/>
          </p:cNvSpPr>
          <p:nvPr>
            <p:ph type="title"/>
          </p:nvPr>
        </p:nvSpPr>
        <p:spPr>
          <a:xfrm>
            <a:off x="381000" y="860425"/>
            <a:ext cx="1752600" cy="514350"/>
          </a:xfrm>
          <a:prstGeom prst="rect">
            <a:avLst/>
          </a:prstGeom>
          <a:noFill/>
          <a:ln w="9525">
            <a:noFill/>
          </a:ln>
        </p:spPr>
        <p:txBody>
          <a:bodyPr/>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电路图：</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61795" name="Text Box 102"/>
          <p:cNvSpPr txBox="1"/>
          <p:nvPr/>
        </p:nvSpPr>
        <p:spPr>
          <a:xfrm>
            <a:off x="3109913" y="379413"/>
            <a:ext cx="30162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61796" name="AutoShape 103"/>
          <p:cNvSpPr/>
          <p:nvPr/>
        </p:nvSpPr>
        <p:spPr>
          <a:xfrm>
            <a:off x="4406900" y="488950"/>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797" name="Text Box 104"/>
          <p:cNvSpPr txBox="1"/>
          <p:nvPr/>
        </p:nvSpPr>
        <p:spPr>
          <a:xfrm>
            <a:off x="4379913" y="463550"/>
            <a:ext cx="404812"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798" name="Text Box 105"/>
          <p:cNvSpPr txBox="1"/>
          <p:nvPr/>
        </p:nvSpPr>
        <p:spPr>
          <a:xfrm>
            <a:off x="4422775" y="760413"/>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799" name="Text Box 106"/>
          <p:cNvSpPr txBox="1"/>
          <p:nvPr/>
        </p:nvSpPr>
        <p:spPr>
          <a:xfrm>
            <a:off x="4773613" y="4667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0" name="Text Box 107"/>
          <p:cNvSpPr txBox="1"/>
          <p:nvPr/>
        </p:nvSpPr>
        <p:spPr>
          <a:xfrm>
            <a:off x="4778375" y="9874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1" name="Line 108"/>
          <p:cNvSpPr/>
          <p:nvPr/>
        </p:nvSpPr>
        <p:spPr>
          <a:xfrm flipH="1" flipV="1">
            <a:off x="2574925" y="875665"/>
            <a:ext cx="1831975" cy="9525"/>
          </a:xfrm>
          <a:prstGeom prst="line">
            <a:avLst/>
          </a:prstGeom>
          <a:ln w="28575" cap="flat" cmpd="sng">
            <a:solidFill>
              <a:srgbClr val="FF0000"/>
            </a:solidFill>
            <a:prstDash val="solid"/>
            <a:headEnd type="none" w="med" len="med"/>
            <a:tailEnd type="none" w="med" len="med"/>
          </a:ln>
        </p:spPr>
      </p:sp>
      <p:sp>
        <p:nvSpPr>
          <p:cNvPr id="161802" name="Line 109"/>
          <p:cNvSpPr/>
          <p:nvPr/>
        </p:nvSpPr>
        <p:spPr>
          <a:xfrm flipH="1" flipV="1">
            <a:off x="3345180" y="593090"/>
            <a:ext cx="1065530" cy="15240"/>
          </a:xfrm>
          <a:prstGeom prst="line">
            <a:avLst/>
          </a:prstGeom>
          <a:ln w="28575" cap="flat" cmpd="sng">
            <a:solidFill>
              <a:schemeClr val="tx1"/>
            </a:solidFill>
            <a:prstDash val="solid"/>
            <a:headEnd type="none" w="med" len="med"/>
            <a:tailEnd type="none" w="med" len="med"/>
          </a:ln>
        </p:spPr>
      </p:sp>
      <p:sp>
        <p:nvSpPr>
          <p:cNvPr id="161803" name="Line 111"/>
          <p:cNvSpPr/>
          <p:nvPr/>
        </p:nvSpPr>
        <p:spPr>
          <a:xfrm flipH="1">
            <a:off x="5105400" y="588963"/>
            <a:ext cx="792163" cy="0"/>
          </a:xfrm>
          <a:prstGeom prst="line">
            <a:avLst/>
          </a:prstGeom>
          <a:ln w="28575" cap="flat" cmpd="sng">
            <a:solidFill>
              <a:schemeClr val="tx1"/>
            </a:solidFill>
            <a:prstDash val="solid"/>
            <a:headEnd type="none" w="med" len="med"/>
            <a:tailEnd type="none" w="med" len="med"/>
          </a:ln>
        </p:spPr>
      </p:sp>
      <p:sp>
        <p:nvSpPr>
          <p:cNvPr id="161804" name="Line 112"/>
          <p:cNvSpPr/>
          <p:nvPr/>
        </p:nvSpPr>
        <p:spPr>
          <a:xfrm flipH="1">
            <a:off x="5194300" y="1149350"/>
            <a:ext cx="360363" cy="0"/>
          </a:xfrm>
          <a:prstGeom prst="line">
            <a:avLst/>
          </a:prstGeom>
          <a:ln w="28575" cap="flat" cmpd="sng">
            <a:solidFill>
              <a:schemeClr val="tx1"/>
            </a:solidFill>
            <a:prstDash val="solid"/>
            <a:headEnd type="none" w="med" len="med"/>
            <a:tailEnd type="none" w="med" len="med"/>
          </a:ln>
        </p:spPr>
      </p:sp>
      <p:sp>
        <p:nvSpPr>
          <p:cNvPr id="161805" name="AutoShape 113"/>
          <p:cNvSpPr/>
          <p:nvPr/>
        </p:nvSpPr>
        <p:spPr>
          <a:xfrm>
            <a:off x="4430713" y="1566863"/>
            <a:ext cx="685800" cy="800100"/>
          </a:xfrm>
          <a:prstGeom prst="flowChartProcess">
            <a:avLst/>
          </a:prstGeom>
          <a:solidFill>
            <a:schemeClr val="accent1"/>
          </a:solidFill>
          <a:ln w="25400" cap="flat" cmpd="sng">
            <a:solidFill>
              <a:srgbClr val="000000"/>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06" name="Text Box 114"/>
          <p:cNvSpPr txBox="1"/>
          <p:nvPr/>
        </p:nvSpPr>
        <p:spPr>
          <a:xfrm>
            <a:off x="4403725" y="1543050"/>
            <a:ext cx="404813"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07" name="Text Box 115"/>
          <p:cNvSpPr txBox="1"/>
          <p:nvPr/>
        </p:nvSpPr>
        <p:spPr>
          <a:xfrm>
            <a:off x="4446588" y="1838325"/>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08" name="Text Box 116"/>
          <p:cNvSpPr txBox="1"/>
          <p:nvPr/>
        </p:nvSpPr>
        <p:spPr>
          <a:xfrm>
            <a:off x="4797425" y="1546225"/>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09" name="Text Box 117"/>
          <p:cNvSpPr txBox="1"/>
          <p:nvPr/>
        </p:nvSpPr>
        <p:spPr>
          <a:xfrm>
            <a:off x="4824413" y="2014538"/>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0" name="Line 118"/>
          <p:cNvSpPr/>
          <p:nvPr/>
        </p:nvSpPr>
        <p:spPr>
          <a:xfrm flipH="1">
            <a:off x="3684905" y="1670050"/>
            <a:ext cx="737870" cy="4445"/>
          </a:xfrm>
          <a:prstGeom prst="line">
            <a:avLst/>
          </a:prstGeom>
          <a:ln w="28575" cap="flat" cmpd="sng">
            <a:solidFill>
              <a:schemeClr val="tx1"/>
            </a:solidFill>
            <a:prstDash val="solid"/>
            <a:headEnd type="none" w="med" len="med"/>
            <a:tailEnd type="none" w="med" len="med"/>
          </a:ln>
        </p:spPr>
      </p:sp>
      <p:sp>
        <p:nvSpPr>
          <p:cNvPr id="161811" name="Line 119"/>
          <p:cNvSpPr/>
          <p:nvPr/>
        </p:nvSpPr>
        <p:spPr>
          <a:xfrm flipH="1">
            <a:off x="5130800" y="1666875"/>
            <a:ext cx="792163" cy="0"/>
          </a:xfrm>
          <a:prstGeom prst="line">
            <a:avLst/>
          </a:prstGeom>
          <a:ln w="28575" cap="flat" cmpd="sng">
            <a:solidFill>
              <a:schemeClr val="tx1"/>
            </a:solidFill>
            <a:prstDash val="solid"/>
            <a:headEnd type="none" w="med" len="med"/>
            <a:tailEnd type="none" w="med" len="med"/>
          </a:ln>
        </p:spPr>
      </p:sp>
      <p:sp>
        <p:nvSpPr>
          <p:cNvPr id="161812" name="Line 120"/>
          <p:cNvSpPr/>
          <p:nvPr/>
        </p:nvSpPr>
        <p:spPr>
          <a:xfrm flipH="1">
            <a:off x="5226050" y="2228850"/>
            <a:ext cx="360363" cy="0"/>
          </a:xfrm>
          <a:prstGeom prst="line">
            <a:avLst/>
          </a:prstGeom>
          <a:ln w="28575" cap="flat" cmpd="sng">
            <a:solidFill>
              <a:schemeClr val="tx1"/>
            </a:solidFill>
            <a:prstDash val="solid"/>
            <a:headEnd type="none" w="med" len="med"/>
            <a:tailEnd type="none" w="med" len="med"/>
          </a:ln>
        </p:spPr>
      </p:sp>
      <p:sp>
        <p:nvSpPr>
          <p:cNvPr id="161813" name="AutoShape 121"/>
          <p:cNvSpPr/>
          <p:nvPr/>
        </p:nvSpPr>
        <p:spPr>
          <a:xfrm>
            <a:off x="4424363" y="2651125"/>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14" name="Text Box 122"/>
          <p:cNvSpPr txBox="1"/>
          <p:nvPr/>
        </p:nvSpPr>
        <p:spPr>
          <a:xfrm>
            <a:off x="4397375" y="2625725"/>
            <a:ext cx="404813"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15" name="Text Box 123"/>
          <p:cNvSpPr txBox="1"/>
          <p:nvPr/>
        </p:nvSpPr>
        <p:spPr>
          <a:xfrm>
            <a:off x="4440238" y="2922588"/>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16" name="Text Box 124"/>
          <p:cNvSpPr txBox="1"/>
          <p:nvPr/>
        </p:nvSpPr>
        <p:spPr>
          <a:xfrm>
            <a:off x="4791075" y="2628900"/>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7" name="Text Box 125"/>
          <p:cNvSpPr txBox="1"/>
          <p:nvPr/>
        </p:nvSpPr>
        <p:spPr>
          <a:xfrm>
            <a:off x="4783138" y="3124200"/>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18" name="Line 126"/>
          <p:cNvSpPr/>
          <p:nvPr/>
        </p:nvSpPr>
        <p:spPr>
          <a:xfrm flipH="1">
            <a:off x="5124450" y="2751138"/>
            <a:ext cx="792163" cy="0"/>
          </a:xfrm>
          <a:prstGeom prst="line">
            <a:avLst/>
          </a:prstGeom>
          <a:ln w="28575" cap="flat" cmpd="sng">
            <a:solidFill>
              <a:schemeClr val="tx1"/>
            </a:solidFill>
            <a:prstDash val="solid"/>
            <a:headEnd type="none" w="med" len="med"/>
            <a:tailEnd type="none" w="med" len="med"/>
          </a:ln>
        </p:spPr>
      </p:sp>
      <p:sp>
        <p:nvSpPr>
          <p:cNvPr id="161819" name="Line 127"/>
          <p:cNvSpPr/>
          <p:nvPr/>
        </p:nvSpPr>
        <p:spPr>
          <a:xfrm flipH="1">
            <a:off x="5197475" y="3303588"/>
            <a:ext cx="360363" cy="0"/>
          </a:xfrm>
          <a:prstGeom prst="line">
            <a:avLst/>
          </a:prstGeom>
          <a:ln w="28575" cap="flat" cmpd="sng">
            <a:solidFill>
              <a:schemeClr val="tx1"/>
            </a:solidFill>
            <a:prstDash val="solid"/>
            <a:headEnd type="none" w="med" len="med"/>
            <a:tailEnd type="none" w="med" len="med"/>
          </a:ln>
        </p:spPr>
      </p:sp>
      <p:sp>
        <p:nvSpPr>
          <p:cNvPr id="161820" name="AutoShape 128"/>
          <p:cNvSpPr/>
          <p:nvPr/>
        </p:nvSpPr>
        <p:spPr>
          <a:xfrm>
            <a:off x="4419600" y="3700463"/>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21" name="Text Box 129"/>
          <p:cNvSpPr txBox="1"/>
          <p:nvPr/>
        </p:nvSpPr>
        <p:spPr>
          <a:xfrm>
            <a:off x="4392613" y="3676650"/>
            <a:ext cx="404812" cy="368300"/>
          </a:xfrm>
          <a:prstGeom prst="rect">
            <a:avLst/>
          </a:prstGeom>
          <a:noFill/>
          <a:ln w="9525">
            <a:noFill/>
          </a:ln>
        </p:spPr>
        <p:txBody>
          <a:bodyPr>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J</a:t>
            </a:r>
            <a:endParaRPr lang="en-US" altLang="zh-CN" sz="1800">
              <a:solidFill>
                <a:schemeClr val="tx1"/>
              </a:solidFill>
              <a:latin typeface="Calibri" panose="020F0502020204030204" pitchFamily="34" charset="0"/>
            </a:endParaRPr>
          </a:p>
        </p:txBody>
      </p:sp>
      <p:sp>
        <p:nvSpPr>
          <p:cNvPr id="161822" name="Text Box 130"/>
          <p:cNvSpPr txBox="1"/>
          <p:nvPr/>
        </p:nvSpPr>
        <p:spPr>
          <a:xfrm>
            <a:off x="4435475" y="3971925"/>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61823" name="Text Box 131"/>
          <p:cNvSpPr txBox="1"/>
          <p:nvPr/>
        </p:nvSpPr>
        <p:spPr>
          <a:xfrm>
            <a:off x="4786313" y="3679825"/>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24" name="Text Box 132"/>
          <p:cNvSpPr txBox="1"/>
          <p:nvPr/>
        </p:nvSpPr>
        <p:spPr>
          <a:xfrm>
            <a:off x="4800600" y="4191000"/>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1825" name="Line 133"/>
          <p:cNvSpPr/>
          <p:nvPr/>
        </p:nvSpPr>
        <p:spPr>
          <a:xfrm flipH="1">
            <a:off x="3943350" y="4371975"/>
            <a:ext cx="457200" cy="0"/>
          </a:xfrm>
          <a:prstGeom prst="line">
            <a:avLst/>
          </a:prstGeom>
          <a:ln w="28575" cap="flat" cmpd="sng">
            <a:solidFill>
              <a:schemeClr val="tx1"/>
            </a:solidFill>
            <a:prstDash val="solid"/>
            <a:headEnd type="none" w="med" len="med"/>
            <a:tailEnd type="none" w="med" len="med"/>
          </a:ln>
        </p:spPr>
      </p:sp>
      <p:sp>
        <p:nvSpPr>
          <p:cNvPr id="161826" name="Line 134"/>
          <p:cNvSpPr/>
          <p:nvPr/>
        </p:nvSpPr>
        <p:spPr>
          <a:xfrm flipH="1">
            <a:off x="5118100" y="3800475"/>
            <a:ext cx="792163" cy="0"/>
          </a:xfrm>
          <a:prstGeom prst="line">
            <a:avLst/>
          </a:prstGeom>
          <a:ln w="28575" cap="flat" cmpd="sng">
            <a:solidFill>
              <a:schemeClr val="tx1"/>
            </a:solidFill>
            <a:prstDash val="solid"/>
            <a:headEnd type="none" w="med" len="med"/>
            <a:tailEnd type="none" w="med" len="med"/>
          </a:ln>
        </p:spPr>
      </p:sp>
      <p:sp>
        <p:nvSpPr>
          <p:cNvPr id="161827" name="Line 135"/>
          <p:cNvSpPr/>
          <p:nvPr/>
        </p:nvSpPr>
        <p:spPr>
          <a:xfrm flipH="1">
            <a:off x="5207000" y="4340225"/>
            <a:ext cx="360363" cy="0"/>
          </a:xfrm>
          <a:prstGeom prst="line">
            <a:avLst/>
          </a:prstGeom>
          <a:ln w="28575" cap="flat" cmpd="sng">
            <a:solidFill>
              <a:schemeClr val="tx1"/>
            </a:solidFill>
            <a:prstDash val="solid"/>
            <a:headEnd type="none" w="med" len="med"/>
            <a:tailEnd type="none" w="med" len="med"/>
          </a:ln>
        </p:spPr>
      </p:sp>
      <p:sp>
        <p:nvSpPr>
          <p:cNvPr id="161828" name="Line 136"/>
          <p:cNvSpPr/>
          <p:nvPr/>
        </p:nvSpPr>
        <p:spPr>
          <a:xfrm flipV="1">
            <a:off x="3687763" y="608013"/>
            <a:ext cx="0" cy="561975"/>
          </a:xfrm>
          <a:prstGeom prst="line">
            <a:avLst/>
          </a:prstGeom>
          <a:ln w="28575" cap="flat" cmpd="sng">
            <a:solidFill>
              <a:schemeClr val="tx1"/>
            </a:solidFill>
            <a:prstDash val="solid"/>
            <a:headEnd type="none" w="med" len="med"/>
            <a:tailEnd type="none" w="med" len="med"/>
          </a:ln>
        </p:spPr>
      </p:sp>
      <p:sp>
        <p:nvSpPr>
          <p:cNvPr id="161829" name="AutoShape 137"/>
          <p:cNvSpPr/>
          <p:nvPr/>
        </p:nvSpPr>
        <p:spPr>
          <a:xfrm>
            <a:off x="2735898" y="2779713"/>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0" name="Text Box 138"/>
          <p:cNvSpPr txBox="1"/>
          <p:nvPr/>
        </p:nvSpPr>
        <p:spPr>
          <a:xfrm>
            <a:off x="2751138" y="2836863"/>
            <a:ext cx="358775" cy="461962"/>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1831" name="AutoShape 139"/>
          <p:cNvSpPr/>
          <p:nvPr/>
        </p:nvSpPr>
        <p:spPr>
          <a:xfrm>
            <a:off x="2728913" y="3816350"/>
            <a:ext cx="460375" cy="587375"/>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2" name="Text Box 140"/>
          <p:cNvSpPr txBox="1"/>
          <p:nvPr/>
        </p:nvSpPr>
        <p:spPr>
          <a:xfrm>
            <a:off x="2751138" y="3922713"/>
            <a:ext cx="358775" cy="461962"/>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1833" name="Line 141"/>
          <p:cNvSpPr/>
          <p:nvPr/>
        </p:nvSpPr>
        <p:spPr>
          <a:xfrm>
            <a:off x="5664200" y="603885"/>
            <a:ext cx="0" cy="800100"/>
          </a:xfrm>
          <a:prstGeom prst="line">
            <a:avLst/>
          </a:prstGeom>
          <a:ln w="28575" cap="flat" cmpd="sng">
            <a:solidFill>
              <a:schemeClr val="tx1"/>
            </a:solidFill>
            <a:prstDash val="solid"/>
            <a:headEnd type="none" w="med" len="med"/>
            <a:tailEnd type="none" w="med" len="med"/>
          </a:ln>
        </p:spPr>
      </p:sp>
      <p:sp>
        <p:nvSpPr>
          <p:cNvPr id="161834" name="Line 142"/>
          <p:cNvSpPr/>
          <p:nvPr/>
        </p:nvSpPr>
        <p:spPr>
          <a:xfrm flipH="1" flipV="1">
            <a:off x="2254250" y="1409065"/>
            <a:ext cx="3420745" cy="1270"/>
          </a:xfrm>
          <a:prstGeom prst="line">
            <a:avLst/>
          </a:prstGeom>
          <a:ln w="28575" cap="flat" cmpd="sng">
            <a:solidFill>
              <a:schemeClr val="tx1"/>
            </a:solidFill>
            <a:prstDash val="solid"/>
            <a:headEnd type="none" w="med" len="med"/>
            <a:tailEnd type="none" w="med" len="med"/>
          </a:ln>
        </p:spPr>
      </p:sp>
      <p:sp>
        <p:nvSpPr>
          <p:cNvPr id="161835" name="Line 143"/>
          <p:cNvSpPr/>
          <p:nvPr/>
        </p:nvSpPr>
        <p:spPr>
          <a:xfrm>
            <a:off x="2271713" y="1411288"/>
            <a:ext cx="0" cy="1781175"/>
          </a:xfrm>
          <a:prstGeom prst="line">
            <a:avLst/>
          </a:prstGeom>
          <a:ln w="28575" cap="flat" cmpd="sng">
            <a:solidFill>
              <a:schemeClr val="tx1"/>
            </a:solidFill>
            <a:prstDash val="solid"/>
            <a:headEnd type="none" w="med" len="med"/>
            <a:tailEnd type="none" w="med" len="med"/>
          </a:ln>
        </p:spPr>
      </p:sp>
      <p:sp>
        <p:nvSpPr>
          <p:cNvPr id="161836" name="Line 144"/>
          <p:cNvSpPr/>
          <p:nvPr/>
        </p:nvSpPr>
        <p:spPr>
          <a:xfrm>
            <a:off x="2287905" y="3180080"/>
            <a:ext cx="452755" cy="11430"/>
          </a:xfrm>
          <a:prstGeom prst="line">
            <a:avLst/>
          </a:prstGeom>
          <a:ln w="28575" cap="flat" cmpd="sng">
            <a:solidFill>
              <a:schemeClr val="tx1"/>
            </a:solidFill>
            <a:prstDash val="solid"/>
            <a:headEnd type="none" w="med" len="med"/>
            <a:tailEnd type="none" w="med" len="med"/>
          </a:ln>
        </p:spPr>
      </p:sp>
      <p:sp>
        <p:nvSpPr>
          <p:cNvPr id="161837" name="Line 145"/>
          <p:cNvSpPr/>
          <p:nvPr/>
        </p:nvSpPr>
        <p:spPr>
          <a:xfrm>
            <a:off x="5716588" y="1692275"/>
            <a:ext cx="0" cy="800100"/>
          </a:xfrm>
          <a:prstGeom prst="line">
            <a:avLst/>
          </a:prstGeom>
          <a:ln w="28575" cap="flat" cmpd="sng">
            <a:solidFill>
              <a:schemeClr val="tx1"/>
            </a:solidFill>
            <a:prstDash val="solid"/>
            <a:headEnd type="none" w="med" len="med"/>
            <a:tailEnd type="none" w="med" len="med"/>
          </a:ln>
        </p:spPr>
      </p:sp>
      <p:sp>
        <p:nvSpPr>
          <p:cNvPr id="161838" name="Line 146"/>
          <p:cNvSpPr/>
          <p:nvPr/>
        </p:nvSpPr>
        <p:spPr>
          <a:xfrm flipH="1">
            <a:off x="2484755" y="2480945"/>
            <a:ext cx="3232150" cy="2540"/>
          </a:xfrm>
          <a:prstGeom prst="line">
            <a:avLst/>
          </a:prstGeom>
          <a:ln w="28575" cap="flat" cmpd="sng">
            <a:solidFill>
              <a:schemeClr val="tx1"/>
            </a:solidFill>
            <a:prstDash val="solid"/>
            <a:headEnd type="none" w="med" len="med"/>
            <a:tailEnd type="none" w="med" len="med"/>
          </a:ln>
        </p:spPr>
      </p:sp>
      <p:sp>
        <p:nvSpPr>
          <p:cNvPr id="161839" name="Line 147"/>
          <p:cNvSpPr/>
          <p:nvPr/>
        </p:nvSpPr>
        <p:spPr>
          <a:xfrm>
            <a:off x="2498408" y="2478088"/>
            <a:ext cx="0" cy="473075"/>
          </a:xfrm>
          <a:prstGeom prst="line">
            <a:avLst/>
          </a:prstGeom>
          <a:ln w="28575" cap="flat" cmpd="sng">
            <a:solidFill>
              <a:schemeClr val="tx1"/>
            </a:solidFill>
            <a:prstDash val="solid"/>
            <a:headEnd type="none" w="med" len="med"/>
            <a:tailEnd type="none" w="med" len="med"/>
          </a:ln>
        </p:spPr>
      </p:sp>
      <p:sp>
        <p:nvSpPr>
          <p:cNvPr id="161840" name="Line 148"/>
          <p:cNvSpPr/>
          <p:nvPr/>
        </p:nvSpPr>
        <p:spPr>
          <a:xfrm>
            <a:off x="2484755" y="2951480"/>
            <a:ext cx="255270" cy="3175"/>
          </a:xfrm>
          <a:prstGeom prst="line">
            <a:avLst/>
          </a:prstGeom>
          <a:ln w="28575" cap="flat" cmpd="sng">
            <a:solidFill>
              <a:schemeClr val="tx1"/>
            </a:solidFill>
            <a:prstDash val="solid"/>
            <a:headEnd type="none" w="med" len="med"/>
            <a:tailEnd type="none" w="med" len="med"/>
          </a:ln>
        </p:spPr>
      </p:sp>
      <p:sp>
        <p:nvSpPr>
          <p:cNvPr id="161841" name="Line 149"/>
          <p:cNvSpPr/>
          <p:nvPr/>
        </p:nvSpPr>
        <p:spPr>
          <a:xfrm>
            <a:off x="5716588" y="2770188"/>
            <a:ext cx="0" cy="862012"/>
          </a:xfrm>
          <a:prstGeom prst="line">
            <a:avLst/>
          </a:prstGeom>
          <a:ln w="28575" cap="flat" cmpd="sng">
            <a:solidFill>
              <a:schemeClr val="tx1"/>
            </a:solidFill>
            <a:prstDash val="solid"/>
            <a:headEnd type="none" w="med" len="med"/>
            <a:tailEnd type="none" w="med" len="med"/>
          </a:ln>
        </p:spPr>
      </p:sp>
      <p:sp>
        <p:nvSpPr>
          <p:cNvPr id="161842" name="Line 150"/>
          <p:cNvSpPr/>
          <p:nvPr/>
        </p:nvSpPr>
        <p:spPr>
          <a:xfrm flipV="1">
            <a:off x="3676650" y="1413510"/>
            <a:ext cx="0" cy="809625"/>
          </a:xfrm>
          <a:prstGeom prst="line">
            <a:avLst/>
          </a:prstGeom>
          <a:ln w="28575" cap="flat" cmpd="sng">
            <a:solidFill>
              <a:schemeClr val="tx1"/>
            </a:solidFill>
            <a:prstDash val="solid"/>
            <a:headEnd type="none" w="med" len="med"/>
            <a:tailEnd type="none" w="med" len="med"/>
          </a:ln>
        </p:spPr>
      </p:sp>
      <p:sp>
        <p:nvSpPr>
          <p:cNvPr id="161843" name="Line 151"/>
          <p:cNvSpPr/>
          <p:nvPr/>
        </p:nvSpPr>
        <p:spPr>
          <a:xfrm>
            <a:off x="3698240" y="3839210"/>
            <a:ext cx="0" cy="554038"/>
          </a:xfrm>
          <a:prstGeom prst="line">
            <a:avLst/>
          </a:prstGeom>
          <a:ln w="28575" cap="flat" cmpd="sng">
            <a:solidFill>
              <a:schemeClr val="tx1"/>
            </a:solidFill>
            <a:prstDash val="solid"/>
            <a:headEnd type="none" w="med" len="med"/>
            <a:tailEnd type="none" w="med" len="med"/>
          </a:ln>
        </p:spPr>
      </p:sp>
      <p:sp>
        <p:nvSpPr>
          <p:cNvPr id="161844" name="Line 152"/>
          <p:cNvSpPr/>
          <p:nvPr/>
        </p:nvSpPr>
        <p:spPr>
          <a:xfrm>
            <a:off x="3209290" y="3065463"/>
            <a:ext cx="503238" cy="0"/>
          </a:xfrm>
          <a:prstGeom prst="line">
            <a:avLst/>
          </a:prstGeom>
          <a:ln w="28575" cap="flat" cmpd="sng">
            <a:solidFill>
              <a:schemeClr val="tx1"/>
            </a:solidFill>
            <a:prstDash val="solid"/>
            <a:headEnd type="none" w="med" len="med"/>
            <a:tailEnd type="none" w="med" len="med"/>
          </a:ln>
        </p:spPr>
      </p:sp>
      <p:sp>
        <p:nvSpPr>
          <p:cNvPr id="161845" name="Line 153"/>
          <p:cNvSpPr/>
          <p:nvPr/>
        </p:nvSpPr>
        <p:spPr>
          <a:xfrm>
            <a:off x="3386138" y="3065463"/>
            <a:ext cx="0" cy="457200"/>
          </a:xfrm>
          <a:prstGeom prst="line">
            <a:avLst/>
          </a:prstGeom>
          <a:ln w="28575" cap="flat" cmpd="sng">
            <a:solidFill>
              <a:schemeClr val="tx1"/>
            </a:solidFill>
            <a:prstDash val="solid"/>
            <a:headEnd type="none" w="med" len="med"/>
            <a:tailEnd type="none" w="med" len="med"/>
          </a:ln>
        </p:spPr>
      </p:sp>
      <p:sp>
        <p:nvSpPr>
          <p:cNvPr id="161846" name="Line 154"/>
          <p:cNvSpPr/>
          <p:nvPr/>
        </p:nvSpPr>
        <p:spPr>
          <a:xfrm flipH="1">
            <a:off x="2257425" y="3522663"/>
            <a:ext cx="1116013" cy="0"/>
          </a:xfrm>
          <a:prstGeom prst="line">
            <a:avLst/>
          </a:prstGeom>
          <a:ln w="28575" cap="flat" cmpd="sng">
            <a:solidFill>
              <a:schemeClr val="tx1"/>
            </a:solidFill>
            <a:prstDash val="solid"/>
            <a:headEnd type="none" w="med" len="med"/>
            <a:tailEnd type="none" w="med" len="med"/>
          </a:ln>
        </p:spPr>
      </p:sp>
      <p:sp>
        <p:nvSpPr>
          <p:cNvPr id="161847" name="Line 155"/>
          <p:cNvSpPr/>
          <p:nvPr/>
        </p:nvSpPr>
        <p:spPr>
          <a:xfrm>
            <a:off x="2271713" y="3522663"/>
            <a:ext cx="0" cy="800100"/>
          </a:xfrm>
          <a:prstGeom prst="line">
            <a:avLst/>
          </a:prstGeom>
          <a:ln w="28575" cap="flat" cmpd="sng">
            <a:solidFill>
              <a:schemeClr val="tx1"/>
            </a:solidFill>
            <a:prstDash val="solid"/>
            <a:headEnd type="none" w="med" len="med"/>
            <a:tailEnd type="none" w="med" len="med"/>
          </a:ln>
        </p:spPr>
      </p:sp>
      <p:sp>
        <p:nvSpPr>
          <p:cNvPr id="161848" name="Line 156"/>
          <p:cNvSpPr/>
          <p:nvPr/>
        </p:nvSpPr>
        <p:spPr>
          <a:xfrm>
            <a:off x="2271713" y="4322763"/>
            <a:ext cx="468312" cy="0"/>
          </a:xfrm>
          <a:prstGeom prst="line">
            <a:avLst/>
          </a:prstGeom>
          <a:ln w="28575" cap="flat" cmpd="sng">
            <a:solidFill>
              <a:schemeClr val="tx1"/>
            </a:solidFill>
            <a:prstDash val="solid"/>
            <a:headEnd type="none" w="med" len="med"/>
            <a:tailEnd type="none" w="med" len="med"/>
          </a:ln>
        </p:spPr>
      </p:sp>
      <p:sp>
        <p:nvSpPr>
          <p:cNvPr id="161849" name="Line 157"/>
          <p:cNvSpPr/>
          <p:nvPr/>
        </p:nvSpPr>
        <p:spPr>
          <a:xfrm flipH="1">
            <a:off x="2478088" y="3617913"/>
            <a:ext cx="3238500" cy="0"/>
          </a:xfrm>
          <a:prstGeom prst="line">
            <a:avLst/>
          </a:prstGeom>
          <a:ln w="28575" cap="flat" cmpd="sng">
            <a:solidFill>
              <a:schemeClr val="tx1"/>
            </a:solidFill>
            <a:prstDash val="solid"/>
            <a:headEnd type="none" w="med" len="med"/>
            <a:tailEnd type="none" w="med" len="med"/>
          </a:ln>
        </p:spPr>
      </p:sp>
      <p:sp>
        <p:nvSpPr>
          <p:cNvPr id="161850" name="Line 158"/>
          <p:cNvSpPr/>
          <p:nvPr/>
        </p:nvSpPr>
        <p:spPr>
          <a:xfrm>
            <a:off x="2498408" y="3636963"/>
            <a:ext cx="0" cy="400050"/>
          </a:xfrm>
          <a:prstGeom prst="line">
            <a:avLst/>
          </a:prstGeom>
          <a:ln w="28575" cap="flat" cmpd="sng">
            <a:solidFill>
              <a:schemeClr val="tx1"/>
            </a:solidFill>
            <a:prstDash val="solid"/>
            <a:headEnd type="none" w="med" len="med"/>
            <a:tailEnd type="none" w="med" len="med"/>
          </a:ln>
        </p:spPr>
      </p:sp>
      <p:sp>
        <p:nvSpPr>
          <p:cNvPr id="161851" name="Line 159"/>
          <p:cNvSpPr/>
          <p:nvPr/>
        </p:nvSpPr>
        <p:spPr>
          <a:xfrm>
            <a:off x="2484438" y="4037013"/>
            <a:ext cx="266700" cy="0"/>
          </a:xfrm>
          <a:prstGeom prst="line">
            <a:avLst/>
          </a:prstGeom>
          <a:ln w="28575" cap="flat" cmpd="sng">
            <a:solidFill>
              <a:schemeClr val="tx1"/>
            </a:solidFill>
            <a:prstDash val="solid"/>
            <a:headEnd type="none" w="med" len="med"/>
            <a:tailEnd type="none" w="med" len="med"/>
          </a:ln>
        </p:spPr>
      </p:sp>
      <p:sp>
        <p:nvSpPr>
          <p:cNvPr id="161852" name="Text Box 160"/>
          <p:cNvSpPr txBox="1"/>
          <p:nvPr/>
        </p:nvSpPr>
        <p:spPr>
          <a:xfrm>
            <a:off x="1874838" y="619125"/>
            <a:ext cx="53022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61853" name="Rectangle 161"/>
          <p:cNvSpPr/>
          <p:nvPr/>
        </p:nvSpPr>
        <p:spPr>
          <a:xfrm>
            <a:off x="5765800" y="314325"/>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baseline="-25000">
              <a:solidFill>
                <a:schemeClr val="tx1"/>
              </a:solidFill>
              <a:latin typeface="Calibri" panose="020F0502020204030204" pitchFamily="34" charset="0"/>
            </a:endParaRPr>
          </a:p>
        </p:txBody>
      </p:sp>
      <p:sp>
        <p:nvSpPr>
          <p:cNvPr id="161854" name="Rectangle 162"/>
          <p:cNvSpPr/>
          <p:nvPr/>
        </p:nvSpPr>
        <p:spPr>
          <a:xfrm>
            <a:off x="5803900" y="1377950"/>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baseline="-25000">
              <a:solidFill>
                <a:schemeClr val="tx1"/>
              </a:solidFill>
              <a:latin typeface="Calibri" panose="020F0502020204030204" pitchFamily="34" charset="0"/>
            </a:endParaRPr>
          </a:p>
        </p:txBody>
      </p:sp>
      <p:sp>
        <p:nvSpPr>
          <p:cNvPr id="161855" name="Rectangle 163"/>
          <p:cNvSpPr/>
          <p:nvPr/>
        </p:nvSpPr>
        <p:spPr>
          <a:xfrm>
            <a:off x="5789613" y="2463800"/>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baseline="-25000">
              <a:solidFill>
                <a:schemeClr val="tx1"/>
              </a:solidFill>
              <a:latin typeface="Calibri" panose="020F0502020204030204" pitchFamily="34" charset="0"/>
            </a:endParaRPr>
          </a:p>
        </p:txBody>
      </p:sp>
      <p:sp>
        <p:nvSpPr>
          <p:cNvPr id="161856" name="Rectangle 164"/>
          <p:cNvSpPr/>
          <p:nvPr/>
        </p:nvSpPr>
        <p:spPr>
          <a:xfrm>
            <a:off x="5761038" y="3514725"/>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endParaRPr lang="en-US" altLang="zh-CN" sz="1800" b="1" baseline="-25000">
              <a:solidFill>
                <a:schemeClr val="tx1"/>
              </a:solidFill>
              <a:latin typeface="Calibri" panose="020F0502020204030204" pitchFamily="34" charset="0"/>
            </a:endParaRPr>
          </a:p>
        </p:txBody>
      </p:sp>
      <p:sp>
        <p:nvSpPr>
          <p:cNvPr id="161857" name="Text Box 165"/>
          <p:cNvSpPr txBox="1"/>
          <p:nvPr/>
        </p:nvSpPr>
        <p:spPr>
          <a:xfrm>
            <a:off x="2373313" y="4527550"/>
            <a:ext cx="3058160" cy="368300"/>
          </a:xfrm>
          <a:prstGeom prst="rect">
            <a:avLst/>
          </a:prstGeom>
          <a:noFill/>
          <a:ln w="9525">
            <a:noFill/>
          </a:ln>
        </p:spPr>
        <p:txBody>
          <a:bodyPr wrap="none">
            <a:spAutoFit/>
          </a:bodyP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61858" name="Oval 166"/>
          <p:cNvSpPr/>
          <p:nvPr/>
        </p:nvSpPr>
        <p:spPr>
          <a:xfrm>
            <a:off x="3643313" y="5746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61859" name="Group 167"/>
          <p:cNvGrpSpPr/>
          <p:nvPr/>
        </p:nvGrpSpPr>
        <p:grpSpPr>
          <a:xfrm>
            <a:off x="4024313" y="817563"/>
            <a:ext cx="679450" cy="3729037"/>
            <a:chOff x="0" y="0"/>
            <a:chExt cx="428" cy="3132"/>
          </a:xfrm>
        </p:grpSpPr>
        <p:sp>
          <p:nvSpPr>
            <p:cNvPr id="161880" name="Line 168"/>
            <p:cNvSpPr/>
            <p:nvPr/>
          </p:nvSpPr>
          <p:spPr>
            <a:xfrm>
              <a:off x="241" y="0"/>
              <a:ext cx="48" cy="48"/>
            </a:xfrm>
            <a:prstGeom prst="line">
              <a:avLst/>
            </a:prstGeom>
            <a:ln w="28575" cap="flat" cmpd="sng">
              <a:solidFill>
                <a:srgbClr val="FF0000"/>
              </a:solidFill>
              <a:prstDash val="solid"/>
              <a:headEnd type="none" w="med" len="med"/>
              <a:tailEnd type="none" w="med" len="med"/>
            </a:ln>
          </p:spPr>
        </p:sp>
        <p:sp>
          <p:nvSpPr>
            <p:cNvPr id="161881" name="Line 169"/>
            <p:cNvSpPr/>
            <p:nvPr/>
          </p:nvSpPr>
          <p:spPr>
            <a:xfrm flipH="1">
              <a:off x="241" y="57"/>
              <a:ext cx="48" cy="48"/>
            </a:xfrm>
            <a:prstGeom prst="line">
              <a:avLst/>
            </a:prstGeom>
            <a:ln w="28575" cap="flat" cmpd="sng">
              <a:solidFill>
                <a:srgbClr val="FF0000"/>
              </a:solidFill>
              <a:prstDash val="solid"/>
              <a:headEnd type="none" w="med" len="med"/>
              <a:tailEnd type="none" w="med" len="med"/>
            </a:ln>
          </p:spPr>
        </p:sp>
        <p:sp>
          <p:nvSpPr>
            <p:cNvPr id="161882" name="Text Box 170"/>
            <p:cNvSpPr txBox="1"/>
            <p:nvPr/>
          </p:nvSpPr>
          <p:spPr>
            <a:xfrm>
              <a:off x="217" y="14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83" name="Line 171"/>
            <p:cNvSpPr/>
            <p:nvPr/>
          </p:nvSpPr>
          <p:spPr>
            <a:xfrm>
              <a:off x="256" y="906"/>
              <a:ext cx="48" cy="48"/>
            </a:xfrm>
            <a:prstGeom prst="line">
              <a:avLst/>
            </a:prstGeom>
            <a:ln w="28575" cap="flat" cmpd="sng">
              <a:solidFill>
                <a:srgbClr val="FF0000"/>
              </a:solidFill>
              <a:prstDash val="solid"/>
              <a:headEnd type="none" w="med" len="med"/>
              <a:tailEnd type="none" w="med" len="med"/>
            </a:ln>
          </p:spPr>
        </p:sp>
        <p:sp>
          <p:nvSpPr>
            <p:cNvPr id="161884" name="Line 172"/>
            <p:cNvSpPr/>
            <p:nvPr/>
          </p:nvSpPr>
          <p:spPr>
            <a:xfrm flipH="1">
              <a:off x="256" y="963"/>
              <a:ext cx="48" cy="48"/>
            </a:xfrm>
            <a:prstGeom prst="line">
              <a:avLst/>
            </a:prstGeom>
            <a:ln w="28575" cap="flat" cmpd="sng">
              <a:solidFill>
                <a:srgbClr val="FF0000"/>
              </a:solidFill>
              <a:prstDash val="solid"/>
              <a:headEnd type="none" w="med" len="med"/>
              <a:tailEnd type="none" w="med" len="med"/>
            </a:ln>
          </p:spPr>
        </p:sp>
        <p:sp>
          <p:nvSpPr>
            <p:cNvPr id="161885" name="Text Box 173"/>
            <p:cNvSpPr txBox="1"/>
            <p:nvPr/>
          </p:nvSpPr>
          <p:spPr>
            <a:xfrm>
              <a:off x="236" y="100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86" name="Line 174"/>
            <p:cNvSpPr/>
            <p:nvPr/>
          </p:nvSpPr>
          <p:spPr>
            <a:xfrm flipH="1">
              <a:off x="29" y="954"/>
              <a:ext cx="227" cy="0"/>
            </a:xfrm>
            <a:prstGeom prst="line">
              <a:avLst/>
            </a:prstGeom>
            <a:ln w="28575" cap="flat" cmpd="sng">
              <a:solidFill>
                <a:srgbClr val="FF0000"/>
              </a:solidFill>
              <a:prstDash val="solid"/>
              <a:headEnd type="none" w="med" len="med"/>
              <a:tailEnd type="none" w="med" len="med"/>
            </a:ln>
          </p:spPr>
        </p:sp>
        <p:sp>
          <p:nvSpPr>
            <p:cNvPr id="161887" name="Line 175"/>
            <p:cNvSpPr/>
            <p:nvPr/>
          </p:nvSpPr>
          <p:spPr>
            <a:xfrm>
              <a:off x="252" y="1816"/>
              <a:ext cx="48" cy="48"/>
            </a:xfrm>
            <a:prstGeom prst="line">
              <a:avLst/>
            </a:prstGeom>
            <a:ln w="28575" cap="flat" cmpd="sng">
              <a:solidFill>
                <a:srgbClr val="FF0000"/>
              </a:solidFill>
              <a:prstDash val="solid"/>
              <a:headEnd type="none" w="med" len="med"/>
              <a:tailEnd type="none" w="med" len="med"/>
            </a:ln>
          </p:spPr>
        </p:sp>
        <p:sp>
          <p:nvSpPr>
            <p:cNvPr id="161888" name="Line 176"/>
            <p:cNvSpPr/>
            <p:nvPr/>
          </p:nvSpPr>
          <p:spPr>
            <a:xfrm flipH="1">
              <a:off x="252" y="1873"/>
              <a:ext cx="48" cy="48"/>
            </a:xfrm>
            <a:prstGeom prst="line">
              <a:avLst/>
            </a:prstGeom>
            <a:ln w="28575" cap="flat" cmpd="sng">
              <a:solidFill>
                <a:srgbClr val="FF0000"/>
              </a:solidFill>
              <a:prstDash val="solid"/>
              <a:headEnd type="none" w="med" len="med"/>
              <a:tailEnd type="none" w="med" len="med"/>
            </a:ln>
          </p:spPr>
        </p:sp>
        <p:sp>
          <p:nvSpPr>
            <p:cNvPr id="161889" name="Text Box 177"/>
            <p:cNvSpPr txBox="1"/>
            <p:nvPr/>
          </p:nvSpPr>
          <p:spPr>
            <a:xfrm>
              <a:off x="232" y="1940"/>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90" name="Line 178"/>
            <p:cNvSpPr/>
            <p:nvPr/>
          </p:nvSpPr>
          <p:spPr>
            <a:xfrm flipH="1">
              <a:off x="25" y="1864"/>
              <a:ext cx="227" cy="0"/>
            </a:xfrm>
            <a:prstGeom prst="line">
              <a:avLst/>
            </a:prstGeom>
            <a:ln w="28575" cap="flat" cmpd="sng">
              <a:solidFill>
                <a:srgbClr val="FF0000"/>
              </a:solidFill>
              <a:prstDash val="solid"/>
              <a:headEnd type="none" w="med" len="med"/>
              <a:tailEnd type="none" w="med" len="med"/>
            </a:ln>
          </p:spPr>
        </p:sp>
        <p:sp>
          <p:nvSpPr>
            <p:cNvPr id="161891" name="Line 179"/>
            <p:cNvSpPr/>
            <p:nvPr/>
          </p:nvSpPr>
          <p:spPr>
            <a:xfrm>
              <a:off x="249" y="2698"/>
              <a:ext cx="48" cy="48"/>
            </a:xfrm>
            <a:prstGeom prst="line">
              <a:avLst/>
            </a:prstGeom>
            <a:ln w="28575" cap="flat" cmpd="sng">
              <a:solidFill>
                <a:srgbClr val="FF0000"/>
              </a:solidFill>
              <a:prstDash val="solid"/>
              <a:headEnd type="none" w="med" len="med"/>
              <a:tailEnd type="none" w="med" len="med"/>
            </a:ln>
          </p:spPr>
        </p:sp>
        <p:sp>
          <p:nvSpPr>
            <p:cNvPr id="161892" name="Line 180"/>
            <p:cNvSpPr/>
            <p:nvPr/>
          </p:nvSpPr>
          <p:spPr>
            <a:xfrm flipH="1">
              <a:off x="249" y="2755"/>
              <a:ext cx="48" cy="48"/>
            </a:xfrm>
            <a:prstGeom prst="line">
              <a:avLst/>
            </a:prstGeom>
            <a:ln w="28575" cap="flat" cmpd="sng">
              <a:solidFill>
                <a:srgbClr val="FF0000"/>
              </a:solidFill>
              <a:prstDash val="solid"/>
              <a:headEnd type="none" w="med" len="med"/>
              <a:tailEnd type="none" w="med" len="med"/>
            </a:ln>
          </p:spPr>
        </p:sp>
        <p:sp>
          <p:nvSpPr>
            <p:cNvPr id="161893" name="Text Box 181"/>
            <p:cNvSpPr txBox="1"/>
            <p:nvPr/>
          </p:nvSpPr>
          <p:spPr>
            <a:xfrm>
              <a:off x="228" y="2822"/>
              <a:ext cx="192" cy="31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K</a:t>
              </a:r>
              <a:endParaRPr lang="en-US" altLang="zh-CN" sz="1800">
                <a:solidFill>
                  <a:schemeClr val="tx1"/>
                </a:solidFill>
                <a:latin typeface="Calibri" panose="020F0502020204030204" pitchFamily="34" charset="0"/>
              </a:endParaRPr>
            </a:p>
          </p:txBody>
        </p:sp>
        <p:sp>
          <p:nvSpPr>
            <p:cNvPr id="161894" name="Line 182"/>
            <p:cNvSpPr/>
            <p:nvPr/>
          </p:nvSpPr>
          <p:spPr>
            <a:xfrm flipH="1">
              <a:off x="22" y="2746"/>
              <a:ext cx="227" cy="0"/>
            </a:xfrm>
            <a:prstGeom prst="line">
              <a:avLst/>
            </a:prstGeom>
            <a:ln w="28575" cap="flat" cmpd="sng">
              <a:solidFill>
                <a:srgbClr val="FF0000"/>
              </a:solidFill>
              <a:prstDash val="solid"/>
              <a:headEnd type="none" w="med" len="med"/>
              <a:tailEnd type="none" w="med" len="med"/>
            </a:ln>
          </p:spPr>
        </p:sp>
        <p:sp>
          <p:nvSpPr>
            <p:cNvPr id="161895" name="Line 183"/>
            <p:cNvSpPr/>
            <p:nvPr/>
          </p:nvSpPr>
          <p:spPr>
            <a:xfrm>
              <a:off x="28" y="64"/>
              <a:ext cx="0" cy="2688"/>
            </a:xfrm>
            <a:prstGeom prst="line">
              <a:avLst/>
            </a:prstGeom>
            <a:ln w="28575" cap="flat" cmpd="sng">
              <a:solidFill>
                <a:srgbClr val="FF0000"/>
              </a:solidFill>
              <a:prstDash val="solid"/>
              <a:headEnd type="none" w="med" len="med"/>
              <a:tailEnd type="none" w="med" len="med"/>
            </a:ln>
          </p:spPr>
        </p:sp>
        <p:sp>
          <p:nvSpPr>
            <p:cNvPr id="161896" name="Oval 184"/>
            <p:cNvSpPr/>
            <p:nvPr/>
          </p:nvSpPr>
          <p:spPr>
            <a:xfrm>
              <a:off x="0" y="26"/>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7" name="Oval 185"/>
            <p:cNvSpPr/>
            <p:nvPr/>
          </p:nvSpPr>
          <p:spPr>
            <a:xfrm>
              <a:off x="0" y="928"/>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8" name="Oval 186"/>
            <p:cNvSpPr/>
            <p:nvPr/>
          </p:nvSpPr>
          <p:spPr>
            <a:xfrm>
              <a:off x="8" y="1840"/>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161860" name="Oval 187"/>
          <p:cNvSpPr/>
          <p:nvPr/>
        </p:nvSpPr>
        <p:spPr>
          <a:xfrm>
            <a:off x="3646488" y="16478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1" name="Oval 188"/>
          <p:cNvSpPr/>
          <p:nvPr/>
        </p:nvSpPr>
        <p:spPr>
          <a:xfrm>
            <a:off x="3355975" y="304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2" name="Oval 189"/>
          <p:cNvSpPr/>
          <p:nvPr/>
        </p:nvSpPr>
        <p:spPr>
          <a:xfrm>
            <a:off x="5684838" y="27209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3" name="Oval 190"/>
          <p:cNvSpPr/>
          <p:nvPr/>
        </p:nvSpPr>
        <p:spPr>
          <a:xfrm>
            <a:off x="5684838" y="1636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4" name="Oval 191"/>
          <p:cNvSpPr/>
          <p:nvPr/>
        </p:nvSpPr>
        <p:spPr>
          <a:xfrm>
            <a:off x="5624513" y="5556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5" name="Line 196"/>
          <p:cNvSpPr/>
          <p:nvPr/>
        </p:nvSpPr>
        <p:spPr>
          <a:xfrm flipH="1" flipV="1">
            <a:off x="3684905" y="2209165"/>
            <a:ext cx="734695" cy="6350"/>
          </a:xfrm>
          <a:prstGeom prst="line">
            <a:avLst/>
          </a:prstGeom>
          <a:ln w="28575" cap="flat" cmpd="sng">
            <a:solidFill>
              <a:schemeClr val="tx1"/>
            </a:solidFill>
            <a:prstDash val="solid"/>
            <a:headEnd type="none" w="med" len="med"/>
            <a:tailEnd type="none" w="med" len="med"/>
          </a:ln>
        </p:spPr>
      </p:sp>
      <p:sp>
        <p:nvSpPr>
          <p:cNvPr id="161866" name="Line 197"/>
          <p:cNvSpPr/>
          <p:nvPr/>
        </p:nvSpPr>
        <p:spPr>
          <a:xfrm flipH="1">
            <a:off x="3681730" y="2770505"/>
            <a:ext cx="737870" cy="5080"/>
          </a:xfrm>
          <a:prstGeom prst="line">
            <a:avLst/>
          </a:prstGeom>
          <a:ln w="28575" cap="flat" cmpd="sng">
            <a:solidFill>
              <a:schemeClr val="tx1"/>
            </a:solidFill>
            <a:prstDash val="solid"/>
            <a:headEnd type="none" w="med" len="med"/>
            <a:tailEnd type="none" w="med" len="med"/>
          </a:ln>
        </p:spPr>
      </p:sp>
      <p:sp>
        <p:nvSpPr>
          <p:cNvPr id="161867" name="Oval 198"/>
          <p:cNvSpPr/>
          <p:nvPr/>
        </p:nvSpPr>
        <p:spPr>
          <a:xfrm>
            <a:off x="3643313" y="3033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8" name="Line 199"/>
          <p:cNvSpPr/>
          <p:nvPr/>
        </p:nvSpPr>
        <p:spPr>
          <a:xfrm flipH="1">
            <a:off x="3690938" y="3324225"/>
            <a:ext cx="719137" cy="0"/>
          </a:xfrm>
          <a:prstGeom prst="line">
            <a:avLst/>
          </a:prstGeom>
          <a:ln w="28575" cap="flat" cmpd="sng">
            <a:solidFill>
              <a:schemeClr val="tx1"/>
            </a:solidFill>
            <a:prstDash val="solid"/>
            <a:headEnd type="none" w="med" len="med"/>
            <a:tailEnd type="none" w="med" len="med"/>
          </a:ln>
        </p:spPr>
      </p:sp>
      <p:sp>
        <p:nvSpPr>
          <p:cNvPr id="161869" name="Line 200"/>
          <p:cNvSpPr/>
          <p:nvPr/>
        </p:nvSpPr>
        <p:spPr>
          <a:xfrm flipH="1" flipV="1">
            <a:off x="3681730" y="3831590"/>
            <a:ext cx="748665" cy="6985"/>
          </a:xfrm>
          <a:prstGeom prst="line">
            <a:avLst/>
          </a:prstGeom>
          <a:ln w="28575" cap="flat" cmpd="sng">
            <a:solidFill>
              <a:schemeClr val="tx1"/>
            </a:solidFill>
            <a:prstDash val="solid"/>
            <a:headEnd type="none" w="med" len="med"/>
            <a:tailEnd type="none" w="med" len="med"/>
          </a:ln>
        </p:spPr>
      </p:sp>
      <p:sp>
        <p:nvSpPr>
          <p:cNvPr id="161870" name="Oval 201"/>
          <p:cNvSpPr/>
          <p:nvPr/>
        </p:nvSpPr>
        <p:spPr>
          <a:xfrm>
            <a:off x="3662363" y="40941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1" name="Line 202"/>
          <p:cNvSpPr/>
          <p:nvPr/>
        </p:nvSpPr>
        <p:spPr>
          <a:xfrm flipH="1">
            <a:off x="3690938" y="4371975"/>
            <a:ext cx="719137" cy="0"/>
          </a:xfrm>
          <a:prstGeom prst="line">
            <a:avLst/>
          </a:prstGeom>
          <a:ln w="28575" cap="flat" cmpd="sng">
            <a:solidFill>
              <a:schemeClr val="tx1"/>
            </a:solidFill>
            <a:prstDash val="solid"/>
            <a:headEnd type="none" w="med" len="med"/>
            <a:tailEnd type="none" w="med" len="med"/>
          </a:ln>
        </p:spPr>
      </p:sp>
      <p:sp>
        <p:nvSpPr>
          <p:cNvPr id="161872" name="Line 203"/>
          <p:cNvSpPr/>
          <p:nvPr/>
        </p:nvSpPr>
        <p:spPr>
          <a:xfrm flipH="1">
            <a:off x="3679190" y="2763520"/>
            <a:ext cx="1905" cy="577850"/>
          </a:xfrm>
          <a:prstGeom prst="line">
            <a:avLst/>
          </a:prstGeom>
          <a:ln w="28575" cap="flat" cmpd="sng">
            <a:solidFill>
              <a:schemeClr val="tx1"/>
            </a:solidFill>
            <a:prstDash val="solid"/>
            <a:headEnd type="none" w="med" len="med"/>
            <a:tailEnd type="none" w="med" len="med"/>
          </a:ln>
        </p:spPr>
      </p:sp>
      <p:sp>
        <p:nvSpPr>
          <p:cNvPr id="161873" name="Line 204"/>
          <p:cNvSpPr/>
          <p:nvPr/>
        </p:nvSpPr>
        <p:spPr>
          <a:xfrm>
            <a:off x="3201988" y="4117975"/>
            <a:ext cx="503237" cy="0"/>
          </a:xfrm>
          <a:prstGeom prst="line">
            <a:avLst/>
          </a:prstGeom>
          <a:ln w="28575" cap="flat" cmpd="sng">
            <a:solidFill>
              <a:schemeClr val="tx1"/>
            </a:solidFill>
            <a:prstDash val="solid"/>
            <a:headEnd type="none" w="med" len="med"/>
            <a:tailEnd type="none" w="med" len="med"/>
          </a:ln>
        </p:spPr>
      </p:sp>
      <p:sp>
        <p:nvSpPr>
          <p:cNvPr id="161874" name="Oval 205"/>
          <p:cNvSpPr/>
          <p:nvPr/>
        </p:nvSpPr>
        <p:spPr>
          <a:xfrm>
            <a:off x="3643313" y="13779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5" name="Line 213"/>
          <p:cNvSpPr/>
          <p:nvPr/>
        </p:nvSpPr>
        <p:spPr>
          <a:xfrm flipH="1">
            <a:off x="3684588" y="1171575"/>
            <a:ext cx="719137" cy="0"/>
          </a:xfrm>
          <a:prstGeom prst="line">
            <a:avLst/>
          </a:prstGeom>
          <a:ln w="28575" cap="flat" cmpd="sng">
            <a:solidFill>
              <a:schemeClr val="tx1"/>
            </a:solidFill>
            <a:prstDash val="solid"/>
            <a:headEnd type="none" w="med" len="med"/>
            <a:tailEnd type="none" w="med" len="med"/>
          </a:ln>
        </p:spPr>
      </p:sp>
      <p:sp>
        <p:nvSpPr>
          <p:cNvPr id="161876" name="Oval 558"/>
          <p:cNvSpPr/>
          <p:nvPr/>
        </p:nvSpPr>
        <p:spPr>
          <a:xfrm flipH="1">
            <a:off x="5099050" y="11160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7" name="Oval 558"/>
          <p:cNvSpPr/>
          <p:nvPr/>
        </p:nvSpPr>
        <p:spPr>
          <a:xfrm flipH="1">
            <a:off x="5133975" y="21875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8" name="Oval 558"/>
          <p:cNvSpPr/>
          <p:nvPr/>
        </p:nvSpPr>
        <p:spPr>
          <a:xfrm flipH="1">
            <a:off x="5106988" y="3267075"/>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9" name="Oval 558"/>
          <p:cNvSpPr/>
          <p:nvPr/>
        </p:nvSpPr>
        <p:spPr>
          <a:xfrm flipH="1">
            <a:off x="5111750" y="430053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Line 14"/>
          <p:cNvSpPr/>
          <p:nvPr/>
        </p:nvSpPr>
        <p:spPr>
          <a:xfrm>
            <a:off x="5065713" y="692150"/>
            <a:ext cx="604837" cy="0"/>
          </a:xfrm>
          <a:prstGeom prst="line">
            <a:avLst/>
          </a:prstGeom>
          <a:ln w="28575" cap="flat" cmpd="sng">
            <a:solidFill>
              <a:schemeClr val="tx1"/>
            </a:solidFill>
            <a:prstDash val="solid"/>
            <a:headEnd type="none" w="med" len="med"/>
            <a:tailEnd type="none" w="med" len="med"/>
          </a:ln>
        </p:spPr>
      </p:sp>
      <p:sp>
        <p:nvSpPr>
          <p:cNvPr id="162819" name="Line 22"/>
          <p:cNvSpPr/>
          <p:nvPr/>
        </p:nvSpPr>
        <p:spPr>
          <a:xfrm>
            <a:off x="5056188" y="1720850"/>
            <a:ext cx="604837" cy="0"/>
          </a:xfrm>
          <a:prstGeom prst="line">
            <a:avLst/>
          </a:prstGeom>
          <a:ln w="28575" cap="flat" cmpd="sng">
            <a:solidFill>
              <a:schemeClr val="tx1"/>
            </a:solidFill>
            <a:prstDash val="solid"/>
            <a:headEnd type="none" w="med" len="med"/>
            <a:tailEnd type="none" w="med" len="med"/>
          </a:ln>
        </p:spPr>
      </p:sp>
      <p:sp>
        <p:nvSpPr>
          <p:cNvPr id="162820" name="Line 30"/>
          <p:cNvSpPr/>
          <p:nvPr/>
        </p:nvSpPr>
        <p:spPr>
          <a:xfrm>
            <a:off x="5075238" y="3835400"/>
            <a:ext cx="604837" cy="0"/>
          </a:xfrm>
          <a:prstGeom prst="line">
            <a:avLst/>
          </a:prstGeom>
          <a:ln w="28575" cap="flat" cmpd="sng">
            <a:solidFill>
              <a:schemeClr val="tx1"/>
            </a:solidFill>
            <a:prstDash val="solid"/>
            <a:headEnd type="none" w="med" len="med"/>
            <a:tailEnd type="none" w="med" len="med"/>
          </a:ln>
        </p:spPr>
      </p:sp>
      <p:sp>
        <p:nvSpPr>
          <p:cNvPr id="162821" name="Line 38"/>
          <p:cNvSpPr/>
          <p:nvPr/>
        </p:nvSpPr>
        <p:spPr>
          <a:xfrm>
            <a:off x="5075238" y="2749550"/>
            <a:ext cx="604837" cy="0"/>
          </a:xfrm>
          <a:prstGeom prst="line">
            <a:avLst/>
          </a:prstGeom>
          <a:ln w="28575" cap="flat" cmpd="sng">
            <a:solidFill>
              <a:schemeClr val="tx1"/>
            </a:solidFill>
            <a:prstDash val="solid"/>
            <a:headEnd type="none" w="med" len="med"/>
            <a:tailEnd type="none" w="med" len="med"/>
          </a:ln>
        </p:spPr>
      </p:sp>
      <p:sp>
        <p:nvSpPr>
          <p:cNvPr id="162822" name="Line 39"/>
          <p:cNvSpPr/>
          <p:nvPr/>
        </p:nvSpPr>
        <p:spPr>
          <a:xfrm flipH="1">
            <a:off x="2219325" y="706438"/>
            <a:ext cx="2159000" cy="0"/>
          </a:xfrm>
          <a:prstGeom prst="line">
            <a:avLst/>
          </a:prstGeom>
          <a:ln w="28575" cap="flat" cmpd="sng">
            <a:solidFill>
              <a:srgbClr val="FF0000"/>
            </a:solidFill>
            <a:prstDash val="solid"/>
            <a:headEnd type="none" w="med" len="med"/>
            <a:tailEnd type="none" w="med" len="med"/>
          </a:ln>
        </p:spPr>
      </p:sp>
      <p:sp>
        <p:nvSpPr>
          <p:cNvPr id="162823" name="AutoShape 41"/>
          <p:cNvSpPr/>
          <p:nvPr/>
        </p:nvSpPr>
        <p:spPr>
          <a:xfrm>
            <a:off x="3136900" y="1619250"/>
            <a:ext cx="460375" cy="6096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4" name="Text Box 42"/>
          <p:cNvSpPr txBox="1"/>
          <p:nvPr/>
        </p:nvSpPr>
        <p:spPr>
          <a:xfrm>
            <a:off x="3192463" y="1714500"/>
            <a:ext cx="358775" cy="461963"/>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5" name="AutoShape 44"/>
          <p:cNvSpPr/>
          <p:nvPr/>
        </p:nvSpPr>
        <p:spPr>
          <a:xfrm>
            <a:off x="3136900" y="2636838"/>
            <a:ext cx="460375" cy="642937"/>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6" name="Text Box 45"/>
          <p:cNvSpPr txBox="1"/>
          <p:nvPr/>
        </p:nvSpPr>
        <p:spPr>
          <a:xfrm>
            <a:off x="3192463" y="2743200"/>
            <a:ext cx="358775" cy="461963"/>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7" name="AutoShape 47"/>
          <p:cNvSpPr/>
          <p:nvPr/>
        </p:nvSpPr>
        <p:spPr>
          <a:xfrm>
            <a:off x="3184525" y="3754438"/>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8" name="Text Box 48"/>
          <p:cNvSpPr txBox="1"/>
          <p:nvPr/>
        </p:nvSpPr>
        <p:spPr>
          <a:xfrm>
            <a:off x="3240088" y="3829050"/>
            <a:ext cx="358775" cy="463550"/>
          </a:xfrm>
          <a:prstGeom prst="rect">
            <a:avLst/>
          </a:prstGeom>
          <a:noFill/>
          <a:ln w="9525">
            <a:noFill/>
          </a:ln>
        </p:spPr>
        <p:txBody>
          <a:bodyPr>
            <a:spAutoFit/>
          </a:bodyPr>
          <a:p>
            <a:pPr>
              <a:buFont typeface="Arial" panose="020B0604020202020204" pitchFamily="34" charset="0"/>
            </a:pPr>
            <a:r>
              <a:rPr lang="en-US" altLang="zh-CN" sz="2400">
                <a:solidFill>
                  <a:schemeClr val="tx1"/>
                </a:solidFill>
                <a:latin typeface="Calibri" panose="020F0502020204030204" pitchFamily="34" charset="0"/>
              </a:rPr>
              <a:t>&amp;</a:t>
            </a:r>
            <a:endParaRPr lang="en-US" altLang="zh-CN" sz="2400">
              <a:solidFill>
                <a:schemeClr val="tx1"/>
              </a:solidFill>
              <a:latin typeface="Calibri" panose="020F0502020204030204" pitchFamily="34" charset="0"/>
            </a:endParaRPr>
          </a:p>
        </p:txBody>
      </p:sp>
      <p:sp>
        <p:nvSpPr>
          <p:cNvPr id="162829" name="Line 49"/>
          <p:cNvSpPr/>
          <p:nvPr/>
        </p:nvSpPr>
        <p:spPr>
          <a:xfrm flipH="1">
            <a:off x="2298700" y="1184275"/>
            <a:ext cx="2073275" cy="0"/>
          </a:xfrm>
          <a:prstGeom prst="line">
            <a:avLst/>
          </a:prstGeom>
          <a:ln w="28575" cap="flat" cmpd="sng">
            <a:solidFill>
              <a:srgbClr val="0000FF"/>
            </a:solidFill>
            <a:prstDash val="solid"/>
            <a:headEnd type="none" w="med" len="med"/>
            <a:tailEnd type="none" w="med" len="med"/>
          </a:ln>
        </p:spPr>
      </p:sp>
      <p:sp>
        <p:nvSpPr>
          <p:cNvPr id="162830" name="Line 50"/>
          <p:cNvSpPr/>
          <p:nvPr/>
        </p:nvSpPr>
        <p:spPr>
          <a:xfrm>
            <a:off x="2433638" y="693738"/>
            <a:ext cx="0" cy="3549650"/>
          </a:xfrm>
          <a:prstGeom prst="line">
            <a:avLst/>
          </a:prstGeom>
          <a:ln w="28575" cap="flat" cmpd="sng">
            <a:solidFill>
              <a:srgbClr val="FF0000"/>
            </a:solidFill>
            <a:prstDash val="solid"/>
            <a:headEnd type="none" w="med" len="med"/>
            <a:tailEnd type="none" w="med" len="med"/>
          </a:ln>
        </p:spPr>
      </p:sp>
      <p:sp>
        <p:nvSpPr>
          <p:cNvPr id="162831" name="Line 51"/>
          <p:cNvSpPr/>
          <p:nvPr/>
        </p:nvSpPr>
        <p:spPr>
          <a:xfrm>
            <a:off x="5346700" y="708025"/>
            <a:ext cx="0" cy="742950"/>
          </a:xfrm>
          <a:prstGeom prst="line">
            <a:avLst/>
          </a:prstGeom>
          <a:ln w="28575" cap="flat" cmpd="sng">
            <a:solidFill>
              <a:schemeClr val="tx1"/>
            </a:solidFill>
            <a:prstDash val="solid"/>
            <a:headEnd type="none" w="med" len="med"/>
            <a:tailEnd type="none" w="med" len="med"/>
          </a:ln>
        </p:spPr>
      </p:sp>
      <p:sp>
        <p:nvSpPr>
          <p:cNvPr id="162832" name="Line 52"/>
          <p:cNvSpPr/>
          <p:nvPr/>
        </p:nvSpPr>
        <p:spPr>
          <a:xfrm flipH="1">
            <a:off x="2603500" y="1449388"/>
            <a:ext cx="2735263" cy="0"/>
          </a:xfrm>
          <a:prstGeom prst="line">
            <a:avLst/>
          </a:prstGeom>
          <a:ln w="28575" cap="flat" cmpd="sng">
            <a:solidFill>
              <a:schemeClr val="tx1"/>
            </a:solidFill>
            <a:prstDash val="solid"/>
            <a:headEnd type="none" w="med" len="med"/>
            <a:tailEnd type="none" w="med" len="med"/>
          </a:ln>
        </p:spPr>
      </p:sp>
      <p:sp>
        <p:nvSpPr>
          <p:cNvPr id="162833" name="Line 53"/>
          <p:cNvSpPr/>
          <p:nvPr/>
        </p:nvSpPr>
        <p:spPr>
          <a:xfrm>
            <a:off x="2619375" y="1447800"/>
            <a:ext cx="0" cy="2662238"/>
          </a:xfrm>
          <a:prstGeom prst="line">
            <a:avLst/>
          </a:prstGeom>
          <a:ln w="28575" cap="flat" cmpd="sng">
            <a:solidFill>
              <a:schemeClr val="tx1"/>
            </a:solidFill>
            <a:prstDash val="solid"/>
            <a:headEnd type="none" w="med" len="med"/>
            <a:tailEnd type="none" w="med" len="med"/>
          </a:ln>
        </p:spPr>
      </p:sp>
      <p:sp>
        <p:nvSpPr>
          <p:cNvPr id="162834" name="Line 54"/>
          <p:cNvSpPr/>
          <p:nvPr/>
        </p:nvSpPr>
        <p:spPr>
          <a:xfrm>
            <a:off x="2435225" y="4238625"/>
            <a:ext cx="755650" cy="0"/>
          </a:xfrm>
          <a:prstGeom prst="line">
            <a:avLst/>
          </a:prstGeom>
          <a:ln w="28575" cap="flat" cmpd="sng">
            <a:solidFill>
              <a:srgbClr val="FF0000"/>
            </a:solidFill>
            <a:prstDash val="solid"/>
            <a:headEnd type="none" w="med" len="med"/>
            <a:tailEnd type="none" w="med" len="med"/>
          </a:ln>
        </p:spPr>
      </p:sp>
      <p:sp>
        <p:nvSpPr>
          <p:cNvPr id="162835" name="Line 55"/>
          <p:cNvSpPr/>
          <p:nvPr/>
        </p:nvSpPr>
        <p:spPr>
          <a:xfrm>
            <a:off x="2619375" y="4114800"/>
            <a:ext cx="576263" cy="0"/>
          </a:xfrm>
          <a:prstGeom prst="line">
            <a:avLst/>
          </a:prstGeom>
          <a:ln w="28575" cap="flat" cmpd="sng">
            <a:solidFill>
              <a:schemeClr val="tx1"/>
            </a:solidFill>
            <a:prstDash val="solid"/>
            <a:headEnd type="none" w="med" len="med"/>
            <a:tailEnd type="none" w="med" len="med"/>
          </a:ln>
        </p:spPr>
      </p:sp>
      <p:sp>
        <p:nvSpPr>
          <p:cNvPr id="162836" name="Line 56"/>
          <p:cNvSpPr/>
          <p:nvPr/>
        </p:nvSpPr>
        <p:spPr>
          <a:xfrm>
            <a:off x="5362575" y="1758950"/>
            <a:ext cx="0" cy="701675"/>
          </a:xfrm>
          <a:prstGeom prst="line">
            <a:avLst/>
          </a:prstGeom>
          <a:ln w="28575" cap="flat" cmpd="sng">
            <a:solidFill>
              <a:schemeClr val="tx1"/>
            </a:solidFill>
            <a:prstDash val="solid"/>
            <a:headEnd type="none" w="med" len="med"/>
            <a:tailEnd type="none" w="med" len="med"/>
          </a:ln>
        </p:spPr>
      </p:sp>
      <p:sp>
        <p:nvSpPr>
          <p:cNvPr id="162837" name="Line 57"/>
          <p:cNvSpPr/>
          <p:nvPr/>
        </p:nvSpPr>
        <p:spPr>
          <a:xfrm flipH="1">
            <a:off x="2755900" y="2457450"/>
            <a:ext cx="2590800" cy="0"/>
          </a:xfrm>
          <a:prstGeom prst="line">
            <a:avLst/>
          </a:prstGeom>
          <a:ln w="28575" cap="flat" cmpd="sng">
            <a:solidFill>
              <a:schemeClr val="tx1"/>
            </a:solidFill>
            <a:prstDash val="solid"/>
            <a:headEnd type="none" w="med" len="med"/>
            <a:tailEnd type="none" w="med" len="med"/>
          </a:ln>
        </p:spPr>
      </p:sp>
      <p:sp>
        <p:nvSpPr>
          <p:cNvPr id="162838" name="Line 58"/>
          <p:cNvSpPr/>
          <p:nvPr/>
        </p:nvSpPr>
        <p:spPr>
          <a:xfrm>
            <a:off x="2755900" y="2457450"/>
            <a:ext cx="0" cy="1552575"/>
          </a:xfrm>
          <a:prstGeom prst="line">
            <a:avLst/>
          </a:prstGeom>
          <a:ln w="28575" cap="flat" cmpd="sng">
            <a:solidFill>
              <a:schemeClr val="tx1"/>
            </a:solidFill>
            <a:prstDash val="solid"/>
            <a:headEnd type="none" w="med" len="med"/>
            <a:tailEnd type="none" w="med" len="med"/>
          </a:ln>
        </p:spPr>
      </p:sp>
      <p:sp>
        <p:nvSpPr>
          <p:cNvPr id="162839" name="Line 59"/>
          <p:cNvSpPr/>
          <p:nvPr/>
        </p:nvSpPr>
        <p:spPr>
          <a:xfrm>
            <a:off x="2755900" y="4000500"/>
            <a:ext cx="434975" cy="0"/>
          </a:xfrm>
          <a:prstGeom prst="line">
            <a:avLst/>
          </a:prstGeom>
          <a:ln w="28575" cap="flat" cmpd="sng">
            <a:solidFill>
              <a:schemeClr val="tx1"/>
            </a:solidFill>
            <a:prstDash val="solid"/>
            <a:headEnd type="none" w="med" len="med"/>
            <a:tailEnd type="none" w="med" len="med"/>
          </a:ln>
        </p:spPr>
      </p:sp>
      <p:sp>
        <p:nvSpPr>
          <p:cNvPr id="162840" name="Line 60"/>
          <p:cNvSpPr/>
          <p:nvPr/>
        </p:nvSpPr>
        <p:spPr>
          <a:xfrm>
            <a:off x="5346700" y="2754313"/>
            <a:ext cx="0" cy="742950"/>
          </a:xfrm>
          <a:prstGeom prst="line">
            <a:avLst/>
          </a:prstGeom>
          <a:ln w="28575" cap="flat" cmpd="sng">
            <a:solidFill>
              <a:schemeClr val="tx1"/>
            </a:solidFill>
            <a:prstDash val="solid"/>
            <a:headEnd type="none" w="med" len="med"/>
            <a:tailEnd type="none" w="med" len="med"/>
          </a:ln>
        </p:spPr>
      </p:sp>
      <p:sp>
        <p:nvSpPr>
          <p:cNvPr id="162841" name="Line 61"/>
          <p:cNvSpPr/>
          <p:nvPr/>
        </p:nvSpPr>
        <p:spPr>
          <a:xfrm flipH="1">
            <a:off x="2906713" y="3495675"/>
            <a:ext cx="2438400" cy="0"/>
          </a:xfrm>
          <a:prstGeom prst="line">
            <a:avLst/>
          </a:prstGeom>
          <a:ln w="28575" cap="flat" cmpd="sng">
            <a:solidFill>
              <a:schemeClr val="tx1"/>
            </a:solidFill>
            <a:prstDash val="solid"/>
            <a:headEnd type="none" w="med" len="med"/>
            <a:tailEnd type="none" w="med" len="med"/>
          </a:ln>
        </p:spPr>
      </p:sp>
      <p:sp>
        <p:nvSpPr>
          <p:cNvPr id="162842" name="Line 62"/>
          <p:cNvSpPr/>
          <p:nvPr/>
        </p:nvSpPr>
        <p:spPr>
          <a:xfrm>
            <a:off x="2908300" y="3506788"/>
            <a:ext cx="0" cy="396875"/>
          </a:xfrm>
          <a:prstGeom prst="line">
            <a:avLst/>
          </a:prstGeom>
          <a:ln w="28575" cap="flat" cmpd="sng">
            <a:solidFill>
              <a:schemeClr val="tx1"/>
            </a:solidFill>
            <a:prstDash val="solid"/>
            <a:headEnd type="none" w="med" len="med"/>
            <a:tailEnd type="none" w="med" len="med"/>
          </a:ln>
        </p:spPr>
      </p:sp>
      <p:sp>
        <p:nvSpPr>
          <p:cNvPr id="162843" name="Line 63"/>
          <p:cNvSpPr/>
          <p:nvPr/>
        </p:nvSpPr>
        <p:spPr>
          <a:xfrm>
            <a:off x="2908300" y="3886200"/>
            <a:ext cx="287338" cy="0"/>
          </a:xfrm>
          <a:prstGeom prst="line">
            <a:avLst/>
          </a:prstGeom>
          <a:ln w="28575" cap="flat" cmpd="sng">
            <a:solidFill>
              <a:schemeClr val="tx1"/>
            </a:solidFill>
            <a:prstDash val="solid"/>
            <a:headEnd type="none" w="med" len="med"/>
            <a:tailEnd type="none" w="med" len="med"/>
          </a:ln>
        </p:spPr>
      </p:sp>
      <p:sp>
        <p:nvSpPr>
          <p:cNvPr id="162844" name="Line 64"/>
          <p:cNvSpPr/>
          <p:nvPr/>
        </p:nvSpPr>
        <p:spPr>
          <a:xfrm>
            <a:off x="2603500" y="1792288"/>
            <a:ext cx="533400" cy="0"/>
          </a:xfrm>
          <a:prstGeom prst="line">
            <a:avLst/>
          </a:prstGeom>
          <a:ln w="28575" cap="flat" cmpd="sng">
            <a:solidFill>
              <a:schemeClr val="tx1"/>
            </a:solidFill>
            <a:prstDash val="solid"/>
            <a:headEnd type="none" w="med" len="med"/>
            <a:tailEnd type="none" w="med" len="med"/>
          </a:ln>
        </p:spPr>
      </p:sp>
      <p:sp>
        <p:nvSpPr>
          <p:cNvPr id="162845" name="Line 65"/>
          <p:cNvSpPr/>
          <p:nvPr/>
        </p:nvSpPr>
        <p:spPr>
          <a:xfrm>
            <a:off x="2451100" y="2078038"/>
            <a:ext cx="685800" cy="0"/>
          </a:xfrm>
          <a:prstGeom prst="line">
            <a:avLst/>
          </a:prstGeom>
          <a:ln w="28575" cap="flat" cmpd="sng">
            <a:solidFill>
              <a:srgbClr val="FF0000"/>
            </a:solidFill>
            <a:prstDash val="solid"/>
            <a:headEnd type="none" w="med" len="med"/>
            <a:tailEnd type="none" w="med" len="med"/>
          </a:ln>
        </p:spPr>
      </p:sp>
      <p:sp>
        <p:nvSpPr>
          <p:cNvPr id="162846" name="Line 66"/>
          <p:cNvSpPr/>
          <p:nvPr/>
        </p:nvSpPr>
        <p:spPr>
          <a:xfrm>
            <a:off x="2755900" y="2820988"/>
            <a:ext cx="381000" cy="0"/>
          </a:xfrm>
          <a:prstGeom prst="line">
            <a:avLst/>
          </a:prstGeom>
          <a:ln w="28575" cap="flat" cmpd="sng">
            <a:solidFill>
              <a:schemeClr val="tx1"/>
            </a:solidFill>
            <a:prstDash val="solid"/>
            <a:headEnd type="none" w="med" len="med"/>
            <a:tailEnd type="none" w="med" len="med"/>
          </a:ln>
        </p:spPr>
      </p:sp>
      <p:sp>
        <p:nvSpPr>
          <p:cNvPr id="162847" name="Line 67"/>
          <p:cNvSpPr/>
          <p:nvPr/>
        </p:nvSpPr>
        <p:spPr>
          <a:xfrm>
            <a:off x="2603500" y="2992438"/>
            <a:ext cx="533400" cy="0"/>
          </a:xfrm>
          <a:prstGeom prst="line">
            <a:avLst/>
          </a:prstGeom>
          <a:ln w="28575" cap="flat" cmpd="sng">
            <a:solidFill>
              <a:schemeClr val="tx1"/>
            </a:solidFill>
            <a:prstDash val="solid"/>
            <a:headEnd type="none" w="med" len="med"/>
            <a:tailEnd type="none" w="med" len="med"/>
          </a:ln>
        </p:spPr>
      </p:sp>
      <p:sp>
        <p:nvSpPr>
          <p:cNvPr id="162848" name="Line 68"/>
          <p:cNvSpPr/>
          <p:nvPr/>
        </p:nvSpPr>
        <p:spPr>
          <a:xfrm>
            <a:off x="2451100" y="3163888"/>
            <a:ext cx="685800" cy="0"/>
          </a:xfrm>
          <a:prstGeom prst="line">
            <a:avLst/>
          </a:prstGeom>
          <a:ln w="28575" cap="flat" cmpd="sng">
            <a:solidFill>
              <a:srgbClr val="FF0000"/>
            </a:solidFill>
            <a:prstDash val="solid"/>
            <a:headEnd type="none" w="med" len="med"/>
            <a:tailEnd type="none" w="med" len="med"/>
          </a:ln>
        </p:spPr>
      </p:sp>
      <p:sp>
        <p:nvSpPr>
          <p:cNvPr id="162849" name="Line 69"/>
          <p:cNvSpPr/>
          <p:nvPr/>
        </p:nvSpPr>
        <p:spPr>
          <a:xfrm>
            <a:off x="3600450" y="2820988"/>
            <a:ext cx="808038" cy="0"/>
          </a:xfrm>
          <a:prstGeom prst="line">
            <a:avLst/>
          </a:prstGeom>
          <a:ln w="28575" cap="flat" cmpd="sng">
            <a:solidFill>
              <a:schemeClr val="tx1"/>
            </a:solidFill>
            <a:prstDash val="solid"/>
            <a:headEnd type="none" w="med" len="med"/>
            <a:tailEnd type="none" w="med" len="med"/>
          </a:ln>
        </p:spPr>
      </p:sp>
      <p:sp>
        <p:nvSpPr>
          <p:cNvPr id="162850" name="Line 70"/>
          <p:cNvSpPr/>
          <p:nvPr/>
        </p:nvSpPr>
        <p:spPr>
          <a:xfrm>
            <a:off x="3635375" y="3906838"/>
            <a:ext cx="766763" cy="0"/>
          </a:xfrm>
          <a:prstGeom prst="line">
            <a:avLst/>
          </a:prstGeom>
          <a:ln w="28575" cap="flat" cmpd="sng">
            <a:solidFill>
              <a:schemeClr val="tx1"/>
            </a:solidFill>
            <a:prstDash val="solid"/>
            <a:headEnd type="none" w="med" len="med"/>
            <a:tailEnd type="none" w="med" len="med"/>
          </a:ln>
        </p:spPr>
      </p:sp>
      <p:sp>
        <p:nvSpPr>
          <p:cNvPr id="162851" name="Line 71"/>
          <p:cNvSpPr/>
          <p:nvPr/>
        </p:nvSpPr>
        <p:spPr>
          <a:xfrm>
            <a:off x="3594100" y="1714500"/>
            <a:ext cx="784225" cy="6350"/>
          </a:xfrm>
          <a:prstGeom prst="line">
            <a:avLst/>
          </a:prstGeom>
          <a:ln w="28575" cap="flat" cmpd="sng">
            <a:solidFill>
              <a:schemeClr val="tx1"/>
            </a:solidFill>
            <a:prstDash val="solid"/>
            <a:headEnd type="none" w="med" len="med"/>
            <a:tailEnd type="none" w="med" len="med"/>
          </a:ln>
        </p:spPr>
      </p:sp>
      <p:sp>
        <p:nvSpPr>
          <p:cNvPr id="162852" name="Line 72"/>
          <p:cNvSpPr/>
          <p:nvPr/>
        </p:nvSpPr>
        <p:spPr>
          <a:xfrm flipH="1">
            <a:off x="3946525" y="4327525"/>
            <a:ext cx="457200" cy="0"/>
          </a:xfrm>
          <a:prstGeom prst="line">
            <a:avLst/>
          </a:prstGeom>
          <a:ln w="28575" cap="flat" cmpd="sng">
            <a:solidFill>
              <a:schemeClr val="tx1"/>
            </a:solidFill>
            <a:prstDash val="solid"/>
            <a:headEnd type="none" w="med" len="med"/>
            <a:tailEnd type="none" w="med" len="med"/>
          </a:ln>
        </p:spPr>
      </p:sp>
      <p:sp>
        <p:nvSpPr>
          <p:cNvPr id="162853" name="Line 73"/>
          <p:cNvSpPr/>
          <p:nvPr/>
        </p:nvSpPr>
        <p:spPr>
          <a:xfrm flipV="1">
            <a:off x="3946525" y="1184275"/>
            <a:ext cx="0" cy="3143250"/>
          </a:xfrm>
          <a:prstGeom prst="line">
            <a:avLst/>
          </a:prstGeom>
          <a:ln w="28575" cap="flat" cmpd="sng">
            <a:solidFill>
              <a:srgbClr val="0000FF"/>
            </a:solidFill>
            <a:prstDash val="solid"/>
            <a:headEnd type="none" w="med" len="med"/>
            <a:tailEnd type="none" w="med" len="med"/>
          </a:ln>
        </p:spPr>
      </p:sp>
      <p:sp>
        <p:nvSpPr>
          <p:cNvPr id="162854" name="Line 74"/>
          <p:cNvSpPr/>
          <p:nvPr/>
        </p:nvSpPr>
        <p:spPr>
          <a:xfrm flipH="1">
            <a:off x="3960813" y="2212975"/>
            <a:ext cx="431800" cy="0"/>
          </a:xfrm>
          <a:prstGeom prst="line">
            <a:avLst/>
          </a:prstGeom>
          <a:ln w="28575" cap="flat" cmpd="sng">
            <a:solidFill>
              <a:srgbClr val="0000FF"/>
            </a:solidFill>
            <a:prstDash val="solid"/>
            <a:headEnd type="none" w="med" len="med"/>
            <a:tailEnd type="none" w="med" len="med"/>
          </a:ln>
        </p:spPr>
      </p:sp>
      <p:sp>
        <p:nvSpPr>
          <p:cNvPr id="162855" name="Line 75"/>
          <p:cNvSpPr/>
          <p:nvPr/>
        </p:nvSpPr>
        <p:spPr>
          <a:xfrm flipH="1">
            <a:off x="3960813" y="3257550"/>
            <a:ext cx="439737" cy="0"/>
          </a:xfrm>
          <a:prstGeom prst="line">
            <a:avLst/>
          </a:prstGeom>
          <a:ln w="28575" cap="flat" cmpd="sng">
            <a:solidFill>
              <a:srgbClr val="0000FF"/>
            </a:solidFill>
            <a:prstDash val="solid"/>
            <a:headEnd type="none" w="med" len="med"/>
            <a:tailEnd type="none" w="med" len="med"/>
          </a:ln>
        </p:spPr>
      </p:sp>
      <p:sp>
        <p:nvSpPr>
          <p:cNvPr id="162856" name="Text Box 76"/>
          <p:cNvSpPr txBox="1"/>
          <p:nvPr/>
        </p:nvSpPr>
        <p:spPr>
          <a:xfrm>
            <a:off x="1735138" y="512763"/>
            <a:ext cx="449262"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EN</a:t>
            </a:r>
            <a:endParaRPr lang="en-US" altLang="zh-CN" sz="1800" b="1">
              <a:solidFill>
                <a:schemeClr val="tx1"/>
              </a:solidFill>
              <a:latin typeface="Calibri" panose="020F0502020204030204" pitchFamily="34" charset="0"/>
            </a:endParaRPr>
          </a:p>
        </p:txBody>
      </p:sp>
      <p:sp>
        <p:nvSpPr>
          <p:cNvPr id="162857" name="Text Box 77"/>
          <p:cNvSpPr txBox="1"/>
          <p:nvPr/>
        </p:nvSpPr>
        <p:spPr>
          <a:xfrm>
            <a:off x="1655763" y="998538"/>
            <a:ext cx="53022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62858" name="Rectangle 78"/>
          <p:cNvSpPr/>
          <p:nvPr/>
        </p:nvSpPr>
        <p:spPr>
          <a:xfrm>
            <a:off x="5495925" y="390525"/>
            <a:ext cx="422275" cy="369888"/>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baseline="-25000">
              <a:solidFill>
                <a:schemeClr val="tx1"/>
              </a:solidFill>
              <a:latin typeface="Calibri" panose="020F0502020204030204" pitchFamily="34" charset="0"/>
            </a:endParaRPr>
          </a:p>
        </p:txBody>
      </p:sp>
      <p:sp>
        <p:nvSpPr>
          <p:cNvPr id="162859" name="Rectangle 79"/>
          <p:cNvSpPr/>
          <p:nvPr/>
        </p:nvSpPr>
        <p:spPr>
          <a:xfrm>
            <a:off x="5476875" y="1398588"/>
            <a:ext cx="422275" cy="368300"/>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baseline="-25000">
              <a:solidFill>
                <a:schemeClr val="tx1"/>
              </a:solidFill>
              <a:latin typeface="Calibri" panose="020F0502020204030204" pitchFamily="34" charset="0"/>
            </a:endParaRPr>
          </a:p>
        </p:txBody>
      </p:sp>
      <p:sp>
        <p:nvSpPr>
          <p:cNvPr id="162860" name="Rectangle 80"/>
          <p:cNvSpPr/>
          <p:nvPr/>
        </p:nvSpPr>
        <p:spPr>
          <a:xfrm>
            <a:off x="5500688" y="2436813"/>
            <a:ext cx="42227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baseline="-25000">
              <a:solidFill>
                <a:schemeClr val="tx1"/>
              </a:solidFill>
              <a:latin typeface="Calibri" panose="020F0502020204030204" pitchFamily="34" charset="0"/>
            </a:endParaRPr>
          </a:p>
        </p:txBody>
      </p:sp>
      <p:sp>
        <p:nvSpPr>
          <p:cNvPr id="162861" name="Rectangle 81"/>
          <p:cNvSpPr/>
          <p:nvPr/>
        </p:nvSpPr>
        <p:spPr>
          <a:xfrm>
            <a:off x="5476875" y="3516313"/>
            <a:ext cx="422275" cy="369887"/>
          </a:xfrm>
          <a:prstGeom prst="rect">
            <a:avLst/>
          </a:prstGeom>
          <a:noFill/>
          <a:ln w="9525">
            <a:noFill/>
          </a:ln>
        </p:spPr>
        <p:txBody>
          <a:bodyPr wrap="none">
            <a:spAutoFit/>
          </a:bodyPr>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endParaRPr lang="en-US" altLang="zh-CN" sz="1800" b="1" baseline="-25000">
              <a:solidFill>
                <a:schemeClr val="tx1"/>
              </a:solidFill>
              <a:latin typeface="Calibri" panose="020F0502020204030204" pitchFamily="34" charset="0"/>
            </a:endParaRPr>
          </a:p>
        </p:txBody>
      </p:sp>
      <p:sp>
        <p:nvSpPr>
          <p:cNvPr id="162862" name="Text Box 82"/>
          <p:cNvSpPr txBox="1"/>
          <p:nvPr/>
        </p:nvSpPr>
        <p:spPr>
          <a:xfrm>
            <a:off x="2278063" y="4445000"/>
            <a:ext cx="37338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62863" name="Oval 83"/>
          <p:cNvSpPr/>
          <p:nvPr/>
        </p:nvSpPr>
        <p:spPr>
          <a:xfrm>
            <a:off x="2584450" y="177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4" name="Oval 84"/>
          <p:cNvSpPr/>
          <p:nvPr/>
        </p:nvSpPr>
        <p:spPr>
          <a:xfrm>
            <a:off x="2400300" y="68580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5" name="Oval 85"/>
          <p:cNvSpPr/>
          <p:nvPr/>
        </p:nvSpPr>
        <p:spPr>
          <a:xfrm>
            <a:off x="3911600" y="11557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6" name="Oval 86"/>
          <p:cNvSpPr/>
          <p:nvPr/>
        </p:nvSpPr>
        <p:spPr>
          <a:xfrm>
            <a:off x="3911600" y="21844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7" name="Oval 87"/>
          <p:cNvSpPr/>
          <p:nvPr/>
        </p:nvSpPr>
        <p:spPr>
          <a:xfrm>
            <a:off x="3908425" y="3224213"/>
            <a:ext cx="76200" cy="58737"/>
          </a:xfrm>
          <a:prstGeom prst="ellipse">
            <a:avLst/>
          </a:prstGeom>
          <a:solidFill>
            <a:schemeClr val="tx1"/>
          </a:solidFill>
          <a:ln w="2857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8" name="Oval 88"/>
          <p:cNvSpPr/>
          <p:nvPr/>
        </p:nvSpPr>
        <p:spPr>
          <a:xfrm>
            <a:off x="2387600" y="2055813"/>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9" name="Oval 89"/>
          <p:cNvSpPr/>
          <p:nvPr/>
        </p:nvSpPr>
        <p:spPr>
          <a:xfrm>
            <a:off x="2400300" y="314325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0" name="Oval 90"/>
          <p:cNvSpPr/>
          <p:nvPr/>
        </p:nvSpPr>
        <p:spPr>
          <a:xfrm>
            <a:off x="2584450" y="29638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1" name="Oval 91"/>
          <p:cNvSpPr/>
          <p:nvPr/>
        </p:nvSpPr>
        <p:spPr>
          <a:xfrm>
            <a:off x="2720975" y="278923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2" name="Oval 92"/>
          <p:cNvSpPr/>
          <p:nvPr/>
        </p:nvSpPr>
        <p:spPr>
          <a:xfrm>
            <a:off x="5325745" y="169767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3" name="Oval 93"/>
          <p:cNvSpPr/>
          <p:nvPr/>
        </p:nvSpPr>
        <p:spPr>
          <a:xfrm>
            <a:off x="5311775" y="27320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4" name="Oval 94"/>
          <p:cNvSpPr/>
          <p:nvPr/>
        </p:nvSpPr>
        <p:spPr>
          <a:xfrm>
            <a:off x="5311775" y="6746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5" name="AutoShape 8"/>
          <p:cNvSpPr/>
          <p:nvPr/>
        </p:nvSpPr>
        <p:spPr>
          <a:xfrm>
            <a:off x="4398963" y="5349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76" name="Line 9"/>
          <p:cNvSpPr/>
          <p:nvPr/>
        </p:nvSpPr>
        <p:spPr>
          <a:xfrm>
            <a:off x="4398963" y="1123950"/>
            <a:ext cx="76200" cy="57150"/>
          </a:xfrm>
          <a:prstGeom prst="line">
            <a:avLst/>
          </a:prstGeom>
          <a:ln w="28575" cap="flat" cmpd="sng">
            <a:solidFill>
              <a:schemeClr val="tx1"/>
            </a:solidFill>
            <a:prstDash val="solid"/>
            <a:headEnd type="none" w="med" len="med"/>
            <a:tailEnd type="none" w="med" len="med"/>
          </a:ln>
        </p:spPr>
      </p:sp>
      <p:sp>
        <p:nvSpPr>
          <p:cNvPr id="162877" name="Line 10"/>
          <p:cNvSpPr/>
          <p:nvPr/>
        </p:nvSpPr>
        <p:spPr>
          <a:xfrm flipH="1">
            <a:off x="4398963" y="1195388"/>
            <a:ext cx="76200" cy="57150"/>
          </a:xfrm>
          <a:prstGeom prst="line">
            <a:avLst/>
          </a:prstGeom>
          <a:ln w="28575" cap="flat" cmpd="sng">
            <a:solidFill>
              <a:schemeClr val="tx1"/>
            </a:solidFill>
            <a:prstDash val="solid"/>
            <a:headEnd type="none" w="med" len="med"/>
            <a:tailEnd type="none" w="med" len="med"/>
          </a:ln>
        </p:spPr>
      </p:sp>
      <p:sp>
        <p:nvSpPr>
          <p:cNvPr id="162878" name="Text Box 11"/>
          <p:cNvSpPr txBox="1"/>
          <p:nvPr/>
        </p:nvSpPr>
        <p:spPr>
          <a:xfrm>
            <a:off x="4351338" y="525463"/>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79" name="Text Box 12"/>
          <p:cNvSpPr txBox="1"/>
          <p:nvPr/>
        </p:nvSpPr>
        <p:spPr>
          <a:xfrm>
            <a:off x="4779963" y="49847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80" name="Text Box 13"/>
          <p:cNvSpPr txBox="1"/>
          <p:nvPr/>
        </p:nvSpPr>
        <p:spPr>
          <a:xfrm>
            <a:off x="4405313" y="1008063"/>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81" name="AutoShape 16"/>
          <p:cNvSpPr/>
          <p:nvPr/>
        </p:nvSpPr>
        <p:spPr>
          <a:xfrm>
            <a:off x="4389438" y="15636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2" name="Line 17"/>
          <p:cNvSpPr/>
          <p:nvPr/>
        </p:nvSpPr>
        <p:spPr>
          <a:xfrm>
            <a:off x="4389438" y="2152650"/>
            <a:ext cx="76200" cy="57150"/>
          </a:xfrm>
          <a:prstGeom prst="line">
            <a:avLst/>
          </a:prstGeom>
          <a:ln w="28575" cap="flat" cmpd="sng">
            <a:solidFill>
              <a:schemeClr val="tx1"/>
            </a:solidFill>
            <a:prstDash val="solid"/>
            <a:headEnd type="none" w="med" len="med"/>
            <a:tailEnd type="none" w="med" len="med"/>
          </a:ln>
        </p:spPr>
      </p:sp>
      <p:sp>
        <p:nvSpPr>
          <p:cNvPr id="162883" name="Line 18"/>
          <p:cNvSpPr/>
          <p:nvPr/>
        </p:nvSpPr>
        <p:spPr>
          <a:xfrm flipH="1">
            <a:off x="4389438" y="2224088"/>
            <a:ext cx="76200" cy="57150"/>
          </a:xfrm>
          <a:prstGeom prst="line">
            <a:avLst/>
          </a:prstGeom>
          <a:ln w="28575" cap="flat" cmpd="sng">
            <a:solidFill>
              <a:schemeClr val="tx1"/>
            </a:solidFill>
            <a:prstDash val="solid"/>
            <a:headEnd type="none" w="med" len="med"/>
            <a:tailEnd type="none" w="med" len="med"/>
          </a:ln>
        </p:spPr>
      </p:sp>
      <p:sp>
        <p:nvSpPr>
          <p:cNvPr id="162884" name="Text Box 19"/>
          <p:cNvSpPr txBox="1"/>
          <p:nvPr/>
        </p:nvSpPr>
        <p:spPr>
          <a:xfrm>
            <a:off x="4348163" y="1562100"/>
            <a:ext cx="793750" cy="338138"/>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85" name="Text Box 20"/>
          <p:cNvSpPr txBox="1"/>
          <p:nvPr/>
        </p:nvSpPr>
        <p:spPr>
          <a:xfrm>
            <a:off x="4784725" y="1546225"/>
            <a:ext cx="339725" cy="369888"/>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86" name="Text Box 21"/>
          <p:cNvSpPr txBox="1"/>
          <p:nvPr/>
        </p:nvSpPr>
        <p:spPr>
          <a:xfrm>
            <a:off x="4398963" y="2016125"/>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87" name="AutoShape 24"/>
          <p:cNvSpPr/>
          <p:nvPr/>
        </p:nvSpPr>
        <p:spPr>
          <a:xfrm>
            <a:off x="4408488" y="367823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8" name="Line 25"/>
          <p:cNvSpPr/>
          <p:nvPr/>
        </p:nvSpPr>
        <p:spPr>
          <a:xfrm>
            <a:off x="4408488" y="4267200"/>
            <a:ext cx="76200" cy="57150"/>
          </a:xfrm>
          <a:prstGeom prst="line">
            <a:avLst/>
          </a:prstGeom>
          <a:ln w="28575" cap="flat" cmpd="sng">
            <a:solidFill>
              <a:schemeClr val="tx1"/>
            </a:solidFill>
            <a:prstDash val="solid"/>
            <a:headEnd type="none" w="med" len="med"/>
            <a:tailEnd type="none" w="med" len="med"/>
          </a:ln>
        </p:spPr>
      </p:sp>
      <p:sp>
        <p:nvSpPr>
          <p:cNvPr id="162889" name="Line 26"/>
          <p:cNvSpPr/>
          <p:nvPr/>
        </p:nvSpPr>
        <p:spPr>
          <a:xfrm flipH="1">
            <a:off x="4408488" y="4340225"/>
            <a:ext cx="76200" cy="57150"/>
          </a:xfrm>
          <a:prstGeom prst="line">
            <a:avLst/>
          </a:prstGeom>
          <a:ln w="28575" cap="flat" cmpd="sng">
            <a:solidFill>
              <a:schemeClr val="tx1"/>
            </a:solidFill>
            <a:prstDash val="solid"/>
            <a:headEnd type="none" w="med" len="med"/>
            <a:tailEnd type="none" w="med" len="med"/>
          </a:ln>
        </p:spPr>
      </p:sp>
      <p:sp>
        <p:nvSpPr>
          <p:cNvPr id="162890" name="Text Box 27"/>
          <p:cNvSpPr txBox="1"/>
          <p:nvPr/>
        </p:nvSpPr>
        <p:spPr>
          <a:xfrm>
            <a:off x="4360863" y="3711575"/>
            <a:ext cx="793750" cy="336550"/>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91" name="Text Box 28"/>
          <p:cNvSpPr txBox="1"/>
          <p:nvPr/>
        </p:nvSpPr>
        <p:spPr>
          <a:xfrm>
            <a:off x="4789488" y="3678238"/>
            <a:ext cx="339725"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92" name="Text Box 29"/>
          <p:cNvSpPr txBox="1"/>
          <p:nvPr/>
        </p:nvSpPr>
        <p:spPr>
          <a:xfrm>
            <a:off x="4414838" y="4129088"/>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93" name="AutoShape 32"/>
          <p:cNvSpPr/>
          <p:nvPr/>
        </p:nvSpPr>
        <p:spPr>
          <a:xfrm>
            <a:off x="4408488" y="25923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94" name="Line 33"/>
          <p:cNvSpPr/>
          <p:nvPr/>
        </p:nvSpPr>
        <p:spPr>
          <a:xfrm>
            <a:off x="4408488" y="3181350"/>
            <a:ext cx="76200" cy="57150"/>
          </a:xfrm>
          <a:prstGeom prst="line">
            <a:avLst/>
          </a:prstGeom>
          <a:ln w="28575" cap="flat" cmpd="sng">
            <a:solidFill>
              <a:schemeClr val="tx1"/>
            </a:solidFill>
            <a:prstDash val="solid"/>
            <a:headEnd type="none" w="med" len="med"/>
            <a:tailEnd type="none" w="med" len="med"/>
          </a:ln>
        </p:spPr>
      </p:sp>
      <p:sp>
        <p:nvSpPr>
          <p:cNvPr id="162895" name="Line 34"/>
          <p:cNvSpPr/>
          <p:nvPr/>
        </p:nvSpPr>
        <p:spPr>
          <a:xfrm flipH="1">
            <a:off x="4408488" y="3254375"/>
            <a:ext cx="76200" cy="57150"/>
          </a:xfrm>
          <a:prstGeom prst="line">
            <a:avLst/>
          </a:prstGeom>
          <a:ln w="28575" cap="flat" cmpd="sng">
            <a:solidFill>
              <a:schemeClr val="tx1"/>
            </a:solidFill>
            <a:prstDash val="solid"/>
            <a:headEnd type="none" w="med" len="med"/>
            <a:tailEnd type="none" w="med" len="med"/>
          </a:ln>
        </p:spPr>
      </p:sp>
      <p:sp>
        <p:nvSpPr>
          <p:cNvPr id="162896" name="Text Box 35"/>
          <p:cNvSpPr txBox="1"/>
          <p:nvPr/>
        </p:nvSpPr>
        <p:spPr>
          <a:xfrm>
            <a:off x="4360863" y="2624138"/>
            <a:ext cx="793750" cy="338137"/>
          </a:xfrm>
          <a:prstGeom prst="rect">
            <a:avLst/>
          </a:prstGeom>
          <a:noFill/>
          <a:ln w="9525">
            <a:noFill/>
          </a:ln>
        </p:spPr>
        <p:txBody>
          <a:bodyPr>
            <a:spAutoFit/>
          </a:bodyPr>
          <a:p>
            <a:pPr eaLnBrk="1" hangingPunct="1">
              <a:buFont typeface="Arial" panose="020B0604020202020204" pitchFamily="34" charset="0"/>
            </a:pPr>
            <a:r>
              <a:rPr lang="en-US" altLang="zh-CN" sz="1600">
                <a:solidFill>
                  <a:schemeClr val="tx1"/>
                </a:solidFill>
                <a:latin typeface="Calibri" panose="020F0502020204030204" pitchFamily="34" charset="0"/>
              </a:rPr>
              <a:t>T</a:t>
            </a:r>
            <a:endParaRPr lang="en-US" altLang="zh-CN" sz="1600">
              <a:solidFill>
                <a:schemeClr val="tx1"/>
              </a:solidFill>
              <a:latin typeface="Calibri" panose="020F0502020204030204" pitchFamily="34" charset="0"/>
            </a:endParaRPr>
          </a:p>
        </p:txBody>
      </p:sp>
      <p:sp>
        <p:nvSpPr>
          <p:cNvPr id="162897" name="Text Box 36"/>
          <p:cNvSpPr txBox="1"/>
          <p:nvPr/>
        </p:nvSpPr>
        <p:spPr>
          <a:xfrm>
            <a:off x="4791075" y="2586038"/>
            <a:ext cx="339725" cy="369887"/>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62898" name="Text Box 37"/>
          <p:cNvSpPr txBox="1"/>
          <p:nvPr/>
        </p:nvSpPr>
        <p:spPr>
          <a:xfrm>
            <a:off x="4421188" y="3068638"/>
            <a:ext cx="525462" cy="368300"/>
          </a:xfrm>
          <a:prstGeom prst="rect">
            <a:avLst/>
          </a:prstGeom>
          <a:noFill/>
          <a:ln w="9525">
            <a:noFill/>
          </a:ln>
        </p:spPr>
        <p:txBody>
          <a:bodyPr wrap="none">
            <a:spAutoFit/>
          </a:bodyPr>
          <a:p>
            <a:pPr eaLnBrk="1" hangingPunct="1">
              <a:buFont typeface="Arial" panose="020B0604020202020204" pitchFamily="34" charset="0"/>
            </a:pPr>
            <a:r>
              <a:rPr lang="en-US" altLang="zh-CN" sz="1800">
                <a:solidFill>
                  <a:schemeClr val="tx1"/>
                </a:solidFill>
                <a:latin typeface="Calibri" panose="020F0502020204030204" pitchFamily="34" charset="0"/>
              </a:rPr>
              <a:t>CLK</a:t>
            </a:r>
            <a:endParaRPr lang="en-US" altLang="zh-CN" sz="1800">
              <a:solidFill>
                <a:schemeClr val="tx1"/>
              </a:solidFill>
              <a:latin typeface="Calibri" panose="020F0502020204030204" pitchFamily="34" charset="0"/>
            </a:endParaRPr>
          </a:p>
        </p:txBody>
      </p:sp>
      <p:sp>
        <p:nvSpPr>
          <p:cNvPr id="162899" name="Rectangle 3"/>
          <p:cNvSpPr>
            <a:spLocks noGrp="1" noChangeArrowheads="1"/>
          </p:cNvSpPr>
          <p:nvPr/>
        </p:nvSpPr>
        <p:spPr bwMode="auto">
          <a:xfrm>
            <a:off x="381000" y="860425"/>
            <a:ext cx="17526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lvl1pPr defTabSz="685800">
              <a:defRPr sz="2000">
                <a:solidFill>
                  <a:srgbClr val="FFFF00"/>
                </a:solidFill>
                <a:latin typeface="Calibri" panose="020F0502020204030204" pitchFamily="34" charset="0"/>
                <a:ea typeface="宋体" panose="02010600030101010101" pitchFamily="2" charset="-122"/>
              </a:defRPr>
            </a:lvl1pPr>
            <a:lvl2pPr marL="742950" indent="-285750" defTabSz="685800">
              <a:defRPr sz="2000">
                <a:solidFill>
                  <a:srgbClr val="FFFF00"/>
                </a:solidFill>
                <a:latin typeface="Calibri" panose="020F0502020204030204" pitchFamily="34" charset="0"/>
                <a:ea typeface="宋体" panose="02010600030101010101" pitchFamily="2" charset="-122"/>
              </a:defRPr>
            </a:lvl2pPr>
            <a:lvl3pPr marL="1143000" indent="-228600" defTabSz="685800">
              <a:defRPr sz="2000">
                <a:solidFill>
                  <a:srgbClr val="FFFF00"/>
                </a:solidFill>
                <a:latin typeface="Calibri" panose="020F0502020204030204" pitchFamily="34" charset="0"/>
                <a:ea typeface="宋体" panose="02010600030101010101" pitchFamily="2" charset="-122"/>
              </a:defRPr>
            </a:lvl3pPr>
            <a:lvl4pPr marL="1600200" indent="-228600" defTabSz="685800">
              <a:defRPr sz="2000">
                <a:solidFill>
                  <a:srgbClr val="FFFF00"/>
                </a:solidFill>
                <a:latin typeface="Calibri" panose="020F0502020204030204" pitchFamily="34" charset="0"/>
                <a:ea typeface="宋体" panose="02010600030101010101" pitchFamily="2" charset="-122"/>
              </a:defRPr>
            </a:lvl4pPr>
            <a:lvl5pPr marL="2057400" indent="-228600" defTabSz="685800">
              <a:defRPr sz="2000">
                <a:solidFill>
                  <a:srgbClr val="FFFF00"/>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电路图：</a:t>
            </a:r>
            <a:endParaRPr kumimoji="0" lang="zh-CN" altLang="en-US" sz="240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endParaRPr>
          </a:p>
        </p:txBody>
      </p:sp>
      <p:sp>
        <p:nvSpPr>
          <p:cNvPr id="162900" name="Oval 558"/>
          <p:cNvSpPr/>
          <p:nvPr/>
        </p:nvSpPr>
        <p:spPr>
          <a:xfrm flipH="1">
            <a:off x="5089525" y="113188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1" name="Oval 558"/>
          <p:cNvSpPr/>
          <p:nvPr/>
        </p:nvSpPr>
        <p:spPr>
          <a:xfrm flipH="1">
            <a:off x="5089525" y="2139950"/>
            <a:ext cx="85725" cy="809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2" name="Oval 558"/>
          <p:cNvSpPr/>
          <p:nvPr/>
        </p:nvSpPr>
        <p:spPr>
          <a:xfrm flipH="1">
            <a:off x="5089525" y="313848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3" name="Oval 558"/>
          <p:cNvSpPr/>
          <p:nvPr/>
        </p:nvSpPr>
        <p:spPr>
          <a:xfrm flipH="1">
            <a:off x="5089525" y="4291013"/>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p:cNvSpPr>
          <p:nvPr>
            <p:ph type="title"/>
          </p:nvPr>
        </p:nvSpPr>
        <p:spPr>
          <a:xfrm>
            <a:off x="329248" y="544513"/>
            <a:ext cx="7772400" cy="528637"/>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(3)  </a:t>
            </a:r>
            <a:r>
              <a:rPr lang="zh-CN" altLang="en-US" sz="2000" b="1" dirty="0">
                <a:solidFill>
                  <a:srgbClr val="FF0000"/>
                </a:solidFill>
                <a:latin typeface="华文新魏" panose="02010800040101010101" pitchFamily="2" charset="-122"/>
                <a:ea typeface="华文新魏" panose="02010800040101010101" pitchFamily="2" charset="-122"/>
              </a:rPr>
              <a:t>用跳越的方法实现</a:t>
            </a:r>
            <a:r>
              <a:rPr lang="zh-CN" altLang="en-US" sz="2000" b="1" u="sng" dirty="0">
                <a:solidFill>
                  <a:srgbClr val="FF0000"/>
                </a:solidFill>
                <a:latin typeface="华文新魏" panose="02010800040101010101" pitchFamily="2" charset="-122"/>
                <a:ea typeface="华文新魏" panose="02010800040101010101" pitchFamily="2" charset="-122"/>
              </a:rPr>
              <a:t>任意模数</a:t>
            </a:r>
            <a:r>
              <a:rPr lang="zh-CN" altLang="en-US" sz="2000" b="1" dirty="0">
                <a:solidFill>
                  <a:srgbClr val="FF0000"/>
                </a:solidFill>
                <a:latin typeface="华文新魏" panose="02010800040101010101" pitchFamily="2" charset="-122"/>
                <a:ea typeface="华文新魏" panose="02010800040101010101" pitchFamily="2" charset="-122"/>
              </a:rPr>
              <a:t>的计数器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63843" name="Text Box 4"/>
          <p:cNvSpPr txBox="1"/>
          <p:nvPr/>
        </p:nvSpPr>
        <p:spPr>
          <a:xfrm>
            <a:off x="1033463" y="958850"/>
            <a:ext cx="4114800" cy="2044700"/>
          </a:xfrm>
          <a:prstGeom prst="rect">
            <a:avLst/>
          </a:prstGeom>
          <a:noFill/>
          <a:ln w="9525">
            <a:noFill/>
          </a:ln>
        </p:spPr>
        <p:txBody>
          <a:bodyPr>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跳越的概念：</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在实际应用中，往往计数</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器的模 </a:t>
            </a:r>
            <a:r>
              <a:rPr lang="en-US" altLang="zh-CN" b="1">
                <a:solidFill>
                  <a:srgbClr val="FF0000"/>
                </a:solidFill>
                <a:latin typeface="华文新魏" panose="02010800040101010101" pitchFamily="2" charset="-122"/>
                <a:ea typeface="华文新魏" panose="02010800040101010101" pitchFamily="2" charset="-122"/>
              </a:rPr>
              <a:t>m ≠ 2</a:t>
            </a:r>
            <a:r>
              <a:rPr lang="en-US" altLang="zh-CN" b="1" baseline="30000">
                <a:solidFill>
                  <a:srgbClr val="FF0000"/>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，为了能</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用模为</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的二进制计数器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实现模为</a:t>
            </a:r>
            <a:r>
              <a:rPr lang="en-US" altLang="zh-CN" b="1">
                <a:solidFill>
                  <a:schemeClr val="tx1"/>
                </a:solidFill>
                <a:latin typeface="华文新魏" panose="02010800040101010101" pitchFamily="2" charset="-122"/>
                <a:ea typeface="华文新魏" panose="02010800040101010101" pitchFamily="2" charset="-122"/>
              </a:rPr>
              <a:t>m</a:t>
            </a:r>
            <a:r>
              <a:rPr lang="zh-CN" altLang="en-US" b="1" dirty="0">
                <a:solidFill>
                  <a:schemeClr val="tx1"/>
                </a:solidFill>
                <a:latin typeface="华文新魏" panose="02010800040101010101" pitchFamily="2" charset="-122"/>
                <a:ea typeface="华文新魏" panose="02010800040101010101" pitchFamily="2" charset="-122"/>
              </a:rPr>
              <a:t>的计数器：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即      </a:t>
            </a:r>
            <a:r>
              <a:rPr lang="en-US" altLang="zh-CN" b="1">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&lt; m &lt; 2</a:t>
            </a:r>
            <a:r>
              <a:rPr lang="en-US" altLang="zh-CN" b="1" baseline="30000">
                <a:solidFill>
                  <a:srgbClr val="FF0000"/>
                </a:solidFill>
                <a:latin typeface="华文新魏" panose="02010800040101010101" pitchFamily="2" charset="-122"/>
                <a:ea typeface="华文新魏" panose="02010800040101010101" pitchFamily="2" charset="-122"/>
              </a:rPr>
              <a:t>n </a:t>
            </a:r>
            <a:endParaRPr lang="en-US" altLang="zh-CN" b="1" baseline="30000">
              <a:solidFill>
                <a:srgbClr val="FF0000"/>
              </a:solidFill>
              <a:latin typeface="华文新魏" panose="02010800040101010101" pitchFamily="2" charset="-122"/>
              <a:ea typeface="华文新魏" panose="02010800040101010101" pitchFamily="2" charset="-122"/>
            </a:endParaRPr>
          </a:p>
        </p:txBody>
      </p:sp>
      <p:sp>
        <p:nvSpPr>
          <p:cNvPr id="163844" name="Line 22"/>
          <p:cNvSpPr/>
          <p:nvPr/>
        </p:nvSpPr>
        <p:spPr>
          <a:xfrm flipV="1">
            <a:off x="5348605" y="2124075"/>
            <a:ext cx="2077720" cy="812800"/>
          </a:xfrm>
          <a:prstGeom prst="line">
            <a:avLst/>
          </a:prstGeom>
          <a:ln>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sp>
      <p:grpSp>
        <p:nvGrpSpPr>
          <p:cNvPr id="163845" name="Group 93"/>
          <p:cNvGrpSpPr/>
          <p:nvPr/>
        </p:nvGrpSpPr>
        <p:grpSpPr>
          <a:xfrm>
            <a:off x="5825490" y="1305878"/>
            <a:ext cx="939800" cy="450850"/>
            <a:chOff x="0" y="-24"/>
            <a:chExt cx="785" cy="379"/>
          </a:xfrm>
        </p:grpSpPr>
        <p:sp>
          <p:nvSpPr>
            <p:cNvPr id="163867" name="Line 21"/>
            <p:cNvSpPr/>
            <p:nvPr/>
          </p:nvSpPr>
          <p:spPr>
            <a:xfrm flipV="1">
              <a:off x="0" y="171"/>
              <a:ext cx="401" cy="184"/>
            </a:xfrm>
            <a:prstGeom prst="line">
              <a:avLst/>
            </a:prstGeom>
            <a:ln w="28575" cap="flat" cmpd="sng">
              <a:solidFill>
                <a:schemeClr val="tx1"/>
              </a:solidFill>
              <a:prstDash val="dash"/>
              <a:headEnd type="none" w="med" len="med"/>
              <a:tailEnd type="triangle" w="med" len="med"/>
            </a:ln>
          </p:spPr>
        </p:sp>
        <p:sp>
          <p:nvSpPr>
            <p:cNvPr id="163868" name="Oval 13"/>
            <p:cNvSpPr/>
            <p:nvPr/>
          </p:nvSpPr>
          <p:spPr>
            <a:xfrm>
              <a:off x="445" y="-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m+k</a:t>
              </a:r>
              <a:endParaRPr lang="en-US" altLang="zh-CN" sz="1800" b="1" baseline="-25000">
                <a:solidFill>
                  <a:schemeClr val="tx1"/>
                </a:solidFill>
                <a:latin typeface="黑体" panose="02010609060101010101" pitchFamily="2" charset="-122"/>
                <a:ea typeface="黑体" panose="02010609060101010101" pitchFamily="2" charset="-122"/>
              </a:endParaRPr>
            </a:p>
          </p:txBody>
        </p:sp>
      </p:grpSp>
      <p:sp>
        <p:nvSpPr>
          <p:cNvPr id="163846" name="Oval 12"/>
          <p:cNvSpPr/>
          <p:nvPr/>
        </p:nvSpPr>
        <p:spPr>
          <a:xfrm>
            <a:off x="7541578" y="1790065"/>
            <a:ext cx="406400" cy="404813"/>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47" name="Line 14"/>
          <p:cNvSpPr/>
          <p:nvPr/>
        </p:nvSpPr>
        <p:spPr>
          <a:xfrm>
            <a:off x="6906578" y="1596390"/>
            <a:ext cx="479425" cy="219075"/>
          </a:xfrm>
          <a:prstGeom prst="line">
            <a:avLst/>
          </a:prstGeom>
          <a:ln w="28575" cap="flat" cmpd="sng">
            <a:solidFill>
              <a:schemeClr val="tx1"/>
            </a:solidFill>
            <a:prstDash val="solid"/>
            <a:headEnd type="none" w="med" len="med"/>
            <a:tailEnd type="triangle" w="med" len="med"/>
          </a:ln>
        </p:spPr>
      </p:sp>
      <p:grpSp>
        <p:nvGrpSpPr>
          <p:cNvPr id="163848" name="Group 86"/>
          <p:cNvGrpSpPr/>
          <p:nvPr/>
        </p:nvGrpSpPr>
        <p:grpSpPr>
          <a:xfrm>
            <a:off x="7989253" y="2169478"/>
            <a:ext cx="406400" cy="973137"/>
            <a:chOff x="0" y="0"/>
            <a:chExt cx="340" cy="817"/>
          </a:xfrm>
        </p:grpSpPr>
        <p:sp>
          <p:nvSpPr>
            <p:cNvPr id="163865" name="Oval 11"/>
            <p:cNvSpPr/>
            <p:nvPr/>
          </p:nvSpPr>
          <p:spPr>
            <a:xfrm>
              <a:off x="0" y="477"/>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6" name="Line 15"/>
            <p:cNvSpPr/>
            <p:nvPr/>
          </p:nvSpPr>
          <p:spPr>
            <a:xfrm>
              <a:off x="0" y="0"/>
              <a:ext cx="147" cy="432"/>
            </a:xfrm>
            <a:prstGeom prst="line">
              <a:avLst/>
            </a:prstGeom>
            <a:ln w="28575" cap="flat" cmpd="sng">
              <a:solidFill>
                <a:schemeClr val="tx1"/>
              </a:solidFill>
              <a:prstDash val="solid"/>
              <a:headEnd type="none" w="med" len="med"/>
              <a:tailEnd type="triangle" w="med" len="med"/>
            </a:ln>
          </p:spPr>
        </p:sp>
      </p:grpSp>
      <p:grpSp>
        <p:nvGrpSpPr>
          <p:cNvPr id="163849" name="Group 87"/>
          <p:cNvGrpSpPr/>
          <p:nvPr/>
        </p:nvGrpSpPr>
        <p:grpSpPr>
          <a:xfrm>
            <a:off x="7543165" y="3185478"/>
            <a:ext cx="512763" cy="914400"/>
            <a:chOff x="0" y="0"/>
            <a:chExt cx="429" cy="769"/>
          </a:xfrm>
        </p:grpSpPr>
        <p:sp>
          <p:nvSpPr>
            <p:cNvPr id="163863" name="Oval 10"/>
            <p:cNvSpPr/>
            <p:nvPr/>
          </p:nvSpPr>
          <p:spPr>
            <a:xfrm>
              <a:off x="0" y="429"/>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4" name="Line 16"/>
            <p:cNvSpPr/>
            <p:nvPr/>
          </p:nvSpPr>
          <p:spPr>
            <a:xfrm flipH="1">
              <a:off x="282" y="0"/>
              <a:ext cx="147" cy="433"/>
            </a:xfrm>
            <a:prstGeom prst="line">
              <a:avLst/>
            </a:prstGeom>
            <a:ln w="28575" cap="flat" cmpd="sng">
              <a:solidFill>
                <a:schemeClr val="tx1"/>
              </a:solidFill>
              <a:prstDash val="solid"/>
              <a:headEnd type="none" w="med" len="med"/>
              <a:tailEnd type="triangle" w="med" len="med"/>
            </a:ln>
          </p:spPr>
        </p:sp>
      </p:grpSp>
      <p:grpSp>
        <p:nvGrpSpPr>
          <p:cNvPr id="163850" name="Group 88"/>
          <p:cNvGrpSpPr/>
          <p:nvPr/>
        </p:nvGrpSpPr>
        <p:grpSpPr>
          <a:xfrm>
            <a:off x="6533515" y="4037965"/>
            <a:ext cx="923925" cy="404813"/>
            <a:chOff x="0" y="0"/>
            <a:chExt cx="772" cy="340"/>
          </a:xfrm>
        </p:grpSpPr>
        <p:sp>
          <p:nvSpPr>
            <p:cNvPr id="163861" name="Oval 9"/>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2" name="Line 17"/>
            <p:cNvSpPr/>
            <p:nvPr/>
          </p:nvSpPr>
          <p:spPr>
            <a:xfrm flipH="1">
              <a:off x="371" y="18"/>
              <a:ext cx="401" cy="184"/>
            </a:xfrm>
            <a:prstGeom prst="line">
              <a:avLst/>
            </a:prstGeom>
            <a:ln w="28575" cap="flat" cmpd="sng">
              <a:solidFill>
                <a:schemeClr val="tx1"/>
              </a:solidFill>
              <a:prstDash val="solid"/>
              <a:headEnd type="none" w="med" len="med"/>
              <a:tailEnd type="triangle" w="med" len="med"/>
            </a:ln>
          </p:spPr>
        </p:sp>
      </p:grpSp>
      <p:grpSp>
        <p:nvGrpSpPr>
          <p:cNvPr id="163851" name="Group 89"/>
          <p:cNvGrpSpPr/>
          <p:nvPr/>
        </p:nvGrpSpPr>
        <p:grpSpPr>
          <a:xfrm>
            <a:off x="5290503" y="3709353"/>
            <a:ext cx="882650" cy="554037"/>
            <a:chOff x="0" y="0"/>
            <a:chExt cx="738" cy="465"/>
          </a:xfrm>
        </p:grpSpPr>
        <p:sp>
          <p:nvSpPr>
            <p:cNvPr id="163859" name="Oval 8"/>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60" name="Line 18"/>
            <p:cNvSpPr>
              <a:spLocks noChangeAspect="1"/>
            </p:cNvSpPr>
            <p:nvPr/>
          </p:nvSpPr>
          <p:spPr>
            <a:xfrm flipH="1" flipV="1">
              <a:off x="337" y="282"/>
              <a:ext cx="401" cy="183"/>
            </a:xfrm>
            <a:prstGeom prst="line">
              <a:avLst/>
            </a:prstGeom>
            <a:ln w="28575" cap="flat" cmpd="sng">
              <a:solidFill>
                <a:schemeClr val="tx1"/>
              </a:solidFill>
              <a:prstDash val="dash"/>
              <a:headEnd type="none" w="med" len="med"/>
              <a:tailEnd type="triangle" w="med" len="med"/>
            </a:ln>
          </p:spPr>
        </p:sp>
      </p:grpSp>
      <p:grpSp>
        <p:nvGrpSpPr>
          <p:cNvPr id="163852" name="Group 90"/>
          <p:cNvGrpSpPr/>
          <p:nvPr/>
        </p:nvGrpSpPr>
        <p:grpSpPr>
          <a:xfrm>
            <a:off x="4779328" y="2740978"/>
            <a:ext cx="406400" cy="962025"/>
            <a:chOff x="0" y="0"/>
            <a:chExt cx="340" cy="808"/>
          </a:xfrm>
        </p:grpSpPr>
        <p:sp>
          <p:nvSpPr>
            <p:cNvPr id="163857" name="Oval 7"/>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58" name="Line 19"/>
            <p:cNvSpPr/>
            <p:nvPr/>
          </p:nvSpPr>
          <p:spPr>
            <a:xfrm flipH="1" flipV="1">
              <a:off x="193" y="375"/>
              <a:ext cx="147" cy="433"/>
            </a:xfrm>
            <a:prstGeom prst="line">
              <a:avLst/>
            </a:prstGeom>
            <a:ln w="28575" cap="flat" cmpd="sng">
              <a:solidFill>
                <a:schemeClr val="tx1"/>
              </a:solidFill>
              <a:prstDash val="solid"/>
              <a:headEnd type="none" w="med" len="med"/>
              <a:tailEnd type="triangle" w="med" len="med"/>
            </a:ln>
          </p:spPr>
        </p:sp>
      </p:grpSp>
      <p:grpSp>
        <p:nvGrpSpPr>
          <p:cNvPr id="163853" name="Group 91"/>
          <p:cNvGrpSpPr/>
          <p:nvPr/>
        </p:nvGrpSpPr>
        <p:grpSpPr>
          <a:xfrm>
            <a:off x="5085715" y="1782128"/>
            <a:ext cx="549275" cy="890587"/>
            <a:chOff x="0" y="0"/>
            <a:chExt cx="459" cy="748"/>
          </a:xfrm>
        </p:grpSpPr>
        <p:sp>
          <p:nvSpPr>
            <p:cNvPr id="163855" name="Oval 6"/>
            <p:cNvSpPr/>
            <p:nvPr/>
          </p:nvSpPr>
          <p:spPr>
            <a:xfrm>
              <a:off x="119"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56" name="Line 20"/>
            <p:cNvSpPr/>
            <p:nvPr/>
          </p:nvSpPr>
          <p:spPr>
            <a:xfrm flipV="1">
              <a:off x="0" y="315"/>
              <a:ext cx="147" cy="433"/>
            </a:xfrm>
            <a:prstGeom prst="line">
              <a:avLst/>
            </a:prstGeom>
            <a:ln w="28575" cap="flat" cmpd="sng">
              <a:solidFill>
                <a:schemeClr val="tx1"/>
              </a:solidFill>
              <a:prstDash val="solid"/>
              <a:headEnd type="none" w="med" len="med"/>
              <a:tailEnd type="triangle" w="med" len="med"/>
            </a:ln>
          </p:spPr>
        </p:sp>
      </p:grpSp>
      <p:sp>
        <p:nvSpPr>
          <p:cNvPr id="163854" name="Text Box 125"/>
          <p:cNvSpPr txBox="1"/>
          <p:nvPr/>
        </p:nvSpPr>
        <p:spPr>
          <a:xfrm>
            <a:off x="1038225" y="3182938"/>
            <a:ext cx="3375660" cy="1706880"/>
          </a:xfrm>
          <a:prstGeom prst="rect">
            <a:avLst/>
          </a:prstGeom>
          <a:noFill/>
          <a:ln w="9525">
            <a:noFill/>
          </a:ln>
        </p:spPr>
        <p:txBody>
          <a:bodyPr wrap="none">
            <a:spAutoFit/>
          </a:bodyPr>
          <a:p>
            <a:pP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电路从</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个状态中跳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越过 </a:t>
            </a:r>
            <a:r>
              <a:rPr lang="en-US" altLang="zh-CN" b="1">
                <a:solidFill>
                  <a:srgbClr val="FF0000"/>
                </a:solidFill>
                <a:latin typeface="华文新魏" panose="02010800040101010101" pitchFamily="2" charset="-122"/>
                <a:ea typeface="华文新魏" panose="02010800040101010101" pitchFamily="2" charset="-122"/>
              </a:rPr>
              <a:t>K = 2</a:t>
            </a:r>
            <a:r>
              <a:rPr lang="en-US" altLang="zh-CN" b="1" baseline="30000">
                <a:solidFill>
                  <a:srgbClr val="FF0000"/>
                </a:solidFill>
                <a:latin typeface="华文新魏" panose="02010800040101010101" pitchFamily="2" charset="-122"/>
                <a:ea typeface="华文新魏" panose="02010800040101010101" pitchFamily="2" charset="-122"/>
              </a:rPr>
              <a:t>n </a:t>
            </a:r>
            <a:r>
              <a:rPr lang="en-US" altLang="zh-CN" b="1">
                <a:solidFill>
                  <a:srgbClr val="FF0000"/>
                </a:solidFill>
                <a:latin typeface="华文新魏" panose="02010800040101010101" pitchFamily="2" charset="-122"/>
                <a:ea typeface="华文新魏" panose="02010800040101010101" pitchFamily="2" charset="-122"/>
              </a:rPr>
              <a:t>- m</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个状态，</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使计数器以 </a:t>
            </a:r>
            <a:r>
              <a:rPr lang="en-US" altLang="zh-CN" b="1">
                <a:solidFill>
                  <a:schemeClr val="tx1"/>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为周期循环，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而在正常循环中不出现跳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过的 </a:t>
            </a:r>
            <a:r>
              <a:rPr lang="en-US" altLang="zh-CN" b="1">
                <a:solidFill>
                  <a:srgbClr val="FF0000"/>
                </a:solidFill>
                <a:latin typeface="华文新魏" panose="02010800040101010101" pitchFamily="2" charset="-122"/>
                <a:ea typeface="华文新魏" panose="02010800040101010101" pitchFamily="2" charset="-122"/>
              </a:rPr>
              <a:t>K</a:t>
            </a:r>
            <a:r>
              <a:rPr lang="zh-CN" altLang="en-US" b="1" dirty="0">
                <a:solidFill>
                  <a:schemeClr val="tx1"/>
                </a:solidFill>
                <a:latin typeface="华文新魏" panose="02010800040101010101" pitchFamily="2" charset="-122"/>
                <a:ea typeface="华文新魏" panose="02010800040101010101" pitchFamily="2" charset="-122"/>
              </a:rPr>
              <a:t>个状态。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43"/>
                                        </p:tgtEl>
                                        <p:attrNameLst>
                                          <p:attrName>style.visibility</p:attrName>
                                        </p:attrNameLst>
                                      </p:cBhvr>
                                      <p:to>
                                        <p:strVal val="visible"/>
                                      </p:to>
                                    </p:set>
                                    <p:animEffect transition="in" filter="blinds(horizontal)">
                                      <p:cBhvr>
                                        <p:cTn id="7" dur="500"/>
                                        <p:tgtEl>
                                          <p:spTgt spid="1638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54"/>
                                        </p:tgtEl>
                                        <p:attrNameLst>
                                          <p:attrName>style.visibility</p:attrName>
                                        </p:attrNameLst>
                                      </p:cBhvr>
                                      <p:to>
                                        <p:strVal val="visible"/>
                                      </p:to>
                                    </p:set>
                                    <p:animEffect transition="in" filter="blinds(horizontal)">
                                      <p:cBhvr>
                                        <p:cTn id="12" dur="500"/>
                                        <p:tgtEl>
                                          <p:spTgt spid="1638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blinds(horizontal)">
                                      <p:cBhvr>
                                        <p:cTn id="17" dur="500"/>
                                        <p:tgtEl>
                                          <p:spTgt spid="163844"/>
                                        </p:tgtEl>
                                      </p:cBhvr>
                                    </p:animEffect>
                                  </p:childTnLst>
                                </p:cTn>
                              </p:par>
                              <p:par>
                                <p:cTn id="18" presetID="3" presetClass="entr" presetSubtype="10" fill="hold" nodeType="withEffect">
                                  <p:stCondLst>
                                    <p:cond delay="0"/>
                                  </p:stCondLst>
                                  <p:childTnLst>
                                    <p:set>
                                      <p:cBhvr>
                                        <p:cTn id="19" dur="1" fill="hold">
                                          <p:stCondLst>
                                            <p:cond delay="0"/>
                                          </p:stCondLst>
                                        </p:cTn>
                                        <p:tgtEl>
                                          <p:spTgt spid="163845"/>
                                        </p:tgtEl>
                                        <p:attrNameLst>
                                          <p:attrName>style.visibility</p:attrName>
                                        </p:attrNameLst>
                                      </p:cBhvr>
                                      <p:to>
                                        <p:strVal val="visible"/>
                                      </p:to>
                                    </p:set>
                                    <p:animEffect transition="in" filter="blinds(horizontal)">
                                      <p:cBhvr>
                                        <p:cTn id="20" dur="500"/>
                                        <p:tgtEl>
                                          <p:spTgt spid="16384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3846"/>
                                        </p:tgtEl>
                                        <p:attrNameLst>
                                          <p:attrName>style.visibility</p:attrName>
                                        </p:attrNameLst>
                                      </p:cBhvr>
                                      <p:to>
                                        <p:strVal val="visible"/>
                                      </p:to>
                                    </p:set>
                                    <p:animEffect transition="in" filter="blinds(horizontal)">
                                      <p:cBhvr>
                                        <p:cTn id="23" dur="500"/>
                                        <p:tgtEl>
                                          <p:spTgt spid="163846"/>
                                        </p:tgtEl>
                                      </p:cBhvr>
                                    </p:animEffect>
                                  </p:childTnLst>
                                </p:cTn>
                              </p:par>
                              <p:par>
                                <p:cTn id="24" presetID="3" presetClass="entr" presetSubtype="10" fill="hold" nodeType="withEffect">
                                  <p:stCondLst>
                                    <p:cond delay="0"/>
                                  </p:stCondLst>
                                  <p:childTnLst>
                                    <p:set>
                                      <p:cBhvr>
                                        <p:cTn id="25" dur="1" fill="hold">
                                          <p:stCondLst>
                                            <p:cond delay="0"/>
                                          </p:stCondLst>
                                        </p:cTn>
                                        <p:tgtEl>
                                          <p:spTgt spid="163847"/>
                                        </p:tgtEl>
                                        <p:attrNameLst>
                                          <p:attrName>style.visibility</p:attrName>
                                        </p:attrNameLst>
                                      </p:cBhvr>
                                      <p:to>
                                        <p:strVal val="visible"/>
                                      </p:to>
                                    </p:set>
                                    <p:animEffect transition="in" filter="blinds(horizontal)">
                                      <p:cBhvr>
                                        <p:cTn id="26" dur="500"/>
                                        <p:tgtEl>
                                          <p:spTgt spid="163847"/>
                                        </p:tgtEl>
                                      </p:cBhvr>
                                    </p:animEffect>
                                  </p:childTnLst>
                                </p:cTn>
                              </p:par>
                              <p:par>
                                <p:cTn id="27" presetID="3" presetClass="entr" presetSubtype="10" fill="hold" nodeType="withEffect">
                                  <p:stCondLst>
                                    <p:cond delay="0"/>
                                  </p:stCondLst>
                                  <p:childTnLst>
                                    <p:set>
                                      <p:cBhvr>
                                        <p:cTn id="28" dur="1" fill="hold">
                                          <p:stCondLst>
                                            <p:cond delay="0"/>
                                          </p:stCondLst>
                                        </p:cTn>
                                        <p:tgtEl>
                                          <p:spTgt spid="163848"/>
                                        </p:tgtEl>
                                        <p:attrNameLst>
                                          <p:attrName>style.visibility</p:attrName>
                                        </p:attrNameLst>
                                      </p:cBhvr>
                                      <p:to>
                                        <p:strVal val="visible"/>
                                      </p:to>
                                    </p:set>
                                    <p:animEffect transition="in" filter="blinds(horizontal)">
                                      <p:cBhvr>
                                        <p:cTn id="29" dur="500"/>
                                        <p:tgtEl>
                                          <p:spTgt spid="163848"/>
                                        </p:tgtEl>
                                      </p:cBhvr>
                                    </p:animEffect>
                                  </p:childTnLst>
                                </p:cTn>
                              </p:par>
                              <p:par>
                                <p:cTn id="30" presetID="3" presetClass="entr" presetSubtype="10" fill="hold" nodeType="withEffect">
                                  <p:stCondLst>
                                    <p:cond delay="0"/>
                                  </p:stCondLst>
                                  <p:childTnLst>
                                    <p:set>
                                      <p:cBhvr>
                                        <p:cTn id="31" dur="1" fill="hold">
                                          <p:stCondLst>
                                            <p:cond delay="0"/>
                                          </p:stCondLst>
                                        </p:cTn>
                                        <p:tgtEl>
                                          <p:spTgt spid="163849"/>
                                        </p:tgtEl>
                                        <p:attrNameLst>
                                          <p:attrName>style.visibility</p:attrName>
                                        </p:attrNameLst>
                                      </p:cBhvr>
                                      <p:to>
                                        <p:strVal val="visible"/>
                                      </p:to>
                                    </p:set>
                                    <p:animEffect transition="in" filter="blinds(horizontal)">
                                      <p:cBhvr>
                                        <p:cTn id="32" dur="500"/>
                                        <p:tgtEl>
                                          <p:spTgt spid="163849"/>
                                        </p:tgtEl>
                                      </p:cBhvr>
                                    </p:animEffect>
                                  </p:childTnLst>
                                </p:cTn>
                              </p:par>
                              <p:par>
                                <p:cTn id="33" presetID="3" presetClass="entr" presetSubtype="10" fill="hold" nodeType="withEffect">
                                  <p:stCondLst>
                                    <p:cond delay="0"/>
                                  </p:stCondLst>
                                  <p:childTnLst>
                                    <p:set>
                                      <p:cBhvr>
                                        <p:cTn id="34" dur="1" fill="hold">
                                          <p:stCondLst>
                                            <p:cond delay="0"/>
                                          </p:stCondLst>
                                        </p:cTn>
                                        <p:tgtEl>
                                          <p:spTgt spid="163850"/>
                                        </p:tgtEl>
                                        <p:attrNameLst>
                                          <p:attrName>style.visibility</p:attrName>
                                        </p:attrNameLst>
                                      </p:cBhvr>
                                      <p:to>
                                        <p:strVal val="visible"/>
                                      </p:to>
                                    </p:set>
                                    <p:animEffect transition="in" filter="blinds(horizontal)">
                                      <p:cBhvr>
                                        <p:cTn id="35" dur="500"/>
                                        <p:tgtEl>
                                          <p:spTgt spid="163850"/>
                                        </p:tgtEl>
                                      </p:cBhvr>
                                    </p:animEffect>
                                  </p:childTnLst>
                                </p:cTn>
                              </p:par>
                              <p:par>
                                <p:cTn id="36" presetID="3" presetClass="entr" presetSubtype="10" fill="hold" nodeType="withEffect">
                                  <p:stCondLst>
                                    <p:cond delay="0"/>
                                  </p:stCondLst>
                                  <p:childTnLst>
                                    <p:set>
                                      <p:cBhvr>
                                        <p:cTn id="37" dur="1" fill="hold">
                                          <p:stCondLst>
                                            <p:cond delay="0"/>
                                          </p:stCondLst>
                                        </p:cTn>
                                        <p:tgtEl>
                                          <p:spTgt spid="163851"/>
                                        </p:tgtEl>
                                        <p:attrNameLst>
                                          <p:attrName>style.visibility</p:attrName>
                                        </p:attrNameLst>
                                      </p:cBhvr>
                                      <p:to>
                                        <p:strVal val="visible"/>
                                      </p:to>
                                    </p:set>
                                    <p:animEffect transition="in" filter="blinds(horizontal)">
                                      <p:cBhvr>
                                        <p:cTn id="38" dur="500"/>
                                        <p:tgtEl>
                                          <p:spTgt spid="163851"/>
                                        </p:tgtEl>
                                      </p:cBhvr>
                                    </p:animEffect>
                                  </p:childTnLst>
                                </p:cTn>
                              </p:par>
                              <p:par>
                                <p:cTn id="39" presetID="3" presetClass="entr" presetSubtype="10" fill="hold" nodeType="withEffect">
                                  <p:stCondLst>
                                    <p:cond delay="0"/>
                                  </p:stCondLst>
                                  <p:childTnLst>
                                    <p:set>
                                      <p:cBhvr>
                                        <p:cTn id="40" dur="1" fill="hold">
                                          <p:stCondLst>
                                            <p:cond delay="0"/>
                                          </p:stCondLst>
                                        </p:cTn>
                                        <p:tgtEl>
                                          <p:spTgt spid="163852"/>
                                        </p:tgtEl>
                                        <p:attrNameLst>
                                          <p:attrName>style.visibility</p:attrName>
                                        </p:attrNameLst>
                                      </p:cBhvr>
                                      <p:to>
                                        <p:strVal val="visible"/>
                                      </p:to>
                                    </p:set>
                                    <p:animEffect transition="in" filter="blinds(horizontal)">
                                      <p:cBhvr>
                                        <p:cTn id="41" dur="500"/>
                                        <p:tgtEl>
                                          <p:spTgt spid="163852"/>
                                        </p:tgtEl>
                                      </p:cBhvr>
                                    </p:animEffect>
                                  </p:childTnLst>
                                </p:cTn>
                              </p:par>
                              <p:par>
                                <p:cTn id="42" presetID="3" presetClass="entr" presetSubtype="10" fill="hold" nodeType="withEffect">
                                  <p:stCondLst>
                                    <p:cond delay="0"/>
                                  </p:stCondLst>
                                  <p:childTnLst>
                                    <p:set>
                                      <p:cBhvr>
                                        <p:cTn id="43" dur="1" fill="hold">
                                          <p:stCondLst>
                                            <p:cond delay="0"/>
                                          </p:stCondLst>
                                        </p:cTn>
                                        <p:tgtEl>
                                          <p:spTgt spid="163853"/>
                                        </p:tgtEl>
                                        <p:attrNameLst>
                                          <p:attrName>style.visibility</p:attrName>
                                        </p:attrNameLst>
                                      </p:cBhvr>
                                      <p:to>
                                        <p:strVal val="visible"/>
                                      </p:to>
                                    </p:set>
                                    <p:animEffect transition="in" filter="blinds(horizontal)">
                                      <p:cBhvr>
                                        <p:cTn id="44" dur="500"/>
                                        <p:tgtEl>
                                          <p:spTgt spid="163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3" grpId="1"/>
      <p:bldP spid="163854" grpId="0"/>
      <p:bldP spid="163854" grpId="1"/>
      <p:bldP spid="163846" grpId="0" animBg="1"/>
      <p:bldP spid="16384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3"/>
          <p:cNvSpPr>
            <a:spLocks noGrp="1"/>
          </p:cNvSpPr>
          <p:nvPr>
            <p:ph type="title"/>
          </p:nvPr>
        </p:nvSpPr>
        <p:spPr>
          <a:xfrm>
            <a:off x="396240" y="587693"/>
            <a:ext cx="7772400" cy="5143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设计一个 </a:t>
            </a:r>
            <a:r>
              <a:rPr lang="en-US" altLang="zh-CN" sz="2000" b="1">
                <a:latin typeface="华文新魏" panose="02010800040101010101" pitchFamily="2" charset="-122"/>
                <a:ea typeface="华文新魏" panose="02010800040101010101" pitchFamily="2" charset="-122"/>
              </a:rPr>
              <a:t>m = 6</a:t>
            </a:r>
            <a:r>
              <a:rPr lang="zh-CN" altLang="en-US" sz="2000" b="1" dirty="0">
                <a:latin typeface="华文新魏" panose="02010800040101010101" pitchFamily="2" charset="-122"/>
                <a:ea typeface="华文新魏" panose="02010800040101010101" pitchFamily="2" charset="-122"/>
              </a:rPr>
              <a:t>的计数器。</a:t>
            </a:r>
            <a:endParaRPr lang="zh-CN" altLang="en-US" sz="2000" b="1" dirty="0">
              <a:latin typeface="华文新魏" panose="02010800040101010101" pitchFamily="2" charset="-122"/>
              <a:ea typeface="华文新魏" panose="02010800040101010101" pitchFamily="2" charset="-122"/>
            </a:endParaRPr>
          </a:p>
        </p:txBody>
      </p:sp>
      <p:sp>
        <p:nvSpPr>
          <p:cNvPr id="164867" name="Text Box 4"/>
          <p:cNvSpPr txBox="1"/>
          <p:nvPr/>
        </p:nvSpPr>
        <p:spPr>
          <a:xfrm>
            <a:off x="395605" y="995363"/>
            <a:ext cx="4267200" cy="2061210"/>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选择模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的二进制计数器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实现模 </a:t>
            </a:r>
            <a:r>
              <a:rPr lang="en-US" altLang="zh-CN" b="1">
                <a:solidFill>
                  <a:schemeClr val="tx1"/>
                </a:solidFill>
                <a:latin typeface="华文新魏" panose="02010800040101010101" pitchFamily="2" charset="-122"/>
                <a:ea typeface="华文新魏" panose="02010800040101010101" pitchFamily="2" charset="-122"/>
              </a:rPr>
              <a:t>6 </a:t>
            </a:r>
            <a:r>
              <a:rPr lang="zh-CN" altLang="en-US" b="1" dirty="0">
                <a:solidFill>
                  <a:schemeClr val="tx1"/>
                </a:solidFill>
                <a:latin typeface="华文新魏" panose="02010800040101010101" pitchFamily="2" charset="-122"/>
                <a:ea typeface="华文新魏" panose="02010800040101010101" pitchFamily="2" charset="-122"/>
              </a:rPr>
              <a:t>计数器，即：</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5</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1</a:t>
            </a:r>
            <a:endParaRPr lang="en-US" altLang="zh-CN" b="1" baseline="3000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需要从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个状态中跳越过</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两个状态，</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zh-CN" altLang="en-US" b="1" dirty="0">
                <a:solidFill>
                  <a:srgbClr val="FF0000"/>
                </a:solidFill>
                <a:latin typeface="华文新魏" panose="02010800040101010101" pitchFamily="2" charset="-122"/>
                <a:ea typeface="华文新魏" panose="02010800040101010101" pitchFamily="2" charset="-122"/>
              </a:rPr>
              <a:t>为起跳</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状态。</a:t>
            </a:r>
            <a:endParaRPr lang="zh-CN" altLang="en-US" b="1" baseline="-25000" dirty="0">
              <a:solidFill>
                <a:srgbClr val="FF0000"/>
              </a:solidFill>
              <a:latin typeface="华文新魏" panose="02010800040101010101" pitchFamily="2" charset="-122"/>
              <a:ea typeface="华文新魏" panose="02010800040101010101" pitchFamily="2" charset="-122"/>
            </a:endParaRPr>
          </a:p>
        </p:txBody>
      </p:sp>
      <p:sp>
        <p:nvSpPr>
          <p:cNvPr id="164894" name="Text Box 40"/>
          <p:cNvSpPr txBox="1"/>
          <p:nvPr/>
        </p:nvSpPr>
        <p:spPr>
          <a:xfrm>
            <a:off x="593090" y="3292475"/>
            <a:ext cx="4496435" cy="1353185"/>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所谓</a:t>
            </a:r>
            <a:r>
              <a:rPr lang="zh-CN" altLang="en-US" b="1" dirty="0">
                <a:solidFill>
                  <a:srgbClr val="FF0000"/>
                </a:solidFill>
                <a:latin typeface="华文新魏" panose="02010800040101010101" pitchFamily="2" charset="-122"/>
                <a:ea typeface="华文新魏" panose="02010800040101010101" pitchFamily="2" charset="-122"/>
              </a:rPr>
              <a:t>多余状态（无用状态</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电路中要跳跃过的状态，是在正常</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工作循环中不出现的状态，称为</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多余状态</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，如</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4860290" y="516890"/>
            <a:ext cx="4175125" cy="4250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ppt_x"/>
                                          </p:val>
                                        </p:tav>
                                        <p:tav tm="100000">
                                          <p:val>
                                            <p:strVal val="#ppt_x"/>
                                          </p:val>
                                        </p:tav>
                                      </p:tavLst>
                                    </p:anim>
                                    <p:anim calcmode="lin" valueType="num">
                                      <p:cBhvr additive="base">
                                        <p:cTn id="8" dur="500" fill="hold"/>
                                        <p:tgtEl>
                                          <p:spTgt spid="1648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4894"/>
                                        </p:tgtEl>
                                        <p:attrNameLst>
                                          <p:attrName>style.visibility</p:attrName>
                                        </p:attrNameLst>
                                      </p:cBhvr>
                                      <p:to>
                                        <p:strVal val="visible"/>
                                      </p:to>
                                    </p:set>
                                    <p:anim calcmode="lin" valueType="num">
                                      <p:cBhvr additive="base">
                                        <p:cTn id="19" dur="500" fill="hold"/>
                                        <p:tgtEl>
                                          <p:spTgt spid="164894"/>
                                        </p:tgtEl>
                                        <p:attrNameLst>
                                          <p:attrName>ppt_x</p:attrName>
                                        </p:attrNameLst>
                                      </p:cBhvr>
                                      <p:tavLst>
                                        <p:tav tm="0">
                                          <p:val>
                                            <p:strVal val="#ppt_x"/>
                                          </p:val>
                                        </p:tav>
                                        <p:tav tm="100000">
                                          <p:val>
                                            <p:strVal val="#ppt_x"/>
                                          </p:val>
                                        </p:tav>
                                      </p:tavLst>
                                    </p:anim>
                                    <p:anim calcmode="lin" valueType="num">
                                      <p:cBhvr additive="base">
                                        <p:cTn id="20" dur="500" fill="hold"/>
                                        <p:tgtEl>
                                          <p:spTgt spid="164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p:bldP spid="16489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3"/>
          <p:cNvSpPr>
            <a:spLocks noGrp="1"/>
          </p:cNvSpPr>
          <p:nvPr>
            <p:ph type="title"/>
          </p:nvPr>
        </p:nvSpPr>
        <p:spPr>
          <a:xfrm>
            <a:off x="831850" y="544513"/>
            <a:ext cx="7772400" cy="5143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多余状态的处理</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65891" name="Text Box 41"/>
          <p:cNvSpPr txBox="1"/>
          <p:nvPr/>
        </p:nvSpPr>
        <p:spPr>
          <a:xfrm>
            <a:off x="900113" y="915988"/>
            <a:ext cx="7200900" cy="793750"/>
          </a:xfrm>
          <a:prstGeom prst="rect">
            <a:avLst/>
          </a:prstGeom>
          <a:noFill/>
          <a:ln w="9525">
            <a:noFill/>
          </a:ln>
        </p:spPr>
        <p:txBody>
          <a:bodyPr>
            <a:spAutoFit/>
          </a:bodyPr>
          <a:p>
            <a:pPr eaLnBrk="1" hangingPunct="1">
              <a:lnSpc>
                <a:spcPct val="115000"/>
              </a:lnSpc>
              <a:spcBef>
                <a:spcPct val="50000"/>
              </a:spcBef>
              <a:buFont typeface="Arial" panose="020B0604020202020204" pitchFamily="34" charset="0"/>
              <a:buChar char="•"/>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随机出现的</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应当经过</a:t>
            </a:r>
            <a:r>
              <a:rPr lang="zh-CN" altLang="en-US" b="1" dirty="0">
                <a:solidFill>
                  <a:schemeClr val="tx1"/>
                </a:solidFill>
                <a:highlight>
                  <a:srgbClr val="FFFF00"/>
                </a:highlight>
                <a:latin typeface="华文新魏" panose="02010800040101010101" pitchFamily="2" charset="-122"/>
                <a:ea typeface="华文新魏" panose="02010800040101010101" pitchFamily="2" charset="-122"/>
              </a:rPr>
              <a:t>有限节拍后</a:t>
            </a:r>
            <a:r>
              <a:rPr lang="zh-CN" altLang="en-US" b="1" dirty="0">
                <a:solidFill>
                  <a:schemeClr val="tx1"/>
                </a:solidFill>
                <a:latin typeface="华文新魏" panose="02010800040101010101" pitchFamily="2" charset="-122"/>
                <a:ea typeface="华文新魏" panose="02010800040101010101" pitchFamily="2" charset="-122"/>
              </a:rPr>
              <a:t>自动进入</a:t>
            </a:r>
            <a:r>
              <a:rPr lang="zh-CN" altLang="en-US" b="1" dirty="0">
                <a:solidFill>
                  <a:srgbClr val="FF0000"/>
                </a:solidFill>
                <a:latin typeface="华文新魏" panose="02010800040101010101" pitchFamily="2" charset="-122"/>
                <a:ea typeface="华文新魏" panose="02010800040101010101" pitchFamily="2" charset="-122"/>
              </a:rPr>
              <a:t>有用状态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也称</a:t>
            </a:r>
            <a:r>
              <a:rPr lang="zh-CN" altLang="en-US" b="1" dirty="0">
                <a:solidFill>
                  <a:srgbClr val="FF0000"/>
                </a:solidFill>
                <a:latin typeface="华文新魏" panose="02010800040101010101" pitchFamily="2" charset="-122"/>
                <a:ea typeface="华文新魏" panose="02010800040101010101" pitchFamily="2" charset="-122"/>
              </a:rPr>
              <a:t>有效状态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，不允许停在无用状态或在无用状态中循环。</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5892" name="Text Box 42"/>
          <p:cNvSpPr txBox="1"/>
          <p:nvPr/>
        </p:nvSpPr>
        <p:spPr>
          <a:xfrm>
            <a:off x="828675" y="1708150"/>
            <a:ext cx="7331710" cy="1689100"/>
          </a:xfrm>
          <a:prstGeom prst="rect">
            <a:avLst/>
          </a:prstGeom>
          <a:noFill/>
          <a:ln w="9525">
            <a:noFill/>
          </a:ln>
        </p:spPr>
        <p:txBody>
          <a:bodyPr wrap="square">
            <a:spAutoFit/>
          </a:bodyPr>
          <a:p>
            <a:pPr eaLnBrk="1" hangingPunct="1">
              <a:lnSpc>
                <a:spcPct val="105000"/>
              </a:lnSpc>
              <a:spcBef>
                <a:spcPct val="50000"/>
              </a:spcBef>
              <a:buFont typeface="Arial" panose="020B0604020202020204" pitchFamily="34" charset="0"/>
              <a:buChar char="•"/>
            </a:pPr>
            <a:r>
              <a:rPr lang="en-US" altLang="zh-CN">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通常采用的措施是</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① 从动（被动）式起动电路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通过</a:t>
            </a:r>
            <a:r>
              <a:rPr lang="zh-CN" altLang="en-US" b="1" dirty="0">
                <a:solidFill>
                  <a:srgbClr val="FF0000"/>
                </a:solidFill>
                <a:latin typeface="华文新魏" panose="02010800040101010101" pitchFamily="2" charset="-122"/>
                <a:ea typeface="华文新魏" panose="02010800040101010101" pitchFamily="2" charset="-122"/>
              </a:rPr>
              <a:t>人工按键</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复位、或设计</a:t>
            </a:r>
            <a:r>
              <a:rPr lang="zh-CN" altLang="en-US" b="1" dirty="0">
                <a:solidFill>
                  <a:srgbClr val="FF0000"/>
                </a:solidFill>
                <a:latin typeface="华文新魏" panose="02010800040101010101" pitchFamily="2" charset="-122"/>
                <a:ea typeface="华文新魏" panose="02010800040101010101" pitchFamily="2" charset="-122"/>
              </a:rPr>
              <a:t>一个电源启动</a:t>
            </a:r>
            <a:r>
              <a:rPr lang="zh-CN" altLang="en-US" b="1" dirty="0">
                <a:solidFill>
                  <a:schemeClr val="tx1"/>
                </a:solidFill>
                <a:latin typeface="华文新魏" panose="02010800040101010101" pitchFamily="2" charset="-122"/>
                <a:ea typeface="华文新魏" panose="02010800040101010101" pitchFamily="2" charset="-122"/>
              </a:rPr>
              <a:t>的能输出强置位信号的电路、或由其他电路提供初始化信号。</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65893" name="Text Box 43"/>
          <p:cNvSpPr txBox="1"/>
          <p:nvPr/>
        </p:nvSpPr>
        <p:spPr>
          <a:xfrm>
            <a:off x="898525" y="3346450"/>
            <a:ext cx="7261860" cy="1535430"/>
          </a:xfrm>
          <a:prstGeom prst="rect">
            <a:avLst/>
          </a:prstGeom>
          <a:noFill/>
          <a:ln w="9525">
            <a:noFill/>
          </a:ln>
        </p:spPr>
        <p:txBody>
          <a:bodyPr wrap="square">
            <a:spAutoFit/>
          </a:bodyPr>
          <a:p>
            <a:pPr eaLnBrk="1" hangingPunct="1">
              <a:lnSpc>
                <a:spcPct val="10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② </a:t>
            </a:r>
            <a:r>
              <a:rPr lang="zh-CN" altLang="en-US" b="1" dirty="0">
                <a:solidFill>
                  <a:srgbClr val="FF0000"/>
                </a:solidFill>
                <a:latin typeface="华文新魏" panose="02010800040101010101" pitchFamily="2" charset="-122"/>
                <a:ea typeface="华文新魏" panose="02010800040101010101" pitchFamily="2" charset="-122"/>
              </a:rPr>
              <a:t>主动式</a:t>
            </a:r>
            <a:r>
              <a:rPr lang="zh-CN" altLang="en-US" b="1" dirty="0">
                <a:solidFill>
                  <a:schemeClr val="tx1"/>
                </a:solidFill>
                <a:latin typeface="华文新魏" panose="02010800040101010101" pitchFamily="2" charset="-122"/>
                <a:ea typeface="华文新魏" panose="02010800040101010101" pitchFamily="2" charset="-122"/>
              </a:rPr>
              <a:t>电路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由状态测试电路识别计数器是否处于无用状态，若是，则该电路输出一个有效电平，强置使计数器进入或创造条件使计数器进入有用状态。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1"/>
                                        </p:tgtEl>
                                        <p:attrNameLst>
                                          <p:attrName>style.visibility</p:attrName>
                                        </p:attrNameLst>
                                      </p:cBhvr>
                                      <p:to>
                                        <p:strVal val="visible"/>
                                      </p:to>
                                    </p:set>
                                    <p:anim calcmode="lin" valueType="num">
                                      <p:cBhvr additive="base">
                                        <p:cTn id="7" dur="500" fill="hold"/>
                                        <p:tgtEl>
                                          <p:spTgt spid="165891"/>
                                        </p:tgtEl>
                                        <p:attrNameLst>
                                          <p:attrName>ppt_x</p:attrName>
                                        </p:attrNameLst>
                                      </p:cBhvr>
                                      <p:tavLst>
                                        <p:tav tm="0">
                                          <p:val>
                                            <p:strVal val="#ppt_x"/>
                                          </p:val>
                                        </p:tav>
                                        <p:tav tm="100000">
                                          <p:val>
                                            <p:strVal val="#ppt_x"/>
                                          </p:val>
                                        </p:tav>
                                      </p:tavLst>
                                    </p:anim>
                                    <p:anim calcmode="lin" valueType="num">
                                      <p:cBhvr additive="base">
                                        <p:cTn id="8" dur="500" fill="hold"/>
                                        <p:tgtEl>
                                          <p:spTgt spid="1658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5892"/>
                                        </p:tgtEl>
                                        <p:attrNameLst>
                                          <p:attrName>style.visibility</p:attrName>
                                        </p:attrNameLst>
                                      </p:cBhvr>
                                      <p:to>
                                        <p:strVal val="visible"/>
                                      </p:to>
                                    </p:set>
                                    <p:anim calcmode="lin" valueType="num">
                                      <p:cBhvr additive="base">
                                        <p:cTn id="13" dur="500" fill="hold"/>
                                        <p:tgtEl>
                                          <p:spTgt spid="165892"/>
                                        </p:tgtEl>
                                        <p:attrNameLst>
                                          <p:attrName>ppt_x</p:attrName>
                                        </p:attrNameLst>
                                      </p:cBhvr>
                                      <p:tavLst>
                                        <p:tav tm="0">
                                          <p:val>
                                            <p:strVal val="#ppt_x"/>
                                          </p:val>
                                        </p:tav>
                                        <p:tav tm="100000">
                                          <p:val>
                                            <p:strVal val="#ppt_x"/>
                                          </p:val>
                                        </p:tav>
                                      </p:tavLst>
                                    </p:anim>
                                    <p:anim calcmode="lin" valueType="num">
                                      <p:cBhvr additive="base">
                                        <p:cTn id="14" dur="500" fill="hold"/>
                                        <p:tgtEl>
                                          <p:spTgt spid="1658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5893"/>
                                        </p:tgtEl>
                                        <p:attrNameLst>
                                          <p:attrName>style.visibility</p:attrName>
                                        </p:attrNameLst>
                                      </p:cBhvr>
                                      <p:to>
                                        <p:strVal val="visible"/>
                                      </p:to>
                                    </p:set>
                                    <p:anim calcmode="lin" valueType="num">
                                      <p:cBhvr additive="base">
                                        <p:cTn id="19" dur="500" fill="hold"/>
                                        <p:tgtEl>
                                          <p:spTgt spid="165893"/>
                                        </p:tgtEl>
                                        <p:attrNameLst>
                                          <p:attrName>ppt_x</p:attrName>
                                        </p:attrNameLst>
                                      </p:cBhvr>
                                      <p:tavLst>
                                        <p:tav tm="0">
                                          <p:val>
                                            <p:strVal val="#ppt_x"/>
                                          </p:val>
                                        </p:tav>
                                        <p:tav tm="100000">
                                          <p:val>
                                            <p:strVal val="#ppt_x"/>
                                          </p:val>
                                        </p:tav>
                                      </p:tavLst>
                                    </p:anim>
                                    <p:anim calcmode="lin" valueType="num">
                                      <p:cBhvr additive="base">
                                        <p:cTn id="20" dur="500" fill="hold"/>
                                        <p:tgtEl>
                                          <p:spTgt spid="165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p:bldP spid="165892" grpId="0"/>
      <p:bldP spid="16589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a:xfrm>
            <a:off x="685800" y="760413"/>
            <a:ext cx="5715000" cy="514350"/>
          </a:xfrm>
          <a:prstGeom prst="rect">
            <a:avLst/>
          </a:prstGeom>
          <a:noFill/>
          <a:ln w="9525">
            <a:noFill/>
          </a:ln>
        </p:spPr>
        <p:txBody>
          <a:bodyPr/>
          <a:p>
            <a:pPr marL="514350" indent="-514350" eaLnBrk="1" hangingPunct="1">
              <a:buFont typeface="宋体" panose="02010600030101010101" pitchFamily="2" charset="-122"/>
              <a:buAutoNum type="circleNumDbPlain"/>
            </a:pPr>
            <a:r>
              <a:rPr lang="en-US" altLang="zh-CN" sz="2000" b="1">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强置位计数器</a:t>
            </a:r>
            <a:r>
              <a:rPr lang="zh-CN" altLang="en-US" sz="2000" b="1" i="1" dirty="0">
                <a:solidFill>
                  <a:srgbClr val="FF0000"/>
                </a:solidFill>
                <a:latin typeface="华文新魏" panose="02010800040101010101" pitchFamily="2" charset="-122"/>
                <a:ea typeface="华文新魏" panose="02010800040101010101" pitchFamily="2" charset="-122"/>
              </a:rPr>
              <a:t>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Resetting</a:t>
            </a:r>
            <a:r>
              <a:rPr lang="en-US" altLang="zh-CN" sz="2000" b="1">
                <a:solidFill>
                  <a:srgbClr val="FF0000"/>
                </a:solidFill>
                <a:latin typeface="华文新魏" panose="02010800040101010101" pitchFamily="2" charset="-122"/>
                <a:ea typeface="华文新魏" panose="02010800040101010101" pitchFamily="2" charset="-122"/>
              </a:rPr>
              <a:t>)</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66915" name="Text Box 4"/>
          <p:cNvSpPr txBox="1"/>
          <p:nvPr/>
        </p:nvSpPr>
        <p:spPr>
          <a:xfrm>
            <a:off x="1042035" y="1635125"/>
            <a:ext cx="7754620" cy="2522855"/>
          </a:xfrm>
          <a:prstGeom prst="rect">
            <a:avLst/>
          </a:prstGeom>
          <a:noFill/>
          <a:ln w="9525">
            <a:noFill/>
          </a:ln>
        </p:spPr>
        <p:txBody>
          <a:bodyPr wrap="square">
            <a:spAutoFit/>
          </a:bodyPr>
          <a:p>
            <a:pPr eaLnBrk="1" hangingPunct="1">
              <a:lnSpc>
                <a:spcPct val="8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设计电路时，先设计一个</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dirty="0">
                <a:solidFill>
                  <a:schemeClr val="tx1"/>
                </a:solidFill>
                <a:latin typeface="华文新魏" panose="02010800040101010101" pitchFamily="2" charset="-122"/>
                <a:ea typeface="华文新魏" panose="02010800040101010101" pitchFamily="2" charset="-122"/>
              </a:rPr>
              <a:t>，然后再</a:t>
            </a:r>
            <a:r>
              <a:rPr lang="zh-CN" altLang="en-US" b="1" dirty="0">
                <a:solidFill>
                  <a:srgbClr val="FF0000"/>
                </a:solidFill>
                <a:latin typeface="华文新魏" panose="02010800040101010101" pitchFamily="2" charset="-122"/>
                <a:ea typeface="华文新魏" panose="02010800040101010101" pitchFamily="2" charset="-122"/>
              </a:rPr>
              <a:t>加入强置位</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电路。</a:t>
            </a:r>
            <a:r>
              <a:rPr lang="zh-CN" altLang="en-US" b="1" dirty="0">
                <a:solidFill>
                  <a:schemeClr val="tx1"/>
                </a:solidFill>
                <a:latin typeface="华文新魏" panose="02010800040101010101" pitchFamily="2" charset="-122"/>
                <a:ea typeface="华文新魏" panose="02010800040101010101" pitchFamily="2" charset="-122"/>
              </a:rPr>
              <a:t>假设</a:t>
            </a:r>
            <a:r>
              <a:rPr lang="zh-CN" altLang="en-US" b="1" dirty="0">
                <a:solidFill>
                  <a:srgbClr val="FF0000"/>
                </a:solidFill>
                <a:latin typeface="华文新魏" panose="02010800040101010101" pitchFamily="2" charset="-122"/>
                <a:ea typeface="华文新魏" panose="02010800040101010101" pitchFamily="2" charset="-122"/>
              </a:rPr>
              <a:t>起跳状态为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r>
              <a:rPr lang="zh-CN" altLang="en-US" b="1" dirty="0">
                <a:solidFill>
                  <a:schemeClr val="tx1"/>
                </a:solidFill>
                <a:latin typeface="华文新魏" panose="02010800040101010101" pitchFamily="2" charset="-122"/>
                <a:ea typeface="华文新魏" panose="02010800040101010101" pitchFamily="2" charset="-122"/>
              </a:rPr>
              <a:t>，则有：</a:t>
            </a:r>
            <a:endParaRPr lang="zh-CN" altLang="en-US" b="1" dirty="0">
              <a:solidFill>
                <a:schemeClr val="tx1"/>
              </a:solidFill>
              <a:latin typeface="华文新魏" panose="02010800040101010101" pitchFamily="2" charset="-122"/>
              <a:ea typeface="华文新魏" panose="02010800040101010101" pitchFamily="2" charset="-122"/>
            </a:endParaRPr>
          </a:p>
          <a:p>
            <a:pPr marL="742950" lvl="1" indent="-285750" eaLnBrk="1" hangingPunct="1">
              <a:lnSpc>
                <a:spcPct val="12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在没有出现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 </a:t>
            </a:r>
            <a:r>
              <a:rPr lang="zh-CN" altLang="en-US" b="1" dirty="0">
                <a:solidFill>
                  <a:schemeClr val="tx1"/>
                </a:solidFill>
                <a:latin typeface="华文新魏" panose="02010800040101010101" pitchFamily="2" charset="-122"/>
                <a:ea typeface="华文新魏" panose="02010800040101010101" pitchFamily="2" charset="-122"/>
              </a:rPr>
              <a:t>时，不影响二进制计数器的状态转换规律，强置位的逻辑电平为无效。</a:t>
            </a:r>
            <a:endParaRPr lang="zh-CN" altLang="en-US" b="1" dirty="0">
              <a:solidFill>
                <a:schemeClr val="tx1"/>
              </a:solidFill>
              <a:latin typeface="华文新魏" panose="02010800040101010101" pitchFamily="2" charset="-122"/>
              <a:ea typeface="华文新魏" panose="02010800040101010101" pitchFamily="2" charset="-122"/>
            </a:endParaRPr>
          </a:p>
          <a:p>
            <a:pPr marL="742950" lvl="1" indent="-285750" eaLnBrk="1" hangingPunct="1">
              <a:lnSpc>
                <a:spcPct val="8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r>
              <a:rPr lang="zh-CN" altLang="en-US" b="1" dirty="0">
                <a:solidFill>
                  <a:schemeClr val="tx1"/>
                </a:solidFill>
                <a:latin typeface="华文新魏" panose="02010800040101010101" pitchFamily="2" charset="-122"/>
                <a:ea typeface="华文新魏" panose="02010800040101010101" pitchFamily="2" charset="-122"/>
              </a:rPr>
              <a:t>时，强置位电平有效，从而对预定的某些位</a:t>
            </a:r>
            <a:endParaRPr lang="en-US" altLang="zh-CN" b="1">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触发器实行预定的</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强制置位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sym typeface="+mn-ea"/>
              </a:rPr>
              <a:t>强制</a:t>
            </a:r>
            <a:r>
              <a:rPr lang="zh-CN" altLang="en-US" b="1" dirty="0">
                <a:solidFill>
                  <a:schemeClr val="tx1"/>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5"/>
          <p:cNvSpPr/>
          <p:nvPr/>
        </p:nvSpPr>
        <p:spPr>
          <a:xfrm>
            <a:off x="569913" y="2224723"/>
            <a:ext cx="16002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39" name="Text Box 6"/>
          <p:cNvSpPr txBox="1"/>
          <p:nvPr/>
        </p:nvSpPr>
        <p:spPr>
          <a:xfrm>
            <a:off x="649288" y="2281873"/>
            <a:ext cx="1520825" cy="1376362"/>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endParaRPr lang="en-US" altLang="zh-CN">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0" name="Rectangle 9"/>
          <p:cNvSpPr/>
          <p:nvPr/>
        </p:nvSpPr>
        <p:spPr>
          <a:xfrm>
            <a:off x="273685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1" name="Text Box 10"/>
          <p:cNvSpPr txBox="1"/>
          <p:nvPr/>
        </p:nvSpPr>
        <p:spPr>
          <a:xfrm>
            <a:off x="2784475" y="2280285"/>
            <a:ext cx="1495425" cy="1376363"/>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endParaRPr lang="en-US" altLang="zh-CN" b="1">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有效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2" name="Rectangle 12"/>
          <p:cNvSpPr/>
          <p:nvPr/>
        </p:nvSpPr>
        <p:spPr>
          <a:xfrm>
            <a:off x="6916738"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3" name="Text Box 13"/>
          <p:cNvSpPr txBox="1"/>
          <p:nvPr/>
        </p:nvSpPr>
        <p:spPr>
          <a:xfrm>
            <a:off x="6796088" y="2280285"/>
            <a:ext cx="1736725" cy="1376363"/>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a+2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a+K+2</a:t>
            </a:r>
            <a:r>
              <a:rPr lang="en-US" altLang="zh-CN">
                <a:solidFill>
                  <a:schemeClr val="tx1"/>
                </a:solidFill>
                <a:latin typeface="华文新魏" panose="02010800040101010101" pitchFamily="2" charset="-122"/>
                <a:ea typeface="华文新魏" panose="02010800040101010101" pitchFamily="2" charset="-122"/>
              </a:rPr>
              <a:t>   </a:t>
            </a:r>
            <a:endParaRPr lang="en-US" altLang="zh-CN">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4" name="Rectangle 15"/>
          <p:cNvSpPr/>
          <p:nvPr/>
        </p:nvSpPr>
        <p:spPr>
          <a:xfrm>
            <a:off x="485140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5" name="Text Box 16"/>
          <p:cNvSpPr txBox="1"/>
          <p:nvPr/>
        </p:nvSpPr>
        <p:spPr>
          <a:xfrm>
            <a:off x="4699000" y="2281873"/>
            <a:ext cx="1828800" cy="1343025"/>
          </a:xfrm>
          <a:prstGeom prst="rect">
            <a:avLst/>
          </a:prstGeom>
          <a:noFill/>
          <a:ln w="9525">
            <a:noFill/>
          </a:ln>
        </p:spPr>
        <p:txBody>
          <a:bodyPr>
            <a:spAutoFit/>
          </a:bodyPr>
          <a:p>
            <a:pPr algn="ctr" eaLnBrk="1" hangingPunct="1">
              <a:lnSpc>
                <a:spcPct val="65000"/>
              </a:lnSpc>
              <a:spcBef>
                <a:spcPct val="50000"/>
              </a:spcBef>
              <a:buFont typeface="Arial" panose="020B0604020202020204" pitchFamily="34" charset="0"/>
            </a:pP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endParaRPr lang="zh-CN" altLang="en-US" b="1" dirty="0">
              <a:solidFill>
                <a:srgbClr val="0000FF"/>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a+K+1</a:t>
            </a:r>
            <a:r>
              <a:rPr lang="en-US" altLang="zh-CN">
                <a:solidFill>
                  <a:srgbClr val="FF0000"/>
                </a:solidFill>
                <a:latin typeface="华文新魏" panose="02010800040101010101" pitchFamily="2" charset="-122"/>
                <a:ea typeface="华文新魏" panose="02010800040101010101" pitchFamily="2" charset="-122"/>
              </a:rPr>
              <a:t> </a:t>
            </a:r>
            <a:endParaRPr lang="en-US" altLang="zh-CN">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endParaRPr lang="zh-CN" altLang="en-US" dirty="0">
              <a:solidFill>
                <a:schemeClr val="tx1"/>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67946" name="Line 17"/>
          <p:cNvSpPr/>
          <p:nvPr/>
        </p:nvSpPr>
        <p:spPr>
          <a:xfrm>
            <a:off x="2154238" y="2908935"/>
            <a:ext cx="609600" cy="0"/>
          </a:xfrm>
          <a:prstGeom prst="line">
            <a:avLst/>
          </a:prstGeom>
          <a:ln w="57150" cap="flat" cmpd="sng">
            <a:solidFill>
              <a:srgbClr val="FF0000"/>
            </a:solidFill>
            <a:prstDash val="solid"/>
            <a:headEnd type="none" w="med" len="med"/>
            <a:tailEnd type="triangle" w="med" len="med"/>
          </a:ln>
        </p:spPr>
      </p:sp>
      <p:sp>
        <p:nvSpPr>
          <p:cNvPr id="167947" name="Line 18"/>
          <p:cNvSpPr/>
          <p:nvPr/>
        </p:nvSpPr>
        <p:spPr>
          <a:xfrm>
            <a:off x="4237038" y="2908935"/>
            <a:ext cx="609600" cy="0"/>
          </a:xfrm>
          <a:prstGeom prst="line">
            <a:avLst/>
          </a:prstGeom>
          <a:ln w="57150" cap="flat" cmpd="sng">
            <a:solidFill>
              <a:srgbClr val="FF0000"/>
            </a:solidFill>
            <a:prstDash val="solid"/>
            <a:headEnd type="none" w="med" len="med"/>
            <a:tailEnd type="triangle" w="med" len="med"/>
          </a:ln>
        </p:spPr>
      </p:sp>
      <p:sp>
        <p:nvSpPr>
          <p:cNvPr id="167948" name="Line 19"/>
          <p:cNvSpPr/>
          <p:nvPr/>
        </p:nvSpPr>
        <p:spPr>
          <a:xfrm>
            <a:off x="6348413" y="2908935"/>
            <a:ext cx="609600" cy="0"/>
          </a:xfrm>
          <a:prstGeom prst="line">
            <a:avLst/>
          </a:prstGeom>
          <a:ln w="57150" cap="flat" cmpd="sng">
            <a:solidFill>
              <a:srgbClr val="FF0000"/>
            </a:solidFill>
            <a:prstDash val="solid"/>
            <a:headEnd type="none" w="med" len="med"/>
            <a:tailEnd type="triangle" w="med" len="med"/>
          </a:ln>
        </p:spPr>
      </p:sp>
      <p:sp>
        <p:nvSpPr>
          <p:cNvPr id="167949" name="Text Box 21"/>
          <p:cNvSpPr txBox="1"/>
          <p:nvPr/>
        </p:nvSpPr>
        <p:spPr>
          <a:xfrm>
            <a:off x="457835" y="503555"/>
            <a:ext cx="4388485" cy="46037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2400" b="1" dirty="0">
                <a:solidFill>
                  <a:schemeClr val="tx1"/>
                </a:solidFill>
                <a:latin typeface="华文新魏" panose="02010800040101010101" pitchFamily="2" charset="-122"/>
                <a:ea typeface="华文新魏" panose="02010800040101010101" pitchFamily="2" charset="-122"/>
              </a:rPr>
              <a:t>计数器的跳跃过程如下：</a:t>
            </a:r>
            <a:endParaRPr lang="zh-CN" altLang="en-US" sz="2400" b="1" dirty="0">
              <a:solidFill>
                <a:schemeClr val="tx1"/>
              </a:solidFill>
              <a:latin typeface="华文新魏" panose="02010800040101010101" pitchFamily="2" charset="-122"/>
              <a:ea typeface="华文新魏" panose="02010800040101010101" pitchFamily="2" charset="-122"/>
            </a:endParaRPr>
          </a:p>
        </p:txBody>
      </p:sp>
      <p:sp>
        <p:nvSpPr>
          <p:cNvPr id="167951" name="矩形 167950"/>
          <p:cNvSpPr/>
          <p:nvPr/>
        </p:nvSpPr>
        <p:spPr>
          <a:xfrm>
            <a:off x="648335" y="4159250"/>
            <a:ext cx="8291195" cy="398780"/>
          </a:xfrm>
          <a:prstGeom prst="rect">
            <a:avLst/>
          </a:prstGeom>
          <a:noFill/>
          <a:ln w="9525">
            <a:noFill/>
          </a:ln>
        </p:spPr>
        <p:txBody>
          <a:bodyPr wrap="square" anchor="t">
            <a:spAutoFit/>
          </a:bodyPr>
          <a:p>
            <a:r>
              <a:rPr lang="zh-CN" altLang="en-US" b="1" dirty="0">
                <a:solidFill>
                  <a:srgbClr val="0000FF"/>
                </a:solidFill>
                <a:latin typeface="华文新魏" panose="02010800040101010101" pitchFamily="2" charset="-122"/>
                <a:ea typeface="华文新魏" panose="02010800040101010101" pitchFamily="2" charset="-122"/>
              </a:rPr>
              <a:t>注意：第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a:solidFill>
                  <a:srgbClr val="0000FF"/>
                </a:solidFill>
                <a:latin typeface="华文新魏" panose="02010800040101010101" pitchFamily="2" charset="-122"/>
                <a:ea typeface="华文新魏" panose="02010800040101010101" pitchFamily="2" charset="-122"/>
              </a:rPr>
              <a:t>时钟节</a:t>
            </a:r>
            <a:r>
              <a:rPr lang="zh-CN" altLang="en-US" b="1" dirty="0">
                <a:solidFill>
                  <a:srgbClr val="0000FF"/>
                </a:solidFill>
                <a:latin typeface="华文新魏" panose="02010800040101010101" pitchFamily="2" charset="-122"/>
                <a:ea typeface="华文新魏" panose="02010800040101010101" pitchFamily="2" charset="-122"/>
              </a:rPr>
              <a:t>拍电路经历两个状态，强置位电路输出从有到无！</a:t>
            </a:r>
            <a:endParaRPr lang="zh-CN" altLang="en-US" b="1" dirty="0">
              <a:solidFill>
                <a:srgbClr val="0000FF"/>
              </a:solidFill>
              <a:latin typeface="华文新魏" panose="02010800040101010101" pitchFamily="2" charset="-122"/>
              <a:ea typeface="华文新魏" panose="02010800040101010101" pitchFamily="2" charset="-122"/>
            </a:endParaRPr>
          </a:p>
        </p:txBody>
      </p:sp>
      <p:sp>
        <p:nvSpPr>
          <p:cNvPr id="2" name="左大括号 1"/>
          <p:cNvSpPr/>
          <p:nvPr/>
        </p:nvSpPr>
        <p:spPr>
          <a:xfrm rot="5400000">
            <a:off x="4350385" y="565150"/>
            <a:ext cx="508000" cy="2681605"/>
          </a:xfrm>
          <a:prstGeom prst="leftBrace">
            <a:avLst>
              <a:gd name="adj1" fmla="val 8333"/>
              <a:gd name="adj2" fmla="val 5004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Text Box 21"/>
          <p:cNvSpPr txBox="1"/>
          <p:nvPr/>
        </p:nvSpPr>
        <p:spPr>
          <a:xfrm>
            <a:off x="2593975" y="918210"/>
            <a:ext cx="3980180" cy="675640"/>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这个时钟节拍强制电路启动，使</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电路由一种状态进入下一个状态！</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2000" fill="hold"/>
                                        <p:tgtEl>
                                          <p:spTgt spid="167951"/>
                                        </p:tgtEl>
                                        <p:attrNameLst>
                                          <p:attrName>fillcolor</p:attrName>
                                        </p:attrNameLst>
                                      </p:cBhvr>
                                      <p:to>
                                        <a:schemeClr val="accent2"/>
                                      </p:to>
                                    </p:animClr>
                                    <p:set>
                                      <p:cBhvr>
                                        <p:cTn id="19" dur="2000" fill="hold"/>
                                        <p:tgtEl>
                                          <p:spTgt spid="167951"/>
                                        </p:tgtEl>
                                        <p:attrNameLst>
                                          <p:attrName>fill.type</p:attrName>
                                        </p:attrNameLst>
                                      </p:cBhvr>
                                      <p:to>
                                        <p:strVal val="solid"/>
                                      </p:to>
                                    </p:set>
                                    <p:set>
                                      <p:cBhvr>
                                        <p:cTn id="20" dur="2000" fill="hold"/>
                                        <p:tgtEl>
                                          <p:spTgt spid="16795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a:xfrm>
            <a:off x="581025" y="615950"/>
            <a:ext cx="5867400" cy="457200"/>
          </a:xfrm>
          <a:prstGeom prst="rect">
            <a:avLst/>
          </a:prstGeom>
          <a:noFill/>
          <a:ln w="9525">
            <a:noFill/>
          </a:ln>
        </p:spPr>
        <p:txBody>
          <a:bodyPr/>
          <a:p>
            <a:pPr eaLnBrk="1" hangingPunct="1"/>
            <a:r>
              <a:rPr lang="zh-CN" altLang="en-US" sz="2000" b="1" dirty="0">
                <a:highlight>
                  <a:srgbClr val="FF0000"/>
                </a:highlight>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分析图示的六进制计数器。</a:t>
            </a:r>
            <a:endParaRPr lang="zh-CN" altLang="en-US" sz="2000" b="1" dirty="0">
              <a:latin typeface="华文新魏" panose="02010800040101010101" pitchFamily="2" charset="-122"/>
              <a:ea typeface="华文新魏" panose="02010800040101010101" pitchFamily="2" charset="-122"/>
            </a:endParaRPr>
          </a:p>
        </p:txBody>
      </p:sp>
      <p:sp>
        <p:nvSpPr>
          <p:cNvPr id="168963" name="Text Box 174"/>
          <p:cNvSpPr txBox="1"/>
          <p:nvPr/>
        </p:nvSpPr>
        <p:spPr>
          <a:xfrm>
            <a:off x="661670" y="1289050"/>
            <a:ext cx="2606675" cy="1445260"/>
          </a:xfrm>
          <a:prstGeom prst="rect">
            <a:avLst/>
          </a:prstGeom>
          <a:noFill/>
          <a:ln w="9525">
            <a:noFill/>
          </a:ln>
        </p:spPr>
        <p:txBody>
          <a:bodyPr wrap="square">
            <a:spAutoFit/>
          </a:bodyPr>
          <a:p>
            <a:pPr eaLnBrk="1" hangingPunct="1">
              <a:lnSpc>
                <a:spcPct val="11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若</a:t>
            </a:r>
            <a:r>
              <a:rPr lang="zh-CN" altLang="en-US" b="1" dirty="0">
                <a:solidFill>
                  <a:srgbClr val="0000CC"/>
                </a:solidFill>
                <a:latin typeface="华文新魏" panose="02010800040101010101" pitchFamily="2" charset="-122"/>
                <a:ea typeface="华文新魏" panose="02010800040101010101" pitchFamily="2" charset="-122"/>
              </a:rPr>
              <a:t>不考虑</a:t>
            </a:r>
            <a:r>
              <a:rPr lang="zh-CN" altLang="en-US" b="1" dirty="0">
                <a:solidFill>
                  <a:srgbClr val="FF0000"/>
                </a:solidFill>
                <a:latin typeface="华文新魏" panose="02010800040101010101" pitchFamily="2" charset="-122"/>
                <a:ea typeface="华文新魏" panose="02010800040101010101" pitchFamily="2" charset="-122"/>
              </a:rPr>
              <a:t>门</a:t>
            </a:r>
            <a:r>
              <a:rPr lang="en-US" altLang="zh-CN" b="1">
                <a:solidFill>
                  <a:srgbClr val="FF0000"/>
                </a:solidFill>
                <a:latin typeface="华文新魏" panose="02010800040101010101" pitchFamily="2" charset="-122"/>
                <a:ea typeface="华文新魏" panose="02010800040101010101" pitchFamily="2" charset="-122"/>
              </a:rPr>
              <a:t>G</a:t>
            </a:r>
            <a:r>
              <a:rPr lang="en-US" altLang="zh-CN" b="1" baseline="-25000">
                <a:solidFill>
                  <a:srgbClr val="FF0000"/>
                </a:solidFill>
                <a:latin typeface="华文新魏" panose="02010800040101010101" pitchFamily="2" charset="-122"/>
                <a:ea typeface="华文新魏" panose="02010800040101010101" pitchFamily="2" charset="-122"/>
              </a:rPr>
              <a:t>C</a:t>
            </a:r>
            <a:r>
              <a:rPr lang="zh-CN" altLang="en-US" b="1" dirty="0">
                <a:solidFill>
                  <a:schemeClr val="tx1"/>
                </a:solidFill>
                <a:latin typeface="华文新魏" panose="02010800040101010101" pitchFamily="2" charset="-122"/>
                <a:ea typeface="华文新魏" panose="02010800040101010101" pitchFamily="2" charset="-122"/>
              </a:rPr>
              <a:t>及信号</a:t>
            </a:r>
            <a:r>
              <a:rPr lang="en-US" altLang="zh-CN" b="1">
                <a:solidFill>
                  <a:srgbClr val="0000CC"/>
                </a:solidFill>
                <a:latin typeface="华文新魏" panose="02010800040101010101" pitchFamily="2" charset="-122"/>
                <a:ea typeface="华文新魏" panose="02010800040101010101" pitchFamily="2" charset="-122"/>
              </a:rPr>
              <a:t>G</a:t>
            </a:r>
            <a:r>
              <a:rPr lang="en-US" altLang="zh-CN" b="1" baseline="-25000">
                <a:solidFill>
                  <a:srgbClr val="0000CC"/>
                </a:solidFill>
                <a:latin typeface="华文新魏" panose="02010800040101010101" pitchFamily="2" charset="-122"/>
                <a:ea typeface="华文新魏" panose="02010800040101010101" pitchFamily="2" charset="-122"/>
              </a:rPr>
              <a:t>CO</a:t>
            </a:r>
            <a:r>
              <a:rPr lang="zh-CN" altLang="en-US" b="1" dirty="0">
                <a:solidFill>
                  <a:schemeClr val="tx1"/>
                </a:solidFill>
                <a:latin typeface="华文新魏" panose="02010800040101010101" pitchFamily="2" charset="-122"/>
                <a:ea typeface="华文新魏" panose="02010800040101010101" pitchFamily="2" charset="-122"/>
              </a:rPr>
              <a:t>的作用，则该电路为由三个</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触发器构成的</a:t>
            </a:r>
            <a:r>
              <a:rPr lang="zh-CN" altLang="en-US" b="1" dirty="0">
                <a:solidFill>
                  <a:srgbClr val="0000CC"/>
                </a:solidFill>
                <a:latin typeface="华文新魏" panose="02010800040101010101" pitchFamily="2" charset="-122"/>
                <a:ea typeface="华文新魏" panose="02010800040101010101" pitchFamily="2" charset="-122"/>
              </a:rPr>
              <a:t>模</a:t>
            </a:r>
            <a:r>
              <a:rPr lang="en-US" altLang="zh-CN" b="1">
                <a:solidFill>
                  <a:srgbClr val="0000CC"/>
                </a:solidFill>
                <a:latin typeface="华文新魏" panose="02010800040101010101" pitchFamily="2" charset="-122"/>
                <a:ea typeface="华文新魏" panose="02010800040101010101" pitchFamily="2" charset="-122"/>
              </a:rPr>
              <a:t>8</a:t>
            </a:r>
            <a:r>
              <a:rPr lang="zh-CN" altLang="en-US" b="1" dirty="0">
                <a:solidFill>
                  <a:srgbClr val="0000CC"/>
                </a:solidFill>
                <a:latin typeface="华文新魏" panose="02010800040101010101" pitchFamily="2" charset="-122"/>
                <a:ea typeface="华文新魏" panose="02010800040101010101" pitchFamily="2" charset="-122"/>
              </a:rPr>
              <a:t>加</a:t>
            </a:r>
            <a:r>
              <a:rPr lang="en-US" altLang="zh-CN" b="1">
                <a:solidFill>
                  <a:srgbClr val="0000CC"/>
                </a:solidFill>
                <a:latin typeface="华文新魏" panose="02010800040101010101" pitchFamily="2" charset="-122"/>
                <a:ea typeface="华文新魏" panose="02010800040101010101" pitchFamily="2" charset="-122"/>
              </a:rPr>
              <a:t>1</a:t>
            </a:r>
            <a:r>
              <a:rPr lang="zh-CN" altLang="en-US" b="1" dirty="0">
                <a:solidFill>
                  <a:srgbClr val="0000CC"/>
                </a:solidFill>
                <a:latin typeface="华文新魏" panose="02010800040101010101" pitchFamily="2" charset="-122"/>
                <a:ea typeface="华文新魏" panose="02010800040101010101" pitchFamily="2" charset="-122"/>
              </a:rPr>
              <a:t>计数器。</a:t>
            </a:r>
            <a:endParaRPr lang="zh-CN" altLang="en-US" b="1" dirty="0">
              <a:solidFill>
                <a:srgbClr val="0000CC"/>
              </a:solidFill>
              <a:latin typeface="华文新魏" panose="02010800040101010101" pitchFamily="2" charset="-122"/>
              <a:ea typeface="华文新魏" panose="02010800040101010101" pitchFamily="2" charset="-122"/>
            </a:endParaRPr>
          </a:p>
        </p:txBody>
      </p:sp>
      <p:sp>
        <p:nvSpPr>
          <p:cNvPr id="168964" name="Text Box 175"/>
          <p:cNvSpPr txBox="1"/>
          <p:nvPr/>
        </p:nvSpPr>
        <p:spPr>
          <a:xfrm>
            <a:off x="720090" y="3830955"/>
            <a:ext cx="3695065" cy="645160"/>
          </a:xfrm>
          <a:prstGeom prst="rect">
            <a:avLst/>
          </a:prstGeom>
          <a:noFill/>
          <a:ln w="9525">
            <a:noFill/>
          </a:ln>
        </p:spPr>
        <p:txBody>
          <a:bodyPr wrap="square">
            <a:spAutoFit/>
          </a:bodyPr>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当电路状态为</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S</a:t>
            </a:r>
            <a:r>
              <a:rPr lang="en-US" altLang="zh-CN" b="1" baseline="-25000">
                <a:solidFill>
                  <a:srgbClr val="0000CC"/>
                </a:solidFill>
                <a:latin typeface="华文新魏" panose="02010800040101010101" pitchFamily="2" charset="-122"/>
                <a:ea typeface="华文新魏" panose="02010800040101010101" pitchFamily="2" charset="-122"/>
              </a:rPr>
              <a:t>7  </a:t>
            </a:r>
            <a:r>
              <a:rPr lang="en-US" altLang="zh-CN" b="1">
                <a:solidFill>
                  <a:srgbClr val="0000CC"/>
                </a:solidFill>
                <a:latin typeface="华文新魏" panose="02010800040101010101" pitchFamily="2" charset="-122"/>
                <a:ea typeface="华文新魏" panose="02010800040101010101" pitchFamily="2" charset="-122"/>
              </a:rPr>
              <a:t>(111) </a:t>
            </a:r>
            <a:r>
              <a:rPr lang="zh-CN" altLang="en-US" b="1" dirty="0">
                <a:solidFill>
                  <a:schemeClr val="tx1"/>
                </a:solidFill>
                <a:latin typeface="华文新魏" panose="02010800040101010101" pitchFamily="2" charset="-122"/>
                <a:ea typeface="华文新魏" panose="02010800040101010101" pitchFamily="2" charset="-122"/>
              </a:rPr>
              <a:t>时，</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G</a:t>
            </a:r>
            <a:r>
              <a:rPr lang="en-US" altLang="zh-CN" b="1" baseline="-25000">
                <a:solidFill>
                  <a:srgbClr val="FF0000"/>
                </a:solidFill>
                <a:latin typeface="华文新魏" panose="02010800040101010101" pitchFamily="2" charset="-122"/>
                <a:ea typeface="华文新魏" panose="02010800040101010101" pitchFamily="2" charset="-122"/>
              </a:rPr>
              <a:t>CO </a:t>
            </a:r>
            <a:r>
              <a:rPr lang="en-US" altLang="zh-CN" b="1">
                <a:solidFill>
                  <a:srgbClr val="FF0000"/>
                </a:solidFill>
                <a:latin typeface="华文新魏" panose="02010800040101010101" pitchFamily="2" charset="-122"/>
                <a:ea typeface="华文新魏" panose="02010800040101010101" pitchFamily="2" charset="-122"/>
              </a:rPr>
              <a:t>= 0 </a:t>
            </a:r>
            <a:r>
              <a:rPr lang="zh-CN" altLang="en-US" b="1">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sym typeface="+mn-ea"/>
              </a:rPr>
              <a:t>S</a:t>
            </a:r>
            <a:r>
              <a:rPr lang="en-US" altLang="zh-CN" b="1" baseline="-25000">
                <a:solidFill>
                  <a:srgbClr val="0000CC"/>
                </a:solidFill>
                <a:latin typeface="华文新魏" panose="02010800040101010101" pitchFamily="2" charset="-122"/>
                <a:ea typeface="华文新魏" panose="02010800040101010101" pitchFamily="2" charset="-122"/>
                <a:sym typeface="+mn-ea"/>
              </a:rPr>
              <a:t>7  </a:t>
            </a:r>
            <a:r>
              <a:rPr lang="en-US" altLang="zh-CN" b="1">
                <a:solidFill>
                  <a:srgbClr val="0000CC"/>
                </a:solidFill>
                <a:latin typeface="华文新魏" panose="02010800040101010101" pitchFamily="2" charset="-122"/>
                <a:ea typeface="华文新魏" panose="02010800040101010101" pitchFamily="2" charset="-122"/>
                <a:sym typeface="+mn-ea"/>
              </a:rPr>
              <a:t>(111) </a:t>
            </a:r>
            <a:r>
              <a:rPr lang="en-US" altLang="zh-CN" b="1">
                <a:solidFill>
                  <a:srgbClr val="FF0000"/>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S</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(001)</a:t>
            </a:r>
            <a:endParaRPr lang="en-US" altLang="zh-CN" b="1">
              <a:solidFill>
                <a:srgbClr val="0000CC"/>
              </a:solidFill>
              <a:latin typeface="华文新魏" panose="02010800040101010101" pitchFamily="2" charset="-122"/>
              <a:ea typeface="华文新魏" panose="02010800040101010101" pitchFamily="2" charset="-122"/>
            </a:endParaRPr>
          </a:p>
        </p:txBody>
      </p:sp>
      <p:sp>
        <p:nvSpPr>
          <p:cNvPr id="168965" name="Text Box 181"/>
          <p:cNvSpPr txBox="1"/>
          <p:nvPr/>
        </p:nvSpPr>
        <p:spPr>
          <a:xfrm>
            <a:off x="698500" y="3005138"/>
            <a:ext cx="1497013" cy="396875"/>
          </a:xfrm>
          <a:prstGeom prst="rect">
            <a:avLst/>
          </a:prstGeom>
          <a:noFill/>
          <a:ln w="9525">
            <a:noFill/>
          </a:ln>
        </p:spPr>
        <p:txBody>
          <a:bodyPr wrap="none">
            <a:spAutoFit/>
          </a:bodyPr>
          <a:p>
            <a:pPr eaLnBrk="1" hangingPunct="1">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G</a:t>
            </a:r>
            <a:r>
              <a:rPr lang="en-US" altLang="zh-CN" b="1" baseline="-25000">
                <a:solidFill>
                  <a:srgbClr val="FF0000"/>
                </a:solidFill>
                <a:latin typeface="黑体" panose="02010609060101010101" pitchFamily="2" charset="-122"/>
                <a:ea typeface="黑体" panose="02010609060101010101" pitchFamily="2" charset="-122"/>
              </a:rPr>
              <a:t>CO</a:t>
            </a:r>
            <a:r>
              <a:rPr lang="en-US" altLang="zh-CN" b="1">
                <a:solidFill>
                  <a:srgbClr val="FF0000"/>
                </a:solidFill>
                <a:latin typeface="黑体" panose="02010609060101010101" pitchFamily="2" charset="-122"/>
                <a:ea typeface="黑体" panose="02010609060101010101" pitchFamily="2" charset="-122"/>
              </a:rPr>
              <a:t> = Q</a:t>
            </a:r>
            <a:r>
              <a:rPr lang="en-US" altLang="zh-CN" b="1" baseline="-25000">
                <a:solidFill>
                  <a:srgbClr val="FF0000"/>
                </a:solidFill>
                <a:latin typeface="黑体" panose="02010609060101010101" pitchFamily="2" charset="-122"/>
                <a:ea typeface="黑体" panose="02010609060101010101" pitchFamily="2" charset="-122"/>
              </a:rPr>
              <a:t>3</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2</a:t>
            </a:r>
            <a:r>
              <a:rPr lang="en-US" altLang="zh-CN" b="1">
                <a:solidFill>
                  <a:srgbClr val="FF0000"/>
                </a:solidFill>
                <a:latin typeface="黑体" panose="02010609060101010101" pitchFamily="2" charset="-122"/>
                <a:ea typeface="黑体" panose="02010609060101010101" pitchFamily="2" charset="-122"/>
              </a:rPr>
              <a:t>Q</a:t>
            </a:r>
            <a:r>
              <a:rPr lang="en-US" altLang="zh-CN" b="1" baseline="-25000">
                <a:solidFill>
                  <a:srgbClr val="FF0000"/>
                </a:solidFill>
                <a:latin typeface="黑体" panose="02010609060101010101" pitchFamily="2" charset="-122"/>
                <a:ea typeface="黑体" panose="02010609060101010101" pitchFamily="2" charset="-122"/>
              </a:rPr>
              <a:t>1</a:t>
            </a:r>
            <a:endParaRPr lang="en-US" altLang="zh-CN" b="1" baseline="-25000">
              <a:solidFill>
                <a:srgbClr val="FF0000"/>
              </a:solidFill>
              <a:latin typeface="黑体" panose="02010609060101010101" pitchFamily="2" charset="-122"/>
              <a:ea typeface="黑体" panose="02010609060101010101" pitchFamily="2" charset="-122"/>
            </a:endParaRPr>
          </a:p>
        </p:txBody>
      </p:sp>
      <p:sp>
        <p:nvSpPr>
          <p:cNvPr id="168966" name="Line 185"/>
          <p:cNvSpPr>
            <a:spLocks noChangeShapeType="1"/>
          </p:cNvSpPr>
          <p:nvPr/>
        </p:nvSpPr>
        <p:spPr bwMode="auto">
          <a:xfrm>
            <a:off x="1406525" y="3054350"/>
            <a:ext cx="641350" cy="0"/>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68967" name="组合 2"/>
          <p:cNvGrpSpPr/>
          <p:nvPr/>
        </p:nvGrpSpPr>
        <p:grpSpPr>
          <a:xfrm>
            <a:off x="4019868" y="458153"/>
            <a:ext cx="4467225" cy="4267200"/>
            <a:chOff x="2790825" y="838200"/>
            <a:chExt cx="6154738" cy="5641975"/>
          </a:xfrm>
        </p:grpSpPr>
        <p:grpSp>
          <p:nvGrpSpPr>
            <p:cNvPr id="168970" name="Group 228"/>
            <p:cNvGrpSpPr/>
            <p:nvPr/>
          </p:nvGrpSpPr>
          <p:grpSpPr>
            <a:xfrm>
              <a:off x="2790825" y="838200"/>
              <a:ext cx="4829175" cy="5641975"/>
              <a:chOff x="0" y="0"/>
              <a:chExt cx="3042" cy="3554"/>
            </a:xfrm>
          </p:grpSpPr>
          <p:sp>
            <p:nvSpPr>
              <p:cNvPr id="168994" name="Line 15"/>
              <p:cNvSpPr>
                <a:spLocks noChangeShapeType="1"/>
              </p:cNvSpPr>
              <p:nvPr/>
            </p:nvSpPr>
            <p:spPr bwMode="auto">
              <a:xfrm flipH="1" flipV="1">
                <a:off x="2499" y="751"/>
                <a:ext cx="16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5" name="Line 48"/>
              <p:cNvSpPr>
                <a:spLocks noChangeShapeType="1"/>
              </p:cNvSpPr>
              <p:nvPr/>
            </p:nvSpPr>
            <p:spPr bwMode="auto">
              <a:xfrm flipH="1">
                <a:off x="171" y="742"/>
                <a:ext cx="1813" cy="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6" name="Line 51"/>
              <p:cNvSpPr>
                <a:spLocks noChangeShapeType="1"/>
              </p:cNvSpPr>
              <p:nvPr/>
            </p:nvSpPr>
            <p:spPr bwMode="auto">
              <a:xfrm flipH="1" flipV="1">
                <a:off x="1234" y="1562"/>
                <a:ext cx="78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7" name="Line 52"/>
              <p:cNvSpPr>
                <a:spLocks noChangeShapeType="1"/>
              </p:cNvSpPr>
              <p:nvPr/>
            </p:nvSpPr>
            <p:spPr bwMode="auto">
              <a:xfrm flipH="1">
                <a:off x="1226" y="2613"/>
                <a:ext cx="77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8" name="Line 62"/>
              <p:cNvSpPr>
                <a:spLocks noChangeShapeType="1"/>
              </p:cNvSpPr>
              <p:nvPr/>
            </p:nvSpPr>
            <p:spPr bwMode="auto">
              <a:xfrm>
                <a:off x="2220" y="502"/>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9" name="Line 67"/>
              <p:cNvSpPr>
                <a:spLocks noChangeShapeType="1"/>
              </p:cNvSpPr>
              <p:nvPr/>
            </p:nvSpPr>
            <p:spPr bwMode="auto">
              <a:xfrm flipH="1">
                <a:off x="2220" y="2601"/>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0" name="Line 69"/>
              <p:cNvSpPr>
                <a:spLocks noChangeShapeType="1"/>
              </p:cNvSpPr>
              <p:nvPr/>
            </p:nvSpPr>
            <p:spPr bwMode="auto">
              <a:xfrm>
                <a:off x="1758" y="750"/>
                <a:ext cx="0" cy="2126"/>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1" name="Line 71"/>
              <p:cNvSpPr>
                <a:spLocks noChangeShapeType="1"/>
              </p:cNvSpPr>
              <p:nvPr/>
            </p:nvSpPr>
            <p:spPr bwMode="auto">
              <a:xfrm>
                <a:off x="1777" y="494"/>
                <a:ext cx="21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2" name="Line 72"/>
              <p:cNvSpPr>
                <a:spLocks noChangeShapeType="1"/>
              </p:cNvSpPr>
              <p:nvPr/>
            </p:nvSpPr>
            <p:spPr bwMode="auto">
              <a:xfrm flipV="1">
                <a:off x="1777" y="8"/>
                <a:ext cx="0" cy="4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3" name="Line 73"/>
              <p:cNvSpPr>
                <a:spLocks noChangeShapeType="1"/>
              </p:cNvSpPr>
              <p:nvPr/>
            </p:nvSpPr>
            <p:spPr bwMode="auto">
              <a:xfrm>
                <a:off x="1777" y="11"/>
                <a:ext cx="88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4" name="Line 74"/>
              <p:cNvSpPr>
                <a:spLocks noChangeShapeType="1"/>
              </p:cNvSpPr>
              <p:nvPr/>
            </p:nvSpPr>
            <p:spPr bwMode="auto">
              <a:xfrm flipV="1">
                <a:off x="2652" y="0"/>
                <a:ext cx="0" cy="7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5" name="Line 81"/>
              <p:cNvSpPr>
                <a:spLocks noChangeShapeType="1"/>
              </p:cNvSpPr>
              <p:nvPr/>
            </p:nvSpPr>
            <p:spPr bwMode="auto">
              <a:xfrm>
                <a:off x="934" y="3551"/>
                <a:ext cx="188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6" name="Line 82"/>
              <p:cNvSpPr>
                <a:spLocks noChangeShapeType="1"/>
              </p:cNvSpPr>
              <p:nvPr/>
            </p:nvSpPr>
            <p:spPr bwMode="auto">
              <a:xfrm flipV="1">
                <a:off x="2805" y="2602"/>
                <a:ext cx="0" cy="95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7" name="Line 85"/>
              <p:cNvSpPr>
                <a:spLocks noChangeShapeType="1"/>
              </p:cNvSpPr>
              <p:nvPr/>
            </p:nvSpPr>
            <p:spPr bwMode="auto">
              <a:xfrm>
                <a:off x="2811" y="1413"/>
                <a:ext cx="0" cy="7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8" name="Line 86"/>
              <p:cNvSpPr>
                <a:spLocks noChangeShapeType="1"/>
              </p:cNvSpPr>
              <p:nvPr/>
            </p:nvSpPr>
            <p:spPr bwMode="auto">
              <a:xfrm flipH="1">
                <a:off x="343" y="2135"/>
                <a:ext cx="246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9" name="Line 89"/>
              <p:cNvSpPr>
                <a:spLocks noChangeShapeType="1"/>
              </p:cNvSpPr>
              <p:nvPr/>
            </p:nvSpPr>
            <p:spPr bwMode="auto">
              <a:xfrm>
                <a:off x="2811" y="502"/>
                <a:ext cx="0" cy="66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0" name="Line 90"/>
              <p:cNvSpPr>
                <a:spLocks noChangeShapeType="1"/>
              </p:cNvSpPr>
              <p:nvPr/>
            </p:nvSpPr>
            <p:spPr bwMode="auto">
              <a:xfrm flipH="1">
                <a:off x="92" y="1164"/>
                <a:ext cx="272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1" name="Text Box 111"/>
              <p:cNvSpPr txBox="1">
                <a:spLocks noChangeArrowheads="1"/>
              </p:cNvSpPr>
              <p:nvPr/>
            </p:nvSpPr>
            <p:spPr bwMode="auto">
              <a:xfrm>
                <a:off x="0" y="436"/>
                <a:ext cx="50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2" name="Rectangle 112"/>
              <p:cNvSpPr>
                <a:spLocks noChangeArrowheads="1"/>
              </p:cNvSpPr>
              <p:nvPr/>
            </p:nvSpPr>
            <p:spPr bwMode="auto">
              <a:xfrm>
                <a:off x="2385" y="257"/>
                <a:ext cx="347"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3" name="Rectangle 113"/>
              <p:cNvSpPr>
                <a:spLocks noChangeArrowheads="1"/>
              </p:cNvSpPr>
              <p:nvPr/>
            </p:nvSpPr>
            <p:spPr bwMode="auto">
              <a:xfrm>
                <a:off x="2392" y="1292"/>
                <a:ext cx="3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 </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4" name="Rectangle 114"/>
              <p:cNvSpPr>
                <a:spLocks noChangeArrowheads="1"/>
              </p:cNvSpPr>
              <p:nvPr/>
            </p:nvSpPr>
            <p:spPr bwMode="auto">
              <a:xfrm>
                <a:off x="2375" y="2356"/>
                <a:ext cx="34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9015" name="Oval 159"/>
              <p:cNvSpPr>
                <a:spLocks noChangeArrowheads="1"/>
              </p:cNvSpPr>
              <p:nvPr/>
            </p:nvSpPr>
            <p:spPr bwMode="auto">
              <a:xfrm>
                <a:off x="2791" y="1526"/>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6" name="Oval 160"/>
              <p:cNvSpPr>
                <a:spLocks noChangeArrowheads="1"/>
              </p:cNvSpPr>
              <p:nvPr/>
            </p:nvSpPr>
            <p:spPr bwMode="auto">
              <a:xfrm>
                <a:off x="2779" y="2582"/>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7" name="Oval 161"/>
              <p:cNvSpPr>
                <a:spLocks noChangeArrowheads="1"/>
              </p:cNvSpPr>
              <p:nvPr/>
            </p:nvSpPr>
            <p:spPr bwMode="auto">
              <a:xfrm>
                <a:off x="2783" y="480"/>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8" name="Oval 162"/>
              <p:cNvSpPr>
                <a:spLocks noChangeArrowheads="1"/>
              </p:cNvSpPr>
              <p:nvPr/>
            </p:nvSpPr>
            <p:spPr bwMode="auto">
              <a:xfrm>
                <a:off x="1734" y="720"/>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9" name="Line 54"/>
              <p:cNvSpPr>
                <a:spLocks noChangeShapeType="1"/>
              </p:cNvSpPr>
              <p:nvPr/>
            </p:nvSpPr>
            <p:spPr bwMode="auto">
              <a:xfrm flipH="1">
                <a:off x="929" y="2705"/>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0" name="AutoShape 56"/>
              <p:cNvSpPr>
                <a:spLocks noChangeArrowheads="1"/>
              </p:cNvSpPr>
              <p:nvPr/>
            </p:nvSpPr>
            <p:spPr bwMode="auto">
              <a:xfrm>
                <a:off x="490" y="2305"/>
                <a:ext cx="295" cy="431"/>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21" name="Text Box 57"/>
              <p:cNvSpPr txBox="1">
                <a:spLocks noChangeArrowheads="1"/>
              </p:cNvSpPr>
              <p:nvPr/>
            </p:nvSpPr>
            <p:spPr bwMode="auto">
              <a:xfrm>
                <a:off x="484" y="2344"/>
                <a:ext cx="22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22" name="Line 80"/>
              <p:cNvSpPr>
                <a:spLocks noChangeShapeType="1"/>
              </p:cNvSpPr>
              <p:nvPr/>
            </p:nvSpPr>
            <p:spPr bwMode="auto">
              <a:xfrm>
                <a:off x="929" y="2713"/>
                <a:ext cx="0" cy="8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3" name="Line 87"/>
              <p:cNvSpPr>
                <a:spLocks noChangeShapeType="1"/>
              </p:cNvSpPr>
              <p:nvPr/>
            </p:nvSpPr>
            <p:spPr bwMode="auto">
              <a:xfrm>
                <a:off x="343" y="2141"/>
                <a:ext cx="0" cy="3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4" name="Line 88"/>
              <p:cNvSpPr>
                <a:spLocks noChangeShapeType="1"/>
              </p:cNvSpPr>
              <p:nvPr/>
            </p:nvSpPr>
            <p:spPr bwMode="auto">
              <a:xfrm>
                <a:off x="344" y="2447"/>
                <a:ext cx="14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5" name="Line 91"/>
              <p:cNvSpPr>
                <a:spLocks noChangeShapeType="1"/>
              </p:cNvSpPr>
              <p:nvPr/>
            </p:nvSpPr>
            <p:spPr bwMode="auto">
              <a:xfrm>
                <a:off x="106" y="1162"/>
                <a:ext cx="0" cy="14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6" name="Line 92"/>
              <p:cNvSpPr>
                <a:spLocks noChangeShapeType="1"/>
              </p:cNvSpPr>
              <p:nvPr/>
            </p:nvSpPr>
            <p:spPr bwMode="auto">
              <a:xfrm>
                <a:off x="105" y="2590"/>
                <a:ext cx="38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7" name="Line 93"/>
              <p:cNvSpPr>
                <a:spLocks noChangeShapeType="1"/>
              </p:cNvSpPr>
              <p:nvPr/>
            </p:nvSpPr>
            <p:spPr bwMode="auto">
              <a:xfrm>
                <a:off x="929" y="1173"/>
                <a:ext cx="0" cy="3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8" name="Line 94"/>
              <p:cNvSpPr>
                <a:spLocks noChangeShapeType="1"/>
              </p:cNvSpPr>
              <p:nvPr/>
            </p:nvSpPr>
            <p:spPr bwMode="auto">
              <a:xfrm>
                <a:off x="929" y="1517"/>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9" name="Line 95"/>
              <p:cNvSpPr>
                <a:spLocks noChangeShapeType="1"/>
              </p:cNvSpPr>
              <p:nvPr/>
            </p:nvSpPr>
            <p:spPr bwMode="auto">
              <a:xfrm>
                <a:off x="929" y="1680"/>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0" name="Line 96"/>
              <p:cNvSpPr>
                <a:spLocks noChangeShapeType="1"/>
              </p:cNvSpPr>
              <p:nvPr/>
            </p:nvSpPr>
            <p:spPr bwMode="auto">
              <a:xfrm>
                <a:off x="919" y="1680"/>
                <a:ext cx="0" cy="43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1" name="Rectangle 149"/>
              <p:cNvSpPr>
                <a:spLocks noChangeArrowheads="1"/>
              </p:cNvSpPr>
              <p:nvPr/>
            </p:nvSpPr>
            <p:spPr bwMode="auto">
              <a:xfrm>
                <a:off x="1062" y="1362"/>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2" name="Text Box 150"/>
              <p:cNvSpPr txBox="1">
                <a:spLocks noChangeArrowheads="1"/>
              </p:cNvSpPr>
              <p:nvPr/>
            </p:nvSpPr>
            <p:spPr bwMode="auto">
              <a:xfrm>
                <a:off x="1025" y="1390"/>
                <a:ext cx="48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3" name="Rectangle 153"/>
              <p:cNvSpPr>
                <a:spLocks noChangeArrowheads="1"/>
              </p:cNvSpPr>
              <p:nvPr/>
            </p:nvSpPr>
            <p:spPr bwMode="auto">
              <a:xfrm>
                <a:off x="1062" y="2400"/>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4" name="Text Box 154"/>
              <p:cNvSpPr txBox="1">
                <a:spLocks noChangeArrowheads="1"/>
              </p:cNvSpPr>
              <p:nvPr/>
            </p:nvSpPr>
            <p:spPr bwMode="auto">
              <a:xfrm>
                <a:off x="1031" y="2435"/>
                <a:ext cx="42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5" name="Oval 164"/>
              <p:cNvSpPr>
                <a:spLocks noChangeArrowheads="1"/>
              </p:cNvSpPr>
              <p:nvPr/>
            </p:nvSpPr>
            <p:spPr bwMode="auto">
              <a:xfrm>
                <a:off x="909" y="1142"/>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6" name="Oval 165"/>
              <p:cNvSpPr>
                <a:spLocks noChangeArrowheads="1"/>
              </p:cNvSpPr>
              <p:nvPr/>
            </p:nvSpPr>
            <p:spPr bwMode="auto">
              <a:xfrm>
                <a:off x="901" y="2112"/>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7" name="Rectangle 155"/>
              <p:cNvSpPr>
                <a:spLocks noChangeArrowheads="1"/>
              </p:cNvSpPr>
              <p:nvPr/>
            </p:nvSpPr>
            <p:spPr bwMode="auto">
              <a:xfrm>
                <a:off x="1995" y="346"/>
                <a:ext cx="431" cy="624"/>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8" name="AutoShape 8"/>
              <p:cNvSpPr>
                <a:spLocks noChangeArrowheads="1"/>
              </p:cNvSpPr>
              <p:nvPr/>
            </p:nvSpPr>
            <p:spPr bwMode="auto">
              <a:xfrm>
                <a:off x="1999" y="352"/>
                <a:ext cx="437"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9" name="Line 9"/>
              <p:cNvSpPr>
                <a:spLocks noChangeShapeType="1"/>
              </p:cNvSpPr>
              <p:nvPr/>
            </p:nvSpPr>
            <p:spPr bwMode="auto">
              <a:xfrm>
                <a:off x="1999" y="695"/>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0" name="Line 10"/>
              <p:cNvSpPr>
                <a:spLocks noChangeShapeType="1"/>
              </p:cNvSpPr>
              <p:nvPr/>
            </p:nvSpPr>
            <p:spPr bwMode="auto">
              <a:xfrm flipH="1">
                <a:off x="1999" y="748"/>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1" name="Text Box 11"/>
              <p:cNvSpPr txBox="1">
                <a:spLocks noChangeArrowheads="1"/>
              </p:cNvSpPr>
              <p:nvPr/>
            </p:nvSpPr>
            <p:spPr bwMode="auto">
              <a:xfrm>
                <a:off x="1980" y="39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2" name="Text Box 12"/>
              <p:cNvSpPr txBox="1">
                <a:spLocks noChangeArrowheads="1"/>
              </p:cNvSpPr>
              <p:nvPr/>
            </p:nvSpPr>
            <p:spPr bwMode="auto">
              <a:xfrm>
                <a:off x="2235" y="389"/>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3" name="Text Box 13"/>
              <p:cNvSpPr txBox="1">
                <a:spLocks noChangeArrowheads="1"/>
              </p:cNvSpPr>
              <p:nvPr/>
            </p:nvSpPr>
            <p:spPr bwMode="auto">
              <a:xfrm>
                <a:off x="2247" y="643"/>
                <a:ext cx="254"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4" name="Text Box 14"/>
              <p:cNvSpPr txBox="1">
                <a:spLocks noChangeArrowheads="1"/>
              </p:cNvSpPr>
              <p:nvPr/>
            </p:nvSpPr>
            <p:spPr bwMode="auto">
              <a:xfrm>
                <a:off x="1973" y="649"/>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5" name="Oval 17"/>
              <p:cNvSpPr>
                <a:spLocks noChangeArrowheads="1"/>
              </p:cNvSpPr>
              <p:nvPr/>
            </p:nvSpPr>
            <p:spPr bwMode="auto">
              <a:xfrm flipH="1">
                <a:off x="2158" y="282"/>
                <a:ext cx="68"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46" name="Text Box 18"/>
              <p:cNvSpPr txBox="1">
                <a:spLocks noChangeArrowheads="1"/>
              </p:cNvSpPr>
              <p:nvPr/>
            </p:nvSpPr>
            <p:spPr bwMode="auto">
              <a:xfrm>
                <a:off x="2017" y="787"/>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7" name="Text Box 19"/>
              <p:cNvSpPr txBox="1">
                <a:spLocks noChangeArrowheads="1"/>
              </p:cNvSpPr>
              <p:nvPr/>
            </p:nvSpPr>
            <p:spPr bwMode="auto">
              <a:xfrm>
                <a:off x="2046" y="300"/>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48" name="Line 171"/>
              <p:cNvSpPr>
                <a:spLocks noChangeShapeType="1"/>
              </p:cNvSpPr>
              <p:nvPr/>
            </p:nvSpPr>
            <p:spPr bwMode="auto">
              <a:xfrm flipH="1">
                <a:off x="2443" y="1546"/>
                <a:ext cx="372"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9" name="Line 70"/>
              <p:cNvSpPr>
                <a:spLocks noChangeShapeType="1"/>
              </p:cNvSpPr>
              <p:nvPr/>
            </p:nvSpPr>
            <p:spPr bwMode="auto">
              <a:xfrm>
                <a:off x="1769" y="2869"/>
                <a:ext cx="214" cy="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0" name="Oval 16"/>
              <p:cNvSpPr>
                <a:spLocks noChangeArrowheads="1"/>
              </p:cNvSpPr>
              <p:nvPr/>
            </p:nvSpPr>
            <p:spPr bwMode="auto">
              <a:xfrm flipH="1">
                <a:off x="2163" y="976"/>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1" name="Line 97"/>
              <p:cNvSpPr>
                <a:spLocks noChangeShapeType="1"/>
              </p:cNvSpPr>
              <p:nvPr/>
            </p:nvSpPr>
            <p:spPr bwMode="auto">
              <a:xfrm flipH="1">
                <a:off x="1769" y="1776"/>
                <a:ext cx="247" cy="4"/>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0">
                <a:schemeClr val="dk1"/>
              </a:fillRef>
              <a:effectRef idx="0">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2" name="Line 100"/>
              <p:cNvSpPr>
                <a:spLocks noChangeShapeType="1"/>
              </p:cNvSpPr>
              <p:nvPr/>
            </p:nvSpPr>
            <p:spPr bwMode="auto">
              <a:xfrm flipV="1">
                <a:off x="2195" y="2273"/>
                <a:ext cx="0"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3" name="Line 101"/>
              <p:cNvSpPr>
                <a:spLocks noChangeShapeType="1"/>
              </p:cNvSpPr>
              <p:nvPr/>
            </p:nvSpPr>
            <p:spPr bwMode="auto">
              <a:xfrm>
                <a:off x="2196" y="1050"/>
                <a:ext cx="0" cy="8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4" name="Line 102"/>
              <p:cNvSpPr>
                <a:spLocks noChangeShapeType="1"/>
              </p:cNvSpPr>
              <p:nvPr/>
            </p:nvSpPr>
            <p:spPr bwMode="auto">
              <a:xfrm flipV="1">
                <a:off x="2203" y="1224"/>
                <a:ext cx="0" cy="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5" name="Oval 122"/>
              <p:cNvSpPr>
                <a:spLocks noChangeArrowheads="1"/>
              </p:cNvSpPr>
              <p:nvPr/>
            </p:nvSpPr>
            <p:spPr bwMode="auto">
              <a:xfrm flipH="1">
                <a:off x="2444" y="1755"/>
                <a:ext cx="69"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6" name="AutoShape 123"/>
              <p:cNvSpPr>
                <a:spLocks noChangeArrowheads="1"/>
              </p:cNvSpPr>
              <p:nvPr/>
            </p:nvSpPr>
            <p:spPr bwMode="auto">
              <a:xfrm>
                <a:off x="2006" y="1387"/>
                <a:ext cx="438"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57" name="Line 124"/>
              <p:cNvSpPr>
                <a:spLocks noChangeShapeType="1"/>
              </p:cNvSpPr>
              <p:nvPr/>
            </p:nvSpPr>
            <p:spPr bwMode="auto">
              <a:xfrm>
                <a:off x="2006" y="1731"/>
                <a:ext cx="51" cy="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8" name="Line 125"/>
              <p:cNvSpPr>
                <a:spLocks noChangeShapeType="1"/>
              </p:cNvSpPr>
              <p:nvPr/>
            </p:nvSpPr>
            <p:spPr bwMode="auto">
              <a:xfrm flipH="1">
                <a:off x="2006" y="1784"/>
                <a:ext cx="51"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9" name="Text Box 126"/>
              <p:cNvSpPr txBox="1">
                <a:spLocks noChangeArrowheads="1"/>
              </p:cNvSpPr>
              <p:nvPr/>
            </p:nvSpPr>
            <p:spPr bwMode="auto">
              <a:xfrm>
                <a:off x="1988" y="1435"/>
                <a:ext cx="503"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0" name="Text Box 127"/>
              <p:cNvSpPr txBox="1">
                <a:spLocks noChangeArrowheads="1"/>
              </p:cNvSpPr>
              <p:nvPr/>
            </p:nvSpPr>
            <p:spPr bwMode="auto">
              <a:xfrm>
                <a:off x="2243" y="1424"/>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1" name="Text Box 128"/>
              <p:cNvSpPr txBox="1">
                <a:spLocks noChangeArrowheads="1"/>
              </p:cNvSpPr>
              <p:nvPr/>
            </p:nvSpPr>
            <p:spPr bwMode="auto">
              <a:xfrm>
                <a:off x="2247" y="1677"/>
                <a:ext cx="2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2" name="Text Box 129"/>
              <p:cNvSpPr txBox="1">
                <a:spLocks noChangeArrowheads="1"/>
              </p:cNvSpPr>
              <p:nvPr/>
            </p:nvSpPr>
            <p:spPr bwMode="auto">
              <a:xfrm>
                <a:off x="1981" y="1684"/>
                <a:ext cx="42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3" name="Oval 130"/>
              <p:cNvSpPr>
                <a:spLocks noChangeArrowheads="1"/>
              </p:cNvSpPr>
              <p:nvPr/>
            </p:nvSpPr>
            <p:spPr bwMode="auto">
              <a:xfrm flipH="1">
                <a:off x="2173" y="2011"/>
                <a:ext cx="69"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4" name="Oval 131"/>
              <p:cNvSpPr>
                <a:spLocks noChangeArrowheads="1"/>
              </p:cNvSpPr>
              <p:nvPr/>
            </p:nvSpPr>
            <p:spPr bwMode="auto">
              <a:xfrm flipH="1">
                <a:off x="2166" y="1306"/>
                <a:ext cx="68"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5" name="Text Box 132"/>
              <p:cNvSpPr txBox="1">
                <a:spLocks noChangeArrowheads="1"/>
              </p:cNvSpPr>
              <p:nvPr/>
            </p:nvSpPr>
            <p:spPr bwMode="auto">
              <a:xfrm>
                <a:off x="2025" y="1822"/>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6" name="Text Box 133"/>
              <p:cNvSpPr txBox="1">
                <a:spLocks noChangeArrowheads="1"/>
              </p:cNvSpPr>
              <p:nvPr/>
            </p:nvSpPr>
            <p:spPr bwMode="auto">
              <a:xfrm>
                <a:off x="2056" y="1335"/>
                <a:ext cx="31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7" name="Oval 136"/>
              <p:cNvSpPr>
                <a:spLocks noChangeArrowheads="1"/>
              </p:cNvSpPr>
              <p:nvPr/>
            </p:nvSpPr>
            <p:spPr bwMode="auto">
              <a:xfrm flipH="1">
                <a:off x="2437" y="2833"/>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8" name="AutoShape 137"/>
              <p:cNvSpPr>
                <a:spLocks noChangeArrowheads="1"/>
              </p:cNvSpPr>
              <p:nvPr/>
            </p:nvSpPr>
            <p:spPr bwMode="auto">
              <a:xfrm>
                <a:off x="1992" y="2465"/>
                <a:ext cx="434"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9" name="Line 138"/>
              <p:cNvSpPr>
                <a:spLocks noChangeShapeType="1"/>
              </p:cNvSpPr>
              <p:nvPr/>
            </p:nvSpPr>
            <p:spPr bwMode="auto">
              <a:xfrm>
                <a:off x="2002" y="2810"/>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0" name="Line 139"/>
              <p:cNvSpPr>
                <a:spLocks noChangeShapeType="1"/>
              </p:cNvSpPr>
              <p:nvPr/>
            </p:nvSpPr>
            <p:spPr bwMode="auto">
              <a:xfrm flipH="1">
                <a:off x="2002" y="2863"/>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1" name="Text Box 140"/>
              <p:cNvSpPr txBox="1">
                <a:spLocks noChangeArrowheads="1"/>
              </p:cNvSpPr>
              <p:nvPr/>
            </p:nvSpPr>
            <p:spPr bwMode="auto">
              <a:xfrm>
                <a:off x="1981" y="2512"/>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2" name="Text Box 141"/>
              <p:cNvSpPr txBox="1">
                <a:spLocks noChangeArrowheads="1"/>
              </p:cNvSpPr>
              <p:nvPr/>
            </p:nvSpPr>
            <p:spPr bwMode="auto">
              <a:xfrm>
                <a:off x="2236" y="2502"/>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3" name="Text Box 142"/>
              <p:cNvSpPr txBox="1">
                <a:spLocks noChangeArrowheads="1"/>
              </p:cNvSpPr>
              <p:nvPr/>
            </p:nvSpPr>
            <p:spPr bwMode="auto">
              <a:xfrm>
                <a:off x="2243" y="275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4" name="Text Box 143"/>
              <p:cNvSpPr txBox="1">
                <a:spLocks noChangeArrowheads="1"/>
              </p:cNvSpPr>
              <p:nvPr/>
            </p:nvSpPr>
            <p:spPr bwMode="auto">
              <a:xfrm>
                <a:off x="1974" y="2762"/>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5" name="Oval 144"/>
              <p:cNvSpPr>
                <a:spLocks noChangeArrowheads="1"/>
              </p:cNvSpPr>
              <p:nvPr/>
            </p:nvSpPr>
            <p:spPr bwMode="auto">
              <a:xfrm flipH="1">
                <a:off x="2167" y="3089"/>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6" name="Text Box 146"/>
              <p:cNvSpPr txBox="1">
                <a:spLocks noChangeArrowheads="1"/>
              </p:cNvSpPr>
              <p:nvPr/>
            </p:nvSpPr>
            <p:spPr bwMode="auto">
              <a:xfrm>
                <a:off x="2017" y="2908"/>
                <a:ext cx="4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7" name="Text Box 147"/>
              <p:cNvSpPr txBox="1">
                <a:spLocks noChangeArrowheads="1"/>
              </p:cNvSpPr>
              <p:nvPr/>
            </p:nvSpPr>
            <p:spPr bwMode="auto">
              <a:xfrm>
                <a:off x="2050" y="24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78" name="Oval 163"/>
              <p:cNvSpPr>
                <a:spLocks noChangeArrowheads="1"/>
              </p:cNvSpPr>
              <p:nvPr/>
            </p:nvSpPr>
            <p:spPr bwMode="auto">
              <a:xfrm>
                <a:off x="1738" y="1761"/>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9" name="Line 172"/>
              <p:cNvSpPr>
                <a:spLocks noChangeShapeType="1"/>
              </p:cNvSpPr>
              <p:nvPr/>
            </p:nvSpPr>
            <p:spPr bwMode="auto">
              <a:xfrm>
                <a:off x="795" y="2544"/>
                <a:ext cx="27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80" name="Line 179"/>
              <p:cNvSpPr>
                <a:spLocks noChangeShapeType="1"/>
              </p:cNvSpPr>
              <p:nvPr/>
            </p:nvSpPr>
            <p:spPr bwMode="auto">
              <a:xfrm flipH="1">
                <a:off x="2816" y="1412"/>
                <a:ext cx="22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nvGrpSpPr>
            <p:cNvPr id="168971" name="Group 205"/>
            <p:cNvGrpSpPr/>
            <p:nvPr/>
          </p:nvGrpSpPr>
          <p:grpSpPr>
            <a:xfrm>
              <a:off x="5256213" y="1050925"/>
              <a:ext cx="3689350" cy="5238751"/>
              <a:chOff x="10" y="0"/>
              <a:chExt cx="2324" cy="3300"/>
            </a:xfrm>
          </p:grpSpPr>
          <p:sp>
            <p:nvSpPr>
              <p:cNvPr id="168972" name="Line 206"/>
              <p:cNvSpPr>
                <a:spLocks noChangeShapeType="1"/>
              </p:cNvSpPr>
              <p:nvPr/>
            </p:nvSpPr>
            <p:spPr bwMode="auto">
              <a:xfrm flipH="1">
                <a:off x="1275" y="1278"/>
                <a:ext cx="292"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3" name="Line 207"/>
              <p:cNvSpPr>
                <a:spLocks noChangeShapeType="1"/>
              </p:cNvSpPr>
              <p:nvPr/>
            </p:nvSpPr>
            <p:spPr bwMode="auto">
              <a:xfrm flipH="1">
                <a:off x="11" y="10"/>
                <a:ext cx="635"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4" name="Line 208"/>
              <p:cNvSpPr>
                <a:spLocks noChangeShapeType="1"/>
              </p:cNvSpPr>
              <p:nvPr/>
            </p:nvSpPr>
            <p:spPr bwMode="auto">
              <a:xfrm>
                <a:off x="21" y="10"/>
                <a:ext cx="0" cy="3264"/>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5" name="Line 209"/>
              <p:cNvSpPr>
                <a:spLocks noChangeShapeType="1"/>
              </p:cNvSpPr>
              <p:nvPr/>
            </p:nvSpPr>
            <p:spPr bwMode="auto">
              <a:xfrm>
                <a:off x="21" y="3281"/>
                <a:ext cx="197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6" name="Oval 210"/>
              <p:cNvSpPr>
                <a:spLocks noChangeArrowheads="1"/>
              </p:cNvSpPr>
              <p:nvPr/>
            </p:nvSpPr>
            <p:spPr bwMode="auto">
              <a:xfrm>
                <a:off x="10" y="2063"/>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77" name="Line 211"/>
              <p:cNvSpPr>
                <a:spLocks noChangeShapeType="1"/>
              </p:cNvSpPr>
              <p:nvPr/>
            </p:nvSpPr>
            <p:spPr bwMode="auto">
              <a:xfrm flipV="1">
                <a:off x="1994" y="1268"/>
                <a:ext cx="0" cy="2008"/>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8" name="Line 212"/>
              <p:cNvSpPr>
                <a:spLocks noChangeShapeType="1"/>
              </p:cNvSpPr>
              <p:nvPr/>
            </p:nvSpPr>
            <p:spPr bwMode="auto">
              <a:xfrm>
                <a:off x="655" y="3017"/>
                <a:ext cx="0" cy="2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9" name="Line 213"/>
              <p:cNvSpPr>
                <a:spLocks noChangeShapeType="1"/>
              </p:cNvSpPr>
              <p:nvPr/>
            </p:nvSpPr>
            <p:spPr bwMode="auto">
              <a:xfrm>
                <a:off x="663" y="1923"/>
                <a:ext cx="1" cy="16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0" name="Line 214"/>
              <p:cNvSpPr>
                <a:spLocks noChangeShapeType="1"/>
              </p:cNvSpPr>
              <p:nvPr/>
            </p:nvSpPr>
            <p:spPr bwMode="auto">
              <a:xfrm flipH="1" flipV="1">
                <a:off x="32" y="2087"/>
                <a:ext cx="630" cy="1"/>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1" name="Oval 215"/>
              <p:cNvSpPr>
                <a:spLocks noChangeArrowheads="1"/>
              </p:cNvSpPr>
              <p:nvPr/>
            </p:nvSpPr>
            <p:spPr bwMode="auto">
              <a:xfrm>
                <a:off x="636" y="3250"/>
                <a:ext cx="48" cy="50"/>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2" name="AutoShape 216"/>
              <p:cNvSpPr>
                <a:spLocks noChangeArrowheads="1"/>
              </p:cNvSpPr>
              <p:nvPr/>
            </p:nvSpPr>
            <p:spPr bwMode="auto">
              <a:xfrm>
                <a:off x="1509" y="1049"/>
                <a:ext cx="295" cy="402"/>
              </a:xfrm>
              <a:prstGeom prst="flowChartProcess">
                <a:avLst/>
              </a:prstGeom>
              <a:solidFill>
                <a:srgbClr val="FFC285"/>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3" name="Text Box 217"/>
              <p:cNvSpPr txBox="1">
                <a:spLocks noChangeArrowheads="1"/>
              </p:cNvSpPr>
              <p:nvPr/>
            </p:nvSpPr>
            <p:spPr bwMode="auto">
              <a:xfrm>
                <a:off x="1523" y="1104"/>
                <a:ext cx="19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8984" name="Oval 218"/>
              <p:cNvSpPr>
                <a:spLocks noChangeArrowheads="1"/>
              </p:cNvSpPr>
              <p:nvPr/>
            </p:nvSpPr>
            <p:spPr bwMode="auto">
              <a:xfrm flipH="1">
                <a:off x="1802" y="1242"/>
                <a:ext cx="69" cy="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5" name="Line 219"/>
              <p:cNvSpPr>
                <a:spLocks noChangeShapeType="1"/>
              </p:cNvSpPr>
              <p:nvPr/>
            </p:nvSpPr>
            <p:spPr bwMode="auto">
              <a:xfrm>
                <a:off x="1878" y="1268"/>
                <a:ext cx="291" cy="0"/>
              </a:xfrm>
              <a:prstGeom prst="line">
                <a:avLst/>
              </a:prstGeom>
              <a:ln w="28575">
                <a:solidFill>
                  <a:schemeClr val="accent6">
                    <a:lumMod val="75000"/>
                  </a:schemeClr>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style>
              <a:lnRef idx="1">
                <a:schemeClr val="accent2"/>
              </a:lnRef>
              <a:fillRef idx="0">
                <a:schemeClr val="accent2"/>
              </a:fillRef>
              <a:effectRef idx="0">
                <a:schemeClr val="accent2"/>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6" name="Rectangle 220"/>
              <p:cNvSpPr>
                <a:spLocks noChangeArrowheads="1"/>
              </p:cNvSpPr>
              <p:nvPr/>
            </p:nvSpPr>
            <p:spPr bwMode="auto">
              <a:xfrm>
                <a:off x="1472" y="776"/>
                <a:ext cx="36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8987" name="Rectangle 221"/>
              <p:cNvSpPr>
                <a:spLocks noChangeArrowheads="1"/>
              </p:cNvSpPr>
              <p:nvPr/>
            </p:nvSpPr>
            <p:spPr bwMode="auto">
              <a:xfrm>
                <a:off x="1882" y="730"/>
                <a:ext cx="45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CO</a:t>
                </a:r>
                <a:endPar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68988" name="Oval 222"/>
              <p:cNvSpPr>
                <a:spLocks noChangeArrowheads="1"/>
              </p:cNvSpPr>
              <p:nvPr/>
            </p:nvSpPr>
            <p:spPr bwMode="auto">
              <a:xfrm>
                <a:off x="1965" y="1248"/>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9" name="Line 223"/>
              <p:cNvSpPr>
                <a:spLocks noChangeShapeType="1"/>
              </p:cNvSpPr>
              <p:nvPr/>
            </p:nvSpPr>
            <p:spPr bwMode="auto">
              <a:xfrm flipV="1">
                <a:off x="652" y="0"/>
                <a:ext cx="0" cy="15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0" name="Line 224"/>
              <p:cNvSpPr>
                <a:spLocks noChangeShapeType="1"/>
              </p:cNvSpPr>
              <p:nvPr/>
            </p:nvSpPr>
            <p:spPr bwMode="auto">
              <a:xfrm>
                <a:off x="1403" y="367"/>
                <a:ext cx="0" cy="79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1" name="Line 225"/>
              <p:cNvSpPr>
                <a:spLocks noChangeShapeType="1"/>
              </p:cNvSpPr>
              <p:nvPr/>
            </p:nvSpPr>
            <p:spPr bwMode="auto">
              <a:xfrm>
                <a:off x="1403" y="1154"/>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2" name="Line 226"/>
              <p:cNvSpPr>
                <a:spLocks noChangeShapeType="1"/>
              </p:cNvSpPr>
              <p:nvPr/>
            </p:nvSpPr>
            <p:spPr bwMode="auto">
              <a:xfrm>
                <a:off x="1403" y="1400"/>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3" name="Line 227"/>
              <p:cNvSpPr>
                <a:spLocks noChangeShapeType="1"/>
              </p:cNvSpPr>
              <p:nvPr/>
            </p:nvSpPr>
            <p:spPr bwMode="auto">
              <a:xfrm>
                <a:off x="1403" y="1400"/>
                <a:ext cx="0" cy="1059"/>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168968" name="Oval 558"/>
          <p:cNvSpPr/>
          <p:nvPr/>
        </p:nvSpPr>
        <p:spPr>
          <a:xfrm flipH="1">
            <a:off x="6823075" y="1322388"/>
            <a:ext cx="84138"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8969" name="Oval 558"/>
          <p:cNvSpPr/>
          <p:nvPr/>
        </p:nvSpPr>
        <p:spPr>
          <a:xfrm flipH="1">
            <a:off x="6500813" y="3348038"/>
            <a:ext cx="85725" cy="809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a:xfrm>
            <a:off x="395923" y="627380"/>
            <a:ext cx="7848600" cy="400050"/>
          </a:xfrm>
          <a:prstGeom prst="rect">
            <a:avLst/>
          </a:prstGeom>
          <a:noFill/>
          <a:ln w="9525">
            <a:noFill/>
          </a:ln>
        </p:spPr>
        <p:txBody>
          <a:bodyPr/>
          <a:p>
            <a:pPr marL="514350" indent="-514350" eaLnBrk="1" hangingPunct="1">
              <a:lnSpc>
                <a:spcPct val="85000"/>
              </a:lnSpc>
              <a:buFont typeface="宋体" panose="02010600030101010101" pitchFamily="2" charset="-122"/>
              <a:buAutoNum type="circleNumDbPlain" startAt="2"/>
            </a:pPr>
            <a:r>
              <a:rPr lang="zh-CN" altLang="en-US" sz="1800" b="1" dirty="0">
                <a:solidFill>
                  <a:srgbClr val="FF0000"/>
                </a:solidFill>
                <a:latin typeface="华文新魏" panose="02010800040101010101" pitchFamily="2" charset="-122"/>
                <a:ea typeface="华文新魏" panose="02010800040101010101" pitchFamily="2" charset="-122"/>
              </a:rPr>
              <a:t>预置位计数器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7" name="Text Box 5"/>
          <p:cNvSpPr txBox="1"/>
          <p:nvPr/>
        </p:nvSpPr>
        <p:spPr>
          <a:xfrm>
            <a:off x="472440" y="1036955"/>
            <a:ext cx="8190865" cy="962660"/>
          </a:xfrm>
          <a:prstGeom prst="rect">
            <a:avLst/>
          </a:prstGeom>
          <a:noFill/>
          <a:ln w="9525">
            <a:noFill/>
          </a:ln>
        </p:spPr>
        <p:txBody>
          <a:bodyPr wrap="square">
            <a:spAutoFit/>
          </a:bodyPr>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预置位计数器是在</a:t>
            </a:r>
            <a:r>
              <a:rPr lang="zh-CN" altLang="en-US" sz="1800" b="1" dirty="0">
                <a:solidFill>
                  <a:srgbClr val="FF0000"/>
                </a:solidFill>
                <a:latin typeface="华文新魏" panose="02010800040101010101" pitchFamily="2" charset="-122"/>
                <a:ea typeface="华文新魏" panose="02010800040101010101" pitchFamily="2" charset="-122"/>
              </a:rPr>
              <a:t>起跳状态</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en-US" altLang="zh-CN" sz="1800" b="1" baseline="-25000">
                <a:solidFill>
                  <a:srgbClr val="FF0000"/>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而不是</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a+1</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出现以后就预先做好跳越的准备，使之</a:t>
            </a:r>
            <a:r>
              <a:rPr lang="zh-CN" altLang="en-US" sz="1800" b="1" dirty="0">
                <a:solidFill>
                  <a:srgbClr val="FF0000"/>
                </a:solidFill>
                <a:latin typeface="华文新魏" panose="02010800040101010101" pitchFamily="2" charset="-122"/>
                <a:ea typeface="华文新魏" panose="02010800040101010101" pitchFamily="2" charset="-122"/>
              </a:rPr>
              <a:t>在下一拍时钟有效沿到达时</a:t>
            </a:r>
            <a:r>
              <a:rPr lang="zh-CN" altLang="en-US" sz="1800" b="1" dirty="0">
                <a:solidFill>
                  <a:schemeClr val="tx1"/>
                </a:solidFill>
                <a:latin typeface="华文新魏" panose="02010800040101010101" pitchFamily="2" charset="-122"/>
                <a:ea typeface="华文新魏" panose="02010800040101010101" pitchFamily="2" charset="-122"/>
              </a:rPr>
              <a:t>通过预置有关的触发器数据端输入，使计数器</a:t>
            </a:r>
            <a:r>
              <a:rPr lang="zh-CN" altLang="en-US" sz="1800" b="1" dirty="0">
                <a:solidFill>
                  <a:srgbClr val="FF0000"/>
                </a:solidFill>
                <a:latin typeface="华文新魏" panose="02010800040101010101" pitchFamily="2" charset="-122"/>
                <a:ea typeface="华文新魏" panose="02010800040101010101" pitchFamily="2" charset="-122"/>
              </a:rPr>
              <a:t>立即进入</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状态。这样就可以</a:t>
            </a:r>
            <a:r>
              <a:rPr lang="zh-CN" altLang="en-US" sz="1800" b="1" dirty="0">
                <a:solidFill>
                  <a:srgbClr val="FF0000"/>
                </a:solidFill>
                <a:latin typeface="华文新魏" panose="02010800040101010101" pitchFamily="2" charset="-122"/>
                <a:ea typeface="华文新魏" panose="02010800040101010101" pitchFamily="2" charset="-122"/>
              </a:rPr>
              <a:t>避免强置位电路的缺点。</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8" name="Text Box 6"/>
          <p:cNvSpPr txBox="1"/>
          <p:nvPr/>
        </p:nvSpPr>
        <p:spPr>
          <a:xfrm>
            <a:off x="887730" y="2256155"/>
            <a:ext cx="7601585" cy="323215"/>
          </a:xfrm>
          <a:prstGeom prst="rect">
            <a:avLst/>
          </a:prstGeom>
          <a:noFill/>
          <a:ln w="9525">
            <a:noFill/>
          </a:ln>
        </p:spPr>
        <p:txBody>
          <a:bodyPr wrap="square">
            <a:noAutofit/>
          </a:bodyPr>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预置位法</a:t>
            </a:r>
            <a:r>
              <a:rPr lang="zh-CN" altLang="en-US" sz="1800" b="1" dirty="0">
                <a:solidFill>
                  <a:srgbClr val="FF0000"/>
                </a:solidFill>
                <a:latin typeface="华文新魏" panose="02010800040101010101" pitchFamily="2" charset="-122"/>
                <a:ea typeface="华文新魏" panose="02010800040101010101" pitchFamily="2" charset="-122"/>
              </a:rPr>
              <a:t>适用于由具有</a:t>
            </a:r>
            <a:r>
              <a:rPr lang="zh-CN" altLang="en-US" sz="1800" b="1" dirty="0">
                <a:solidFill>
                  <a:srgbClr val="FF0000"/>
                </a:solidFill>
                <a:latin typeface="华文新魏" panose="02010800040101010101" pitchFamily="2" charset="-122"/>
                <a:ea typeface="华文新魏" panose="02010800040101010101" pitchFamily="2" charset="-122"/>
              </a:rPr>
              <a:t>同步</a:t>
            </a:r>
            <a:r>
              <a:rPr lang="en-US" altLang="zh-CN" sz="1800" b="1">
                <a:solidFill>
                  <a:srgbClr val="FF0000"/>
                </a:solidFill>
                <a:latin typeface="华文新魏" panose="02010800040101010101" pitchFamily="2" charset="-122"/>
                <a:ea typeface="华文新魏" panose="02010800040101010101" pitchFamily="2" charset="-122"/>
              </a:rPr>
              <a:t>(</a:t>
            </a:r>
            <a:r>
              <a:rPr lang="en-US" altLang="zh-CN" sz="1800" b="1" i="1">
                <a:solidFill>
                  <a:srgbClr val="FF0000"/>
                </a:solidFill>
                <a:latin typeface="华文新魏" panose="02010800040101010101" pitchFamily="2" charset="-122"/>
                <a:ea typeface="华文新魏" panose="02010800040101010101" pitchFamily="2" charset="-122"/>
              </a:rPr>
              <a:t>Synchronously</a:t>
            </a:r>
            <a:r>
              <a:rPr lang="en-US" altLang="zh-CN" sz="1800" b="1">
                <a:solidFill>
                  <a:srgbClr val="FF0000"/>
                </a:solidFill>
                <a:latin typeface="华文新魏" panose="02010800040101010101" pitchFamily="2" charset="-122"/>
                <a:ea typeface="华文新魏" panose="02010800040101010101" pitchFamily="2" charset="-122"/>
              </a:rPr>
              <a:t>)</a:t>
            </a:r>
            <a:r>
              <a:rPr lang="zh-CN" altLang="en-US" sz="1800" b="1">
                <a:solidFill>
                  <a:srgbClr val="FF0000"/>
                </a:solidFill>
                <a:latin typeface="华文新魏" panose="02010800040101010101" pitchFamily="2" charset="-122"/>
                <a:ea typeface="华文新魏" panose="02010800040101010101" pitchFamily="2" charset="-122"/>
              </a:rPr>
              <a:t>复位和置位功能的触发器组成的</a:t>
            </a:r>
            <a:r>
              <a:rPr lang="zh-CN" altLang="en-US" sz="1800" b="1" dirty="0">
                <a:solidFill>
                  <a:srgbClr val="FF0000"/>
                </a:solidFill>
                <a:latin typeface="华文新魏" panose="02010800040101010101" pitchFamily="2" charset="-122"/>
                <a:ea typeface="华文新魏" panose="02010800040101010101" pitchFamily="2" charset="-122"/>
              </a:rPr>
              <a:t>电路。</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69989" name="Text Box 7"/>
          <p:cNvSpPr txBox="1"/>
          <p:nvPr/>
        </p:nvSpPr>
        <p:spPr>
          <a:xfrm>
            <a:off x="473075" y="2899410"/>
            <a:ext cx="8301990" cy="2141855"/>
          </a:xfrm>
          <a:prstGeom prst="rect">
            <a:avLst/>
          </a:prstGeom>
          <a:noFill/>
          <a:ln w="9525">
            <a:noFill/>
          </a:ln>
        </p:spPr>
        <p:txBody>
          <a:bodyPr wrap="square">
            <a:noAutofit/>
          </a:bodyPr>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在设计电路时，先设计一个</a:t>
            </a:r>
            <a:r>
              <a:rPr lang="zh-CN" altLang="en-US" sz="1800" b="1" dirty="0">
                <a:solidFill>
                  <a:srgbClr val="FF0000"/>
                </a:solidFill>
                <a:latin typeface="华文新魏" panose="02010800040101010101" pitchFamily="2" charset="-122"/>
                <a:ea typeface="华文新魏" panose="02010800040101010101" pitchFamily="2" charset="-122"/>
              </a:rPr>
              <a:t>二进制计数器</a:t>
            </a:r>
            <a:r>
              <a:rPr lang="zh-CN" altLang="en-US" sz="1800" b="1" dirty="0">
                <a:solidFill>
                  <a:schemeClr val="tx1"/>
                </a:solidFill>
                <a:latin typeface="华文新魏" panose="02010800040101010101" pitchFamily="2" charset="-122"/>
                <a:ea typeface="华文新魏" panose="02010800040101010101" pitchFamily="2" charset="-122"/>
              </a:rPr>
              <a:t>，然后再加入</a:t>
            </a:r>
            <a:r>
              <a:rPr lang="zh-CN" altLang="en-US" sz="1800" b="1" dirty="0">
                <a:solidFill>
                  <a:srgbClr val="FF0000"/>
                </a:solidFill>
                <a:latin typeface="华文新魏" panose="02010800040101010101" pitchFamily="2" charset="-122"/>
                <a:ea typeface="华文新魏" panose="02010800040101010101" pitchFamily="2" charset="-122"/>
              </a:rPr>
              <a:t>预置位电路</a:t>
            </a:r>
            <a:r>
              <a:rPr lang="zh-CN" altLang="en-US" sz="1800" b="1" dirty="0">
                <a:solidFill>
                  <a:schemeClr val="tx1"/>
                </a:solidFill>
                <a:latin typeface="华文新魏" panose="02010800040101010101" pitchFamily="2" charset="-122"/>
                <a:ea typeface="华文新魏" panose="02010800040101010101" pitchFamily="2" charset="-122"/>
              </a:rPr>
              <a:t>。假设</a:t>
            </a:r>
            <a:r>
              <a:rPr lang="zh-CN" altLang="en-US" sz="1800" b="1" dirty="0">
                <a:solidFill>
                  <a:srgbClr val="FF0000"/>
                </a:solidFill>
                <a:latin typeface="华文新魏" panose="02010800040101010101" pitchFamily="2" charset="-122"/>
                <a:ea typeface="华文新魏" panose="02010800040101010101" pitchFamily="2" charset="-122"/>
              </a:rPr>
              <a:t>起跳状态为</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则有：</a:t>
            </a:r>
            <a:endParaRPr lang="zh-CN" altLang="en-US" sz="1800" b="1" dirty="0">
              <a:solidFill>
                <a:schemeClr val="tx1"/>
              </a:solidFill>
              <a:latin typeface="华文新魏" panose="02010800040101010101" pitchFamily="2" charset="-122"/>
              <a:ea typeface="华文新魏" panose="02010800040101010101" pitchFamily="2" charset="-122"/>
            </a:endParaRP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在没有出现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时，不影响二进制计数器的状态转换规律，预置位电平无效。</a:t>
            </a:r>
            <a:endParaRPr lang="zh-CN" altLang="en-US" sz="1800" b="1" dirty="0">
              <a:solidFill>
                <a:schemeClr val="tx1"/>
              </a:solidFill>
              <a:latin typeface="华文新魏" panose="02010800040101010101" pitchFamily="2" charset="-122"/>
              <a:ea typeface="华文新魏" panose="02010800040101010101" pitchFamily="2" charset="-122"/>
            </a:endParaRP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当出现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时，预置位电平有效，使</a:t>
            </a:r>
            <a:r>
              <a:rPr lang="zh-CN" altLang="en-US" sz="1800" b="1" u="sng" dirty="0">
                <a:solidFill>
                  <a:schemeClr val="tx1"/>
                </a:solidFill>
                <a:latin typeface="华文新魏" panose="02010800040101010101" pitchFamily="2" charset="-122"/>
                <a:ea typeface="华文新魏" panose="02010800040101010101" pitchFamily="2" charset="-122"/>
              </a:rPr>
              <a:t>预定的某些位触发器数据端加上预置数</a:t>
            </a:r>
            <a:r>
              <a:rPr lang="en-US" altLang="zh-CN" sz="1800" b="1" u="sng"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或</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，则在下一拍时钟有效沿到达时，该触发器处于</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的对应位中的状态。</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2"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blinds(horizontal)">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childTnLst>
                                    <p:set>
                                      <p:cBhvr>
                                        <p:cTn id="11" dur="1" fill="hold">
                                          <p:stCondLst>
                                            <p:cond delay="0"/>
                                          </p:stCondLst>
                                        </p:cTn>
                                        <p:tgtEl>
                                          <p:spTgt spid="169988"/>
                                        </p:tgtEl>
                                        <p:attrNameLst>
                                          <p:attrName>style.visibility</p:attrName>
                                        </p:attrNameLst>
                                      </p:cBhvr>
                                      <p:to>
                                        <p:strVal val="visible"/>
                                      </p:to>
                                    </p:set>
                                    <p:animEffect transition="in" filter="blinds(horizontal)">
                                      <p:cBhvr>
                                        <p:cTn id="12" dur="500"/>
                                        <p:tgtEl>
                                          <p:spTgt spid="1699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2" nodeType="clickEffect">
                                  <p:stCondLst>
                                    <p:cond delay="0"/>
                                  </p:stCondLst>
                                  <p:childTnLst>
                                    <p:set>
                                      <p:cBhvr>
                                        <p:cTn id="16" dur="1" fill="hold">
                                          <p:stCondLst>
                                            <p:cond delay="0"/>
                                          </p:stCondLst>
                                        </p:cTn>
                                        <p:tgtEl>
                                          <p:spTgt spid="169989"/>
                                        </p:tgtEl>
                                        <p:attrNameLst>
                                          <p:attrName>style.visibility</p:attrName>
                                        </p:attrNameLst>
                                      </p:cBhvr>
                                      <p:to>
                                        <p:strVal val="visible"/>
                                      </p:to>
                                    </p:set>
                                    <p:animEffect transition="in" filter="blinds(horizontal)">
                                      <p:cBhvr>
                                        <p:cTn id="1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1"/>
      <p:bldP spid="169988" grpId="1"/>
      <p:bldP spid="169989" grpId="1"/>
      <p:bldP spid="169989" grpId="2"/>
      <p:bldP spid="169987" grpId="2"/>
      <p:bldP spid="169988" grpId="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710248" y="544830"/>
            <a:ext cx="5151437" cy="571500"/>
          </a:xfrm>
          <a:prstGeom prst="rect">
            <a:avLst/>
          </a:prstGeom>
          <a:noFill/>
          <a:ln w="9525">
            <a:noFill/>
          </a:ln>
        </p:spPr>
        <p:txBody>
          <a:bodyPr/>
          <a:p>
            <a:pPr eaLnBrk="1" hangingPunct="1"/>
            <a:r>
              <a:rPr lang="zh-CN" altLang="en-US" sz="2000" b="1" dirty="0">
                <a:solidFill>
                  <a:srgbClr val="FF0000"/>
                </a:solidFill>
                <a:ea typeface="华文新魏" panose="02010800040101010101" pitchFamily="2" charset="-122"/>
              </a:rPr>
              <a:t>采用预置位电路的状态跳越过程示意图如下：</a:t>
            </a:r>
            <a:endParaRPr lang="zh-CN" altLang="en-US" sz="2000" b="1" dirty="0">
              <a:solidFill>
                <a:srgbClr val="FF0000"/>
              </a:solidFill>
              <a:ea typeface="黑体" panose="02010609060101010101" pitchFamily="2" charset="-122"/>
            </a:endParaRPr>
          </a:p>
        </p:txBody>
      </p:sp>
      <p:grpSp>
        <p:nvGrpSpPr>
          <p:cNvPr id="171011" name="Group 27"/>
          <p:cNvGrpSpPr/>
          <p:nvPr/>
        </p:nvGrpSpPr>
        <p:grpSpPr>
          <a:xfrm>
            <a:off x="1154113" y="1014730"/>
            <a:ext cx="1482725" cy="1503363"/>
            <a:chOff x="0" y="0"/>
            <a:chExt cx="1008" cy="1263"/>
          </a:xfrm>
        </p:grpSpPr>
        <p:sp>
          <p:nvSpPr>
            <p:cNvPr id="171023" name="Rectangle 6"/>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4" name="Text Box 7"/>
            <p:cNvSpPr txBox="1"/>
            <p:nvPr/>
          </p:nvSpPr>
          <p:spPr>
            <a:xfrm>
              <a:off x="0" y="48"/>
              <a:ext cx="955"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endParaRPr lang="zh-CN" altLang="en-US" sz="1600" dirty="0">
                <a:solidFill>
                  <a:schemeClr val="tx1"/>
                </a:solidFill>
                <a:latin typeface="华文新魏" panose="02010800040101010101" pitchFamily="2" charset="-122"/>
                <a:ea typeface="华文新魏" panose="02010800040101010101" pitchFamily="2" charset="-122"/>
              </a:endParaRPr>
            </a:p>
          </p:txBody>
        </p:sp>
      </p:grpSp>
      <p:sp>
        <p:nvSpPr>
          <p:cNvPr id="171012" name="Line 14"/>
          <p:cNvSpPr/>
          <p:nvPr/>
        </p:nvSpPr>
        <p:spPr>
          <a:xfrm>
            <a:off x="2809240" y="1564005"/>
            <a:ext cx="565150" cy="0"/>
          </a:xfrm>
          <a:prstGeom prst="line">
            <a:avLst/>
          </a:prstGeom>
          <a:ln w="57150" cap="flat" cmpd="sng">
            <a:solidFill>
              <a:srgbClr val="4472C4"/>
            </a:solidFill>
            <a:prstDash val="solid"/>
            <a:headEnd type="none" w="med" len="med"/>
            <a:tailEnd type="triangle" w="med" len="med"/>
          </a:ln>
        </p:spPr>
      </p:sp>
      <p:sp>
        <p:nvSpPr>
          <p:cNvPr id="171013" name="Line 15"/>
          <p:cNvSpPr/>
          <p:nvPr/>
        </p:nvSpPr>
        <p:spPr>
          <a:xfrm>
            <a:off x="5161598" y="1557655"/>
            <a:ext cx="565150" cy="0"/>
          </a:xfrm>
          <a:prstGeom prst="line">
            <a:avLst/>
          </a:prstGeom>
          <a:ln w="57150" cap="flat" cmpd="sng">
            <a:solidFill>
              <a:srgbClr val="4472C4"/>
            </a:solidFill>
            <a:prstDash val="solid"/>
            <a:headEnd type="none" w="med" len="med"/>
            <a:tailEnd type="triangle" w="med" len="med"/>
          </a:ln>
        </p:spPr>
      </p:sp>
      <p:sp>
        <p:nvSpPr>
          <p:cNvPr id="171014" name="Text Box 19"/>
          <p:cNvSpPr txBox="1"/>
          <p:nvPr/>
        </p:nvSpPr>
        <p:spPr>
          <a:xfrm>
            <a:off x="634048" y="2694623"/>
            <a:ext cx="8115300" cy="1091565"/>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zh-CN" altLang="en-US" b="1" dirty="0">
                <a:solidFill>
                  <a:srgbClr val="0000CC"/>
                </a:solidFill>
                <a:latin typeface="华文新魏" panose="02010800040101010101" pitchFamily="2" charset="-122"/>
                <a:ea typeface="华文新魏" panose="02010800040101010101" pitchFamily="2" charset="-122"/>
              </a:rPr>
              <a:t>预置位电平的确定：</a:t>
            </a:r>
            <a:endParaRPr lang="zh-CN" altLang="en-US" b="1" dirty="0">
              <a:solidFill>
                <a:srgbClr val="0000CC"/>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可</a:t>
            </a:r>
            <a:r>
              <a:rPr lang="zh-CN" altLang="en-US" b="1" dirty="0">
                <a:solidFill>
                  <a:srgbClr val="0000CC"/>
                </a:solidFill>
                <a:latin typeface="华文新魏" panose="02010800040101010101" pitchFamily="2" charset="-122"/>
                <a:ea typeface="华文新魏" panose="02010800040101010101" pitchFamily="2" charset="-122"/>
              </a:rPr>
              <a:t>逐位比较</a:t>
            </a:r>
            <a:r>
              <a:rPr lang="zh-CN" altLang="en-US" b="1" dirty="0">
                <a:solidFill>
                  <a:schemeClr val="tx1"/>
                </a:solidFill>
                <a:latin typeface="华文新魏" panose="02010800040101010101" pitchFamily="2" charset="-122"/>
                <a:ea typeface="华文新魏" panose="02010800040101010101" pitchFamily="2" charset="-122"/>
              </a:rPr>
              <a:t>计数器中各触发器在</a:t>
            </a:r>
            <a:r>
              <a:rPr lang="zh-CN" altLang="en-US" b="1" dirty="0">
                <a:solidFill>
                  <a:srgbClr val="0000CC"/>
                </a:solidFill>
                <a:latin typeface="华文新魏" panose="02010800040101010101" pitchFamily="2" charset="-122"/>
                <a:ea typeface="华文新魏" panose="02010800040101010101" pitchFamily="2" charset="-122"/>
              </a:rPr>
              <a:t>正常计数状态</a:t>
            </a:r>
            <a:r>
              <a:rPr lang="zh-CN" altLang="en-US" b="1" dirty="0">
                <a:solidFill>
                  <a:schemeClr val="tx1"/>
                </a:solidFill>
                <a:latin typeface="华文新魏" panose="02010800040101010101" pitchFamily="2" charset="-122"/>
                <a:ea typeface="华文新魏" panose="02010800040101010101" pitchFamily="2" charset="-122"/>
              </a:rPr>
              <a:t>和</a:t>
            </a:r>
            <a:r>
              <a:rPr lang="zh-CN" altLang="en-US" b="1" dirty="0">
                <a:solidFill>
                  <a:srgbClr val="0000CC"/>
                </a:solidFill>
                <a:latin typeface="华文新魏" panose="02010800040101010101" pitchFamily="2" charset="-122"/>
                <a:ea typeface="华文新魏" panose="02010800040101010101" pitchFamily="2" charset="-122"/>
              </a:rPr>
              <a:t>跳越</a:t>
            </a:r>
            <a:r>
              <a:rPr lang="zh-CN" altLang="en-US" b="1" dirty="0">
                <a:solidFill>
                  <a:srgbClr val="0000CC"/>
                </a:solidFill>
                <a:latin typeface="华文新魏" panose="02010800040101010101" pitchFamily="2" charset="-122"/>
                <a:ea typeface="华文新魏" panose="02010800040101010101" pitchFamily="2" charset="-122"/>
                <a:sym typeface="+mn-ea"/>
              </a:rPr>
              <a:t>后的状态</a:t>
            </a:r>
            <a:r>
              <a:rPr lang="zh-CN" altLang="en-US" b="1" dirty="0">
                <a:solidFill>
                  <a:schemeClr val="tx1"/>
                </a:solidFill>
                <a:latin typeface="华文新魏" panose="02010800040101010101" pitchFamily="2" charset="-122"/>
                <a:ea typeface="华文新魏" panose="02010800040101010101" pitchFamily="2" charset="-122"/>
                <a:sym typeface="+mn-ea"/>
              </a:rPr>
              <a:t>中</a:t>
            </a:r>
            <a:endParaRPr lang="zh-CN" altLang="en-US" b="1" dirty="0">
              <a:solidFill>
                <a:srgbClr val="0000CC"/>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的差异，有些位不需改变，有些则要</a:t>
            </a:r>
            <a:r>
              <a:rPr lang="zh-CN" altLang="en-US" b="1" dirty="0">
                <a:solidFill>
                  <a:srgbClr val="0000CC"/>
                </a:solidFill>
                <a:latin typeface="华文新魏" panose="02010800040101010101" pitchFamily="2" charset="-122"/>
                <a:ea typeface="华文新魏" panose="02010800040101010101" pitchFamily="2" charset="-122"/>
              </a:rPr>
              <a:t>预置</a:t>
            </a:r>
            <a:r>
              <a:rPr lang="en-US" altLang="zh-CN" b="1">
                <a:solidFill>
                  <a:srgbClr val="0000CC"/>
                </a:solidFill>
                <a:latin typeface="华文新魏" panose="02010800040101010101" pitchFamily="2" charset="-122"/>
                <a:ea typeface="华文新魏" panose="02010800040101010101" pitchFamily="2" charset="-122"/>
              </a:rPr>
              <a:t>1 </a:t>
            </a:r>
            <a:r>
              <a:rPr lang="zh-CN" altLang="en-US" b="1" dirty="0">
                <a:solidFill>
                  <a:srgbClr val="0000CC"/>
                </a:solidFill>
                <a:latin typeface="华文新魏" panose="02010800040101010101" pitchFamily="2" charset="-122"/>
                <a:ea typeface="华文新魏" panose="02010800040101010101" pitchFamily="2" charset="-122"/>
              </a:rPr>
              <a:t>或 </a:t>
            </a:r>
            <a:r>
              <a:rPr lang="en-US" altLang="zh-CN" b="1">
                <a:solidFill>
                  <a:srgbClr val="0000CC"/>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grpSp>
        <p:nvGrpSpPr>
          <p:cNvPr id="171015" name="Group 26"/>
          <p:cNvGrpSpPr/>
          <p:nvPr/>
        </p:nvGrpSpPr>
        <p:grpSpPr>
          <a:xfrm>
            <a:off x="3542665" y="1014730"/>
            <a:ext cx="1482725" cy="1503363"/>
            <a:chOff x="0" y="0"/>
            <a:chExt cx="1008" cy="1263"/>
          </a:xfrm>
        </p:grpSpPr>
        <p:sp>
          <p:nvSpPr>
            <p:cNvPr id="171021" name="Rectangle 23"/>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2" name="Text Box 9"/>
            <p:cNvSpPr txBox="1"/>
            <p:nvPr/>
          </p:nvSpPr>
          <p:spPr>
            <a:xfrm>
              <a:off x="48" y="48"/>
              <a:ext cx="960"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 </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chemeClr val="tx1"/>
                  </a:solidFill>
                  <a:latin typeface="华文新魏" panose="02010800040101010101" pitchFamily="2" charset="-122"/>
                  <a:ea typeface="华文新魏" panose="02010800040101010101" pitchFamily="2" charset="-122"/>
                </a:rPr>
                <a:t>S</a:t>
              </a:r>
              <a:r>
                <a:rPr lang="en-US" altLang="zh-CN" sz="1600" b="1" baseline="-25000">
                  <a:solidFill>
                    <a:schemeClr val="tx1"/>
                  </a:solidFill>
                  <a:latin typeface="华文新魏" panose="02010800040101010101" pitchFamily="2" charset="-122"/>
                  <a:ea typeface="华文新魏" panose="02010800040101010101" pitchFamily="2" charset="-122"/>
                </a:rPr>
                <a:t>a</a:t>
              </a:r>
              <a:r>
                <a:rPr lang="en-US" altLang="zh-CN" sz="1600" baseline="-25000">
                  <a:solidFill>
                    <a:schemeClr val="tx1"/>
                  </a:solidFill>
                  <a:latin typeface="华文新魏" panose="02010800040101010101" pitchFamily="2" charset="-122"/>
                  <a:ea typeface="华文新魏" panose="02010800040101010101" pitchFamily="2" charset="-122"/>
                </a:rPr>
                <a:t> </a:t>
              </a:r>
              <a:endParaRPr lang="en-US" altLang="zh-CN" sz="1600" baseline="-2500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rgbClr val="FF0000"/>
                  </a:solidFill>
                  <a:latin typeface="华文新魏" panose="02010800040101010101" pitchFamily="2" charset="-122"/>
                  <a:ea typeface="华文新魏" panose="02010800040101010101" pitchFamily="2" charset="-122"/>
                </a:rPr>
                <a:t>有效</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171016" name="Group 25"/>
          <p:cNvGrpSpPr/>
          <p:nvPr/>
        </p:nvGrpSpPr>
        <p:grpSpPr>
          <a:xfrm>
            <a:off x="5702935" y="1014730"/>
            <a:ext cx="1763713" cy="1490663"/>
            <a:chOff x="0" y="0"/>
            <a:chExt cx="1200" cy="1252"/>
          </a:xfrm>
        </p:grpSpPr>
        <p:sp>
          <p:nvSpPr>
            <p:cNvPr id="171019" name="Rectangle 24"/>
            <p:cNvSpPr/>
            <p:nvPr/>
          </p:nvSpPr>
          <p:spPr>
            <a:xfrm>
              <a:off x="96"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0" name="Text Box 11"/>
            <p:cNvSpPr txBox="1"/>
            <p:nvPr/>
          </p:nvSpPr>
          <p:spPr>
            <a:xfrm>
              <a:off x="0" y="37"/>
              <a:ext cx="1200" cy="121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endParaRPr lang="zh-CN" altLang="en-US" sz="1600" b="1"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a+K+1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 电平</a:t>
              </a:r>
              <a:endParaRPr lang="zh-CN" altLang="en-US" sz="1600" dirty="0">
                <a:solidFill>
                  <a:schemeClr val="tx1"/>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endParaRPr lang="zh-CN" altLang="en-US" sz="1600" dirty="0">
                <a:solidFill>
                  <a:schemeClr val="tx1"/>
                </a:solidFill>
                <a:latin typeface="华文新魏" panose="02010800040101010101" pitchFamily="2" charset="-122"/>
                <a:ea typeface="华文新魏" panose="02010800040101010101" pitchFamily="2" charset="-122"/>
              </a:endParaRPr>
            </a:p>
          </p:txBody>
        </p:sp>
      </p:grpSp>
      <p:grpSp>
        <p:nvGrpSpPr>
          <p:cNvPr id="2" name="组合 1"/>
          <p:cNvGrpSpPr/>
          <p:nvPr/>
        </p:nvGrpSpPr>
        <p:grpSpPr>
          <a:xfrm>
            <a:off x="662305" y="3781425"/>
            <a:ext cx="7614920" cy="1091565"/>
            <a:chOff x="1043" y="5941"/>
            <a:chExt cx="11992" cy="1719"/>
          </a:xfrm>
        </p:grpSpPr>
        <p:sp>
          <p:nvSpPr>
            <p:cNvPr id="171017" name="Line 20"/>
            <p:cNvSpPr/>
            <p:nvPr/>
          </p:nvSpPr>
          <p:spPr>
            <a:xfrm>
              <a:off x="11679" y="7119"/>
              <a:ext cx="445" cy="0"/>
            </a:xfrm>
            <a:prstGeom prst="line">
              <a:avLst/>
            </a:prstGeom>
            <a:ln w="22225" cap="flat" cmpd="sng">
              <a:solidFill>
                <a:srgbClr val="FF0000"/>
              </a:solidFill>
              <a:prstDash val="solid"/>
              <a:headEnd type="none" w="med" len="med"/>
              <a:tailEnd type="none" w="med" len="med"/>
            </a:ln>
          </p:spPr>
        </p:sp>
        <p:sp>
          <p:nvSpPr>
            <p:cNvPr id="171018" name="Text Box 29"/>
            <p:cNvSpPr txBox="1"/>
            <p:nvPr/>
          </p:nvSpPr>
          <p:spPr>
            <a:xfrm>
              <a:off x="1043" y="5941"/>
              <a:ext cx="11992" cy="1719"/>
            </a:xfrm>
            <a:prstGeom prst="rect">
              <a:avLst/>
            </a:prstGeom>
            <a:noFill/>
            <a:ln w="9525">
              <a:noFill/>
            </a:ln>
          </p:spPr>
          <p:txBody>
            <a:bodyPr wrap="square">
              <a:spAutoFit/>
            </a:bodyPr>
            <a:p>
              <a:pPr eaLnBrk="1" hangingPunct="1">
                <a:lnSpc>
                  <a:spcPct val="7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设预置位电平为</a:t>
              </a:r>
              <a:r>
                <a:rPr lang="en-US" altLang="zh-CN" b="1">
                  <a:solidFill>
                    <a:srgbClr val="FF0000"/>
                  </a:solidFill>
                  <a:latin typeface="华文新魏" panose="02010800040101010101" pitchFamily="2" charset="-122"/>
                  <a:ea typeface="华文新魏" panose="02010800040101010101" pitchFamily="2" charset="-122"/>
                </a:rPr>
                <a:t>M</a:t>
              </a:r>
              <a:r>
                <a:rPr lang="en-US" altLang="zh-CN" b="1" baseline="-25000">
                  <a:solidFill>
                    <a:srgbClr val="FF0000"/>
                  </a:solidFill>
                  <a:latin typeface="华文新魏" panose="02010800040101010101" pitchFamily="2" charset="-122"/>
                  <a:ea typeface="华文新魏" panose="02010800040101010101" pitchFamily="2" charset="-122"/>
                </a:rPr>
                <a:t>Y</a:t>
              </a:r>
              <a:r>
                <a:rPr lang="zh-CN" altLang="en-US" b="1" dirty="0">
                  <a:solidFill>
                    <a:schemeClr val="tx1"/>
                  </a:solidFill>
                  <a:latin typeface="华文新魏" panose="02010800040101010101" pitchFamily="2" charset="-122"/>
                  <a:ea typeface="华文新魏" panose="02010800040101010101" pitchFamily="2" charset="-122"/>
                </a:rPr>
                <a:t>（高电平），则</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a:solidFill>
                    <a:srgbClr val="0000CC"/>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的预置时有：</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baseline="-25000">
                  <a:solidFill>
                    <a:srgbClr val="0000CC"/>
                  </a:solidFill>
                  <a:latin typeface="华文新魏" panose="02010800040101010101" pitchFamily="2" charset="-122"/>
                  <a:ea typeface="华文新魏" panose="02010800040101010101" pitchFamily="2" charset="-122"/>
                </a:rPr>
                <a:t>i </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i-1</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i-2</a:t>
              </a:r>
              <a:r>
                <a:rPr lang="en-US" altLang="zh-CN" b="1">
                  <a:solidFill>
                    <a:srgbClr val="0000CC"/>
                  </a:solidFill>
                  <a:latin typeface="华文新魏" panose="02010800040101010101" pitchFamily="2" charset="-122"/>
                  <a:ea typeface="华文新魏" panose="02010800040101010101" pitchFamily="2" charset="-122"/>
                </a:rPr>
                <a:t>• ···• Q</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err="1">
                  <a:solidFill>
                    <a:srgbClr val="0000CC"/>
                  </a:solidFill>
                  <a:latin typeface="华文新魏" panose="02010800040101010101" pitchFamily="2" charset="-122"/>
                  <a:ea typeface="华文新魏" panose="02010800040101010101" pitchFamily="2" charset="-122"/>
                </a:rPr>
                <a:t>Q</a:t>
              </a:r>
              <a:r>
                <a:rPr lang="en-US" altLang="zh-CN" b="1" baseline="-25000" err="1">
                  <a:solidFill>
                    <a:srgbClr val="0000CC"/>
                  </a:solidFill>
                  <a:latin typeface="华文新魏" panose="02010800040101010101" pitchFamily="2" charset="-122"/>
                  <a:ea typeface="华文新魏" panose="02010800040101010101" pitchFamily="2" charset="-122"/>
                </a:rPr>
                <a:t>i</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a:solidFill>
                    <a:srgbClr val="FF0000"/>
                  </a:solidFill>
                  <a:latin typeface="华文新魏" panose="02010800040101010101" pitchFamily="2" charset="-122"/>
                  <a:ea typeface="华文新魏" panose="02010800040101010101" pitchFamily="2" charset="-122"/>
                </a:rPr>
                <a:t>M</a:t>
              </a:r>
              <a:r>
                <a:rPr lang="en-US" altLang="zh-CN" b="1" baseline="-25000">
                  <a:solidFill>
                    <a:srgbClr val="FF0000"/>
                  </a:solidFill>
                  <a:latin typeface="华文新魏" panose="02010800040101010101" pitchFamily="2" charset="-122"/>
                  <a:ea typeface="华文新魏" panose="02010800040101010101" pitchFamily="2" charset="-122"/>
                </a:rPr>
                <a:t>Y</a:t>
              </a:r>
              <a:endParaRPr lang="en-US" altLang="zh-CN" b="1">
                <a:solidFill>
                  <a:srgbClr val="FF0000"/>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a:solidFill>
                    <a:srgbClr val="0000CC"/>
                  </a:solidFill>
                  <a:latin typeface="华文新魏" panose="02010800040101010101" pitchFamily="2" charset="-122"/>
                  <a:ea typeface="华文新魏" panose="02010800040101010101" pitchFamily="2" charset="-122"/>
                </a:rPr>
                <a:t>0</a:t>
              </a:r>
              <a:r>
                <a:rPr lang="zh-CN" altLang="en-US" b="1" dirty="0">
                  <a:solidFill>
                    <a:schemeClr val="tx1"/>
                  </a:solidFill>
                  <a:latin typeface="华文新魏" panose="02010800040101010101" pitchFamily="2" charset="-122"/>
                  <a:ea typeface="华文新魏" panose="02010800040101010101" pitchFamily="2" charset="-122"/>
                </a:rPr>
                <a:t>的预置时有： </a:t>
              </a:r>
              <a:r>
                <a:rPr lang="en-US" altLang="zh-CN" b="1">
                  <a:solidFill>
                    <a:srgbClr val="0000CC"/>
                  </a:solidFill>
                  <a:latin typeface="华文新魏" panose="02010800040101010101" pitchFamily="2" charset="-122"/>
                  <a:ea typeface="华文新魏" panose="02010800040101010101" pitchFamily="2" charset="-122"/>
                </a:rPr>
                <a:t>D</a:t>
              </a:r>
              <a:r>
                <a:rPr lang="en-US" altLang="zh-CN" b="1" baseline="-25000">
                  <a:solidFill>
                    <a:srgbClr val="0000CC"/>
                  </a:solidFill>
                  <a:latin typeface="华文新魏" panose="02010800040101010101" pitchFamily="2" charset="-122"/>
                  <a:ea typeface="华文新魏" panose="02010800040101010101" pitchFamily="2" charset="-122"/>
                </a:rPr>
                <a:t>i </a:t>
              </a:r>
              <a:r>
                <a:rPr lang="en-US" altLang="zh-CN" b="1">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a:solidFill>
                    <a:srgbClr val="0000CC"/>
                  </a:solidFill>
                  <a:latin typeface="华文新魏" panose="02010800040101010101" pitchFamily="2" charset="-122"/>
                  <a:ea typeface="华文新魏" panose="02010800040101010101" pitchFamily="2" charset="-122"/>
                </a:rPr>
                <a:t>(Q</a:t>
              </a:r>
              <a:r>
                <a:rPr lang="en-US" altLang="zh-CN" b="1" baseline="-25000">
                  <a:solidFill>
                    <a:srgbClr val="0000CC"/>
                  </a:solidFill>
                  <a:latin typeface="华文新魏" panose="02010800040101010101" pitchFamily="2" charset="-122"/>
                  <a:ea typeface="华文新魏" panose="02010800040101010101" pitchFamily="2" charset="-122"/>
                </a:rPr>
                <a:t>i-1</a:t>
              </a:r>
              <a:r>
                <a:rPr lang="en-US" altLang="zh-CN" b="1">
                  <a:solidFill>
                    <a:srgbClr val="0000CC"/>
                  </a:solidFill>
                  <a:latin typeface="华文新魏" panose="02010800040101010101" pitchFamily="2" charset="-122"/>
                  <a:ea typeface="华文新魏" panose="02010800040101010101" pitchFamily="2" charset="-122"/>
                </a:rPr>
                <a:t>• Q</a:t>
              </a:r>
              <a:r>
                <a:rPr lang="en-US" altLang="zh-CN" b="1" baseline="-25000">
                  <a:solidFill>
                    <a:srgbClr val="0000CC"/>
                  </a:solidFill>
                  <a:latin typeface="华文新魏" panose="02010800040101010101" pitchFamily="2" charset="-122"/>
                  <a:ea typeface="华文新魏" panose="02010800040101010101" pitchFamily="2" charset="-122"/>
                </a:rPr>
                <a:t>i-2</a:t>
              </a:r>
              <a:r>
                <a:rPr lang="en-US" altLang="zh-CN" b="1">
                  <a:solidFill>
                    <a:srgbClr val="0000CC"/>
                  </a:solidFill>
                  <a:latin typeface="华文新魏" panose="02010800040101010101" pitchFamily="2" charset="-122"/>
                  <a:ea typeface="华文新魏" panose="02010800040101010101" pitchFamily="2" charset="-122"/>
                </a:rPr>
                <a:t>• ···• Q</a:t>
              </a:r>
              <a:r>
                <a:rPr lang="en-US" altLang="zh-CN" b="1" baseline="-25000">
                  <a:solidFill>
                    <a:srgbClr val="0000CC"/>
                  </a:solidFill>
                  <a:latin typeface="华文新魏" panose="02010800040101010101" pitchFamily="2" charset="-122"/>
                  <a:ea typeface="华文新魏" panose="02010800040101010101" pitchFamily="2" charset="-122"/>
                </a:rPr>
                <a:t>1</a:t>
              </a:r>
              <a:r>
                <a:rPr lang="en-US" altLang="zh-CN" b="1">
                  <a:solidFill>
                    <a:srgbClr val="0000CC"/>
                  </a:solidFill>
                  <a:latin typeface="华文新魏" panose="02010800040101010101" pitchFamily="2" charset="-122"/>
                  <a:ea typeface="华文新魏" panose="02010800040101010101" pitchFamily="2" charset="-122"/>
                </a:rPr>
                <a:t>) ⊕ </a:t>
              </a:r>
              <a:r>
                <a:rPr lang="en-US" altLang="zh-CN" b="1" err="1">
                  <a:solidFill>
                    <a:srgbClr val="0000CC"/>
                  </a:solidFill>
                  <a:latin typeface="华文新魏" panose="02010800040101010101" pitchFamily="2" charset="-122"/>
                  <a:ea typeface="华文新魏" panose="02010800040101010101" pitchFamily="2" charset="-122"/>
                </a:rPr>
                <a:t>Q</a:t>
              </a:r>
              <a:r>
                <a:rPr lang="en-US" altLang="zh-CN" b="1" baseline="-25000" err="1">
                  <a:solidFill>
                    <a:srgbClr val="0000CC"/>
                  </a:solidFill>
                  <a:latin typeface="华文新魏" panose="02010800040101010101" pitchFamily="2" charset="-122"/>
                  <a:ea typeface="华文新魏" panose="02010800040101010101" pitchFamily="2" charset="-122"/>
                </a:rPr>
                <a:t>i</a:t>
              </a:r>
              <a:r>
                <a:rPr lang="en-US" altLang="zh-CN" b="1">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a:t>
              </a:r>
              <a:r>
                <a:rPr lang="en-US" altLang="zh-CN" b="1">
                  <a:solidFill>
                    <a:srgbClr val="0000CC"/>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 M</a:t>
              </a:r>
              <a:r>
                <a:rPr lang="en-US" altLang="zh-CN" b="1" baseline="-25000">
                  <a:solidFill>
                    <a:srgbClr val="FF0000"/>
                  </a:solidFill>
                  <a:latin typeface="华文新魏" panose="02010800040101010101" pitchFamily="2" charset="-122"/>
                  <a:ea typeface="华文新魏" panose="02010800040101010101" pitchFamily="2" charset="-122"/>
                </a:rPr>
                <a:t>Y</a:t>
              </a:r>
              <a:endParaRPr lang="en-US" altLang="zh-CN" b="1" baseline="-2500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1014"/>
                                        </p:tgtEl>
                                        <p:attrNameLst>
                                          <p:attrName>style.visibility</p:attrName>
                                        </p:attrNameLst>
                                      </p:cBhvr>
                                      <p:to>
                                        <p:strVal val="visible"/>
                                      </p:to>
                                    </p:set>
                                    <p:anim calcmode="lin" valueType="num">
                                      <p:cBhvr additive="base">
                                        <p:cTn id="7" dur="500" fill="hold"/>
                                        <p:tgtEl>
                                          <p:spTgt spid="171014"/>
                                        </p:tgtEl>
                                        <p:attrNameLst>
                                          <p:attrName>ppt_x</p:attrName>
                                        </p:attrNameLst>
                                      </p:cBhvr>
                                      <p:tavLst>
                                        <p:tav tm="0">
                                          <p:val>
                                            <p:strVal val="#ppt_x"/>
                                          </p:val>
                                        </p:tav>
                                        <p:tav tm="100000">
                                          <p:val>
                                            <p:strVal val="#ppt_x"/>
                                          </p:val>
                                        </p:tav>
                                      </p:tavLst>
                                    </p:anim>
                                    <p:anim calcmode="lin" valueType="num">
                                      <p:cBhvr additive="base">
                                        <p:cTn id="8" dur="500" fill="hold"/>
                                        <p:tgtEl>
                                          <p:spTgt spid="1710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Text Box 90"/>
          <p:cNvSpPr txBox="1"/>
          <p:nvPr/>
        </p:nvSpPr>
        <p:spPr>
          <a:xfrm>
            <a:off x="755015" y="2730818"/>
            <a:ext cx="4953000" cy="17513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       </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a+1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6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1 1 </a:t>
            </a:r>
            <a:r>
              <a:rPr lang="en-US" altLang="zh-CN" sz="1800" b="1">
                <a:solidFill>
                  <a:srgbClr val="0000CC"/>
                </a:solidFill>
                <a:latin typeface="华文新魏" panose="02010800040101010101" pitchFamily="2" charset="-122"/>
                <a:ea typeface="华文新魏" panose="02010800040101010101" pitchFamily="2" charset="-122"/>
              </a:rPr>
              <a:t>0)</a:t>
            </a:r>
            <a:endParaRPr lang="en-US" altLang="zh-CN" sz="1800" b="1">
              <a:solidFill>
                <a:srgbClr val="0000CC"/>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a+K+1</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0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00</a:t>
            </a:r>
            <a:r>
              <a:rPr lang="en-US" altLang="zh-CN" sz="1800" b="1">
                <a:solidFill>
                  <a:srgbClr val="0000CC"/>
                </a:solidFill>
                <a:latin typeface="华文新魏" panose="02010800040101010101" pitchFamily="2" charset="-122"/>
                <a:ea typeface="华文新魏" panose="02010800040101010101" pitchFamily="2" charset="-122"/>
              </a:rPr>
              <a:t>0)</a:t>
            </a:r>
            <a:endParaRPr lang="en-US" altLang="zh-CN" sz="1800" b="1">
              <a:solidFill>
                <a:srgbClr val="0000CC"/>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因此要对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3 </a:t>
            </a:r>
            <a:r>
              <a:rPr lang="zh-CN" altLang="en-US" sz="1800" b="1" dirty="0">
                <a:solidFill>
                  <a:srgbClr val="0000CC"/>
                </a:solidFill>
                <a:latin typeface="华文新魏" panose="02010800040101010101" pitchFamily="2" charset="-122"/>
                <a:ea typeface="华文新魏" panose="02010800040101010101" pitchFamily="2" charset="-122"/>
              </a:rPr>
              <a:t>，</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进行预置</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 </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D</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sym typeface="+mn-ea"/>
              </a:rPr>
              <a:t>•</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a:t>
            </a: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72035" name="Text Box 84"/>
          <p:cNvSpPr txBox="1"/>
          <p:nvPr/>
        </p:nvSpPr>
        <p:spPr>
          <a:xfrm>
            <a:off x="755650" y="1995805"/>
            <a:ext cx="4191000" cy="6718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预置位电路：</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endParaRPr lang="en-US" altLang="zh-CN" sz="1800" b="1" baseline="-25000">
              <a:solidFill>
                <a:srgbClr val="FF0000"/>
              </a:solidFill>
              <a:latin typeface="华文新魏" panose="02010800040101010101" pitchFamily="2" charset="-122"/>
              <a:ea typeface="华文新魏" panose="02010800040101010101" pitchFamily="2" charset="-122"/>
            </a:endParaRPr>
          </a:p>
        </p:txBody>
      </p:sp>
      <p:sp>
        <p:nvSpPr>
          <p:cNvPr id="172036" name="Rectangle 2"/>
          <p:cNvSpPr>
            <a:spLocks noGrp="1"/>
          </p:cNvSpPr>
          <p:nvPr>
            <p:ph type="title"/>
          </p:nvPr>
        </p:nvSpPr>
        <p:spPr>
          <a:xfrm>
            <a:off x="672465" y="673100"/>
            <a:ext cx="6324600" cy="457200"/>
          </a:xfrm>
          <a:prstGeom prst="rect">
            <a:avLst/>
          </a:prstGeom>
          <a:noFill/>
          <a:ln w="9525">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例</a:t>
            </a:r>
            <a:r>
              <a:rPr lang="zh-CN" altLang="en-US" sz="1800" b="1" dirty="0">
                <a:latin typeface="华文新魏" panose="02010800040101010101" pitchFamily="2" charset="-122"/>
                <a:ea typeface="华文新魏" panose="02010800040101010101" pitchFamily="2" charset="-122"/>
              </a:rPr>
              <a:t>  用预置位法设计</a:t>
            </a:r>
            <a:r>
              <a:rPr lang="zh-CN" altLang="en-US" sz="1800" b="1" dirty="0">
                <a:solidFill>
                  <a:srgbClr val="FF0000"/>
                </a:solidFill>
                <a:latin typeface="华文新魏" panose="02010800040101010101" pitchFamily="2" charset="-122"/>
                <a:ea typeface="华文新魏" panose="02010800040101010101" pitchFamily="2" charset="-122"/>
              </a:rPr>
              <a:t>六进制</a:t>
            </a:r>
            <a:r>
              <a:rPr lang="zh-CN" altLang="en-US" sz="1800" b="1" dirty="0">
                <a:latin typeface="华文新魏" panose="02010800040101010101" pitchFamily="2" charset="-122"/>
                <a:ea typeface="华文新魏" panose="02010800040101010101" pitchFamily="2" charset="-122"/>
              </a:rPr>
              <a:t>计数器。</a:t>
            </a:r>
            <a:endParaRPr lang="zh-CN" altLang="en-US" sz="1800" b="1" dirty="0">
              <a:latin typeface="华文新魏" panose="02010800040101010101" pitchFamily="2" charset="-122"/>
              <a:ea typeface="华文新魏" panose="02010800040101010101" pitchFamily="2" charset="-122"/>
            </a:endParaRPr>
          </a:p>
        </p:txBody>
      </p:sp>
      <p:sp>
        <p:nvSpPr>
          <p:cNvPr id="172037" name="Text Box 38"/>
          <p:cNvSpPr txBox="1"/>
          <p:nvPr/>
        </p:nvSpPr>
        <p:spPr>
          <a:xfrm>
            <a:off x="5634355" y="4275138"/>
            <a:ext cx="2819400" cy="366712"/>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六进制计数器状态图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72038" name="Text Box 39"/>
          <p:cNvSpPr txBox="1"/>
          <p:nvPr/>
        </p:nvSpPr>
        <p:spPr>
          <a:xfrm>
            <a:off x="748665" y="1071563"/>
            <a:ext cx="5257800" cy="671830"/>
          </a:xfrm>
          <a:prstGeom prst="rect">
            <a:avLst/>
          </a:prstGeom>
          <a:noFill/>
          <a:ln w="9525">
            <a:noFill/>
          </a:ln>
        </p:spPr>
        <p:txBody>
          <a:bodyPr>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用三个 </a:t>
            </a:r>
            <a:r>
              <a:rPr lang="en-US" altLang="zh-CN" sz="1800" b="1">
                <a:solidFill>
                  <a:srgbClr val="0000CC"/>
                </a:solidFill>
                <a:latin typeface="华文新魏" panose="02010800040101010101" pitchFamily="2" charset="-122"/>
                <a:ea typeface="华文新魏" panose="02010800040101010101" pitchFamily="2" charset="-122"/>
              </a:rPr>
              <a:t>D</a:t>
            </a:r>
            <a:r>
              <a:rPr lang="zh-CN" altLang="en-US" sz="1800" b="1" dirty="0">
                <a:solidFill>
                  <a:srgbClr val="0000CC"/>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触发器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起跳状态：</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5 </a:t>
            </a:r>
            <a:r>
              <a:rPr lang="en-US" altLang="zh-CN" sz="1800" b="1">
                <a:solidFill>
                  <a:srgbClr val="0000CC"/>
                </a:solidFill>
                <a:latin typeface="华文新魏" panose="02010800040101010101" pitchFamily="2" charset="-122"/>
                <a:ea typeface="华文新魏" panose="02010800040101010101" pitchFamily="2" charset="-122"/>
              </a:rPr>
              <a:t>(101)</a:t>
            </a:r>
            <a:endParaRPr lang="en-US" altLang="zh-CN" sz="1800" b="1">
              <a:solidFill>
                <a:srgbClr val="0000CC"/>
              </a:solidFill>
              <a:latin typeface="华文新魏" panose="02010800040101010101" pitchFamily="2" charset="-122"/>
              <a:ea typeface="华文新魏" panose="02010800040101010101" pitchFamily="2" charset="-122"/>
            </a:endParaRPr>
          </a:p>
        </p:txBody>
      </p:sp>
      <p:grpSp>
        <p:nvGrpSpPr>
          <p:cNvPr id="172039" name="Group 83"/>
          <p:cNvGrpSpPr/>
          <p:nvPr/>
        </p:nvGrpSpPr>
        <p:grpSpPr>
          <a:xfrm>
            <a:off x="4897120" y="819150"/>
            <a:ext cx="3692525" cy="3418840"/>
            <a:chOff x="0" y="0"/>
            <a:chExt cx="2566" cy="2936"/>
          </a:xfrm>
        </p:grpSpPr>
        <p:sp>
          <p:nvSpPr>
            <p:cNvPr id="172044" name="Oval 48"/>
            <p:cNvSpPr/>
            <p:nvPr/>
          </p:nvSpPr>
          <p:spPr>
            <a:xfrm>
              <a:off x="1092" y="273"/>
              <a:ext cx="340" cy="340"/>
            </a:xfrm>
            <a:prstGeom prst="ellipse">
              <a:avLst/>
            </a:prstGeom>
            <a:solidFill>
              <a:schemeClr val="accent1"/>
            </a:solidFill>
            <a:ln w="28575" cap="flat" cmpd="sng">
              <a:solidFill>
                <a:srgbClr val="EAEAEA"/>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5" name="Rectangle 49"/>
            <p:cNvSpPr/>
            <p:nvPr/>
          </p:nvSpPr>
          <p:spPr>
            <a:xfrm>
              <a:off x="1144" y="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6" name="Oval 50"/>
            <p:cNvSpPr/>
            <p:nvPr/>
          </p:nvSpPr>
          <p:spPr>
            <a:xfrm>
              <a:off x="1952" y="764"/>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7" name="Line 51"/>
            <p:cNvSpPr/>
            <p:nvPr/>
          </p:nvSpPr>
          <p:spPr>
            <a:xfrm>
              <a:off x="1443" y="470"/>
              <a:ext cx="544" cy="317"/>
            </a:xfrm>
            <a:prstGeom prst="line">
              <a:avLst/>
            </a:prstGeom>
            <a:ln w="19050" cap="flat" cmpd="sng">
              <a:solidFill>
                <a:srgbClr val="4472C4"/>
              </a:solidFill>
              <a:prstDash val="solid"/>
              <a:headEnd type="none" w="med" len="med"/>
              <a:tailEnd type="triangle" w="med" len="med"/>
            </a:ln>
          </p:spPr>
        </p:sp>
        <p:sp>
          <p:nvSpPr>
            <p:cNvPr id="172048" name="Rectangle 52"/>
            <p:cNvSpPr/>
            <p:nvPr/>
          </p:nvSpPr>
          <p:spPr>
            <a:xfrm>
              <a:off x="2276" y="662"/>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9" name="Oval 53"/>
            <p:cNvSpPr/>
            <p:nvPr/>
          </p:nvSpPr>
          <p:spPr>
            <a:xfrm>
              <a:off x="1956" y="176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0" name="Line 54"/>
            <p:cNvSpPr/>
            <p:nvPr/>
          </p:nvSpPr>
          <p:spPr>
            <a:xfrm>
              <a:off x="2146" y="1123"/>
              <a:ext cx="0" cy="615"/>
            </a:xfrm>
            <a:prstGeom prst="line">
              <a:avLst/>
            </a:prstGeom>
            <a:ln w="19050" cap="flat" cmpd="sng">
              <a:solidFill>
                <a:srgbClr val="4472C4"/>
              </a:solidFill>
              <a:prstDash val="solid"/>
              <a:headEnd type="none" w="med" len="med"/>
              <a:tailEnd type="triangle" w="med" len="med"/>
            </a:ln>
          </p:spPr>
        </p:sp>
        <p:sp>
          <p:nvSpPr>
            <p:cNvPr id="172051" name="Rectangle 55"/>
            <p:cNvSpPr/>
            <p:nvPr/>
          </p:nvSpPr>
          <p:spPr>
            <a:xfrm>
              <a:off x="2306" y="1929"/>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2</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2" name="Oval 56"/>
            <p:cNvSpPr/>
            <p:nvPr/>
          </p:nvSpPr>
          <p:spPr>
            <a:xfrm>
              <a:off x="1086" y="227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3" name="Rectangle 58"/>
            <p:cNvSpPr/>
            <p:nvPr/>
          </p:nvSpPr>
          <p:spPr>
            <a:xfrm>
              <a:off x="1158" y="262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3</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4" name="Oval 59"/>
            <p:cNvSpPr/>
            <p:nvPr/>
          </p:nvSpPr>
          <p:spPr>
            <a:xfrm>
              <a:off x="234" y="1780"/>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5" name="Rectangle 61"/>
            <p:cNvSpPr/>
            <p:nvPr/>
          </p:nvSpPr>
          <p:spPr>
            <a:xfrm>
              <a:off x="20" y="1930"/>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4</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6" name="Oval 62"/>
            <p:cNvSpPr/>
            <p:nvPr/>
          </p:nvSpPr>
          <p:spPr>
            <a:xfrm>
              <a:off x="240" y="762"/>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7" name="Rectangle 64"/>
            <p:cNvSpPr/>
            <p:nvPr/>
          </p:nvSpPr>
          <p:spPr>
            <a:xfrm>
              <a:off x="0" y="653"/>
              <a:ext cx="260" cy="316"/>
            </a:xfrm>
            <a:prstGeom prst="rect">
              <a:avLst/>
            </a:prstGeom>
            <a:noFill/>
            <a:ln w="9525">
              <a:noFill/>
            </a:ln>
          </p:spPr>
          <p:txBody>
            <a:bodyPr wrap="square">
              <a:spAutoFit/>
            </a:bodyPr>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5</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8" name="Line 77"/>
            <p:cNvSpPr/>
            <p:nvPr/>
          </p:nvSpPr>
          <p:spPr>
            <a:xfrm>
              <a:off x="534" y="2080"/>
              <a:ext cx="544" cy="317"/>
            </a:xfrm>
            <a:prstGeom prst="line">
              <a:avLst/>
            </a:prstGeom>
            <a:ln w="15875" cap="flat" cmpd="sng">
              <a:solidFill>
                <a:srgbClr val="4472C4"/>
              </a:solidFill>
              <a:prstDash val="solid"/>
              <a:headEnd type="triangle" w="med" len="med"/>
              <a:tailEnd type="none" w="med" len="med"/>
            </a:ln>
          </p:spPr>
        </p:sp>
        <p:sp>
          <p:nvSpPr>
            <p:cNvPr id="172059" name="Line 79"/>
            <p:cNvSpPr/>
            <p:nvPr/>
          </p:nvSpPr>
          <p:spPr>
            <a:xfrm rot="7200000">
              <a:off x="524" y="472"/>
              <a:ext cx="544" cy="317"/>
            </a:xfrm>
            <a:prstGeom prst="line">
              <a:avLst/>
            </a:prstGeom>
            <a:ln w="19050" cap="flat" cmpd="sng">
              <a:solidFill>
                <a:srgbClr val="4472C4"/>
              </a:solidFill>
              <a:prstDash val="solid"/>
              <a:headEnd type="triangle" w="med" len="med"/>
              <a:tailEnd type="none" w="med" len="med"/>
            </a:ln>
          </p:spPr>
        </p:sp>
        <p:sp>
          <p:nvSpPr>
            <p:cNvPr id="172060" name="Line 80"/>
            <p:cNvSpPr/>
            <p:nvPr/>
          </p:nvSpPr>
          <p:spPr>
            <a:xfrm rot="7200000">
              <a:off x="1480" y="2106"/>
              <a:ext cx="544" cy="317"/>
            </a:xfrm>
            <a:prstGeom prst="line">
              <a:avLst/>
            </a:prstGeom>
            <a:ln w="19050" cap="flat" cmpd="sng">
              <a:solidFill>
                <a:srgbClr val="4472C4"/>
              </a:solidFill>
              <a:prstDash val="solid"/>
              <a:headEnd type="none" w="med" len="med"/>
              <a:tailEnd type="triangle" w="med" len="med"/>
            </a:ln>
          </p:spPr>
        </p:sp>
        <p:sp>
          <p:nvSpPr>
            <p:cNvPr id="172061" name="Line 82"/>
            <p:cNvSpPr/>
            <p:nvPr/>
          </p:nvSpPr>
          <p:spPr>
            <a:xfrm>
              <a:off x="372" y="1124"/>
              <a:ext cx="0" cy="615"/>
            </a:xfrm>
            <a:prstGeom prst="line">
              <a:avLst/>
            </a:prstGeom>
            <a:ln w="15875" cap="flat" cmpd="sng">
              <a:solidFill>
                <a:srgbClr val="4472C4"/>
              </a:solidFill>
              <a:prstDash val="solid"/>
              <a:headEnd type="triangle" w="med" len="med"/>
              <a:tailEnd type="none" w="med" len="med"/>
            </a:ln>
          </p:spPr>
        </p:sp>
      </p:grpSp>
      <p:sp>
        <p:nvSpPr>
          <p:cNvPr id="172040" name="Line 40"/>
          <p:cNvSpPr/>
          <p:nvPr/>
        </p:nvSpPr>
        <p:spPr>
          <a:xfrm>
            <a:off x="2191703" y="2355850"/>
            <a:ext cx="304800" cy="0"/>
          </a:xfrm>
          <a:prstGeom prst="line">
            <a:avLst/>
          </a:prstGeom>
          <a:ln w="22225" cap="flat" cmpd="sng">
            <a:solidFill>
              <a:srgbClr val="FF0000"/>
            </a:solidFill>
            <a:prstDash val="solid"/>
            <a:headEnd type="none" w="med" len="med"/>
            <a:tailEnd type="none" w="med" len="med"/>
          </a:ln>
        </p:spPr>
      </p:sp>
      <p:sp>
        <p:nvSpPr>
          <p:cNvPr id="172041" name="Line 40"/>
          <p:cNvSpPr/>
          <p:nvPr/>
        </p:nvSpPr>
        <p:spPr>
          <a:xfrm>
            <a:off x="2767965" y="2355850"/>
            <a:ext cx="649288" cy="0"/>
          </a:xfrm>
          <a:prstGeom prst="line">
            <a:avLst/>
          </a:prstGeom>
          <a:ln w="22225" cap="flat" cmpd="sng">
            <a:solidFill>
              <a:srgbClr val="FF0000"/>
            </a:solidFill>
            <a:prstDash val="solid"/>
            <a:headEnd type="none" w="med" len="med"/>
            <a:tailEnd type="none" w="med" len="med"/>
          </a:ln>
        </p:spPr>
      </p:sp>
      <p:sp>
        <p:nvSpPr>
          <p:cNvPr id="172042" name="Line 40"/>
          <p:cNvSpPr/>
          <p:nvPr/>
        </p:nvSpPr>
        <p:spPr>
          <a:xfrm>
            <a:off x="3617595" y="3816350"/>
            <a:ext cx="304800" cy="0"/>
          </a:xfrm>
          <a:prstGeom prst="line">
            <a:avLst/>
          </a:prstGeom>
          <a:ln w="22225" cap="flat" cmpd="sng">
            <a:solidFill>
              <a:srgbClr val="FF0000"/>
            </a:solidFill>
            <a:prstDash val="solid"/>
            <a:headEnd type="none" w="med" len="med"/>
            <a:tailEnd type="none" w="med" len="med"/>
          </a:ln>
        </p:spPr>
      </p:sp>
      <p:sp>
        <p:nvSpPr>
          <p:cNvPr id="172043" name="Line 40"/>
          <p:cNvSpPr/>
          <p:nvPr/>
        </p:nvSpPr>
        <p:spPr>
          <a:xfrm>
            <a:off x="4096068" y="4162425"/>
            <a:ext cx="304800" cy="0"/>
          </a:xfrm>
          <a:prstGeom prst="line">
            <a:avLst/>
          </a:prstGeom>
          <a:ln w="22225" cap="flat" cmpd="sng">
            <a:solidFill>
              <a:srgbClr val="FF0000"/>
            </a:solidFill>
            <a:prstDash val="solid"/>
            <a:headEnd type="none" w="med" len="med"/>
            <a:tailEnd type="none" w="med" len="med"/>
          </a:ln>
        </p:spPr>
      </p:sp>
      <p:graphicFrame>
        <p:nvGraphicFramePr>
          <p:cNvPr id="2" name="对象 1">
            <a:hlinkClick r:id="" action="ppaction://ole?verb="/>
          </p:cNvPr>
          <p:cNvGraphicFramePr>
            <a:graphicFrameLocks noChangeAspect="1"/>
          </p:cNvGraphicFramePr>
          <p:nvPr/>
        </p:nvGraphicFramePr>
        <p:xfrm>
          <a:off x="4114800" y="2463800"/>
          <a:ext cx="914400" cy="215900"/>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4114800" y="2463800"/>
                        <a:ext cx="914400" cy="2159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6"/>
                                        </p:tgtEl>
                                        <p:attrNameLst>
                                          <p:attrName>style.visibility</p:attrName>
                                        </p:attrNameLst>
                                      </p:cBhvr>
                                      <p:to>
                                        <p:strVal val="visible"/>
                                      </p:to>
                                    </p:set>
                                    <p:anim calcmode="lin" valueType="num">
                                      <p:cBhvr additive="base">
                                        <p:cTn id="7" dur="500" fill="hold"/>
                                        <p:tgtEl>
                                          <p:spTgt spid="172036"/>
                                        </p:tgtEl>
                                        <p:attrNameLst>
                                          <p:attrName>ppt_x</p:attrName>
                                        </p:attrNameLst>
                                      </p:cBhvr>
                                      <p:tavLst>
                                        <p:tav tm="0">
                                          <p:val>
                                            <p:strVal val="#ppt_x"/>
                                          </p:val>
                                        </p:tav>
                                        <p:tav tm="100000">
                                          <p:val>
                                            <p:strVal val="#ppt_x"/>
                                          </p:val>
                                        </p:tav>
                                      </p:tavLst>
                                    </p:anim>
                                    <p:anim calcmode="lin" valueType="num">
                                      <p:cBhvr additive="base">
                                        <p:cTn id="8" dur="500" fill="hold"/>
                                        <p:tgtEl>
                                          <p:spTgt spid="172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2038"/>
                                        </p:tgtEl>
                                        <p:attrNameLst>
                                          <p:attrName>style.visibility</p:attrName>
                                        </p:attrNameLst>
                                      </p:cBhvr>
                                      <p:to>
                                        <p:strVal val="visible"/>
                                      </p:to>
                                    </p:set>
                                    <p:anim calcmode="lin" valueType="num">
                                      <p:cBhvr additive="base">
                                        <p:cTn id="13" dur="500" fill="hold"/>
                                        <p:tgtEl>
                                          <p:spTgt spid="172038"/>
                                        </p:tgtEl>
                                        <p:attrNameLst>
                                          <p:attrName>ppt_x</p:attrName>
                                        </p:attrNameLst>
                                      </p:cBhvr>
                                      <p:tavLst>
                                        <p:tav tm="0">
                                          <p:val>
                                            <p:strVal val="#ppt_x"/>
                                          </p:val>
                                        </p:tav>
                                        <p:tav tm="100000">
                                          <p:val>
                                            <p:strVal val="#ppt_x"/>
                                          </p:val>
                                        </p:tav>
                                      </p:tavLst>
                                    </p:anim>
                                    <p:anim calcmode="lin" valueType="num">
                                      <p:cBhvr additive="base">
                                        <p:cTn id="14" dur="500" fill="hold"/>
                                        <p:tgtEl>
                                          <p:spTgt spid="17203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2039"/>
                                        </p:tgtEl>
                                        <p:attrNameLst>
                                          <p:attrName>style.visibility</p:attrName>
                                        </p:attrNameLst>
                                      </p:cBhvr>
                                      <p:to>
                                        <p:strVal val="visible"/>
                                      </p:to>
                                    </p:set>
                                    <p:anim calcmode="lin" valueType="num">
                                      <p:cBhvr additive="base">
                                        <p:cTn id="19" dur="500" fill="hold"/>
                                        <p:tgtEl>
                                          <p:spTgt spid="172039"/>
                                        </p:tgtEl>
                                        <p:attrNameLst>
                                          <p:attrName>ppt_x</p:attrName>
                                        </p:attrNameLst>
                                      </p:cBhvr>
                                      <p:tavLst>
                                        <p:tav tm="0">
                                          <p:val>
                                            <p:strVal val="#ppt_x"/>
                                          </p:val>
                                        </p:tav>
                                        <p:tav tm="100000">
                                          <p:val>
                                            <p:strVal val="#ppt_x"/>
                                          </p:val>
                                        </p:tav>
                                      </p:tavLst>
                                    </p:anim>
                                    <p:anim calcmode="lin" valueType="num">
                                      <p:cBhvr additive="base">
                                        <p:cTn id="20" dur="500" fill="hold"/>
                                        <p:tgtEl>
                                          <p:spTgt spid="1720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2037"/>
                                        </p:tgtEl>
                                        <p:attrNameLst>
                                          <p:attrName>style.visibility</p:attrName>
                                        </p:attrNameLst>
                                      </p:cBhvr>
                                      <p:to>
                                        <p:strVal val="visible"/>
                                      </p:to>
                                    </p:set>
                                    <p:anim calcmode="lin" valueType="num">
                                      <p:cBhvr additive="base">
                                        <p:cTn id="25" dur="500" fill="hold"/>
                                        <p:tgtEl>
                                          <p:spTgt spid="172037"/>
                                        </p:tgtEl>
                                        <p:attrNameLst>
                                          <p:attrName>ppt_x</p:attrName>
                                        </p:attrNameLst>
                                      </p:cBhvr>
                                      <p:tavLst>
                                        <p:tav tm="0">
                                          <p:val>
                                            <p:strVal val="#ppt_x"/>
                                          </p:val>
                                        </p:tav>
                                        <p:tav tm="100000">
                                          <p:val>
                                            <p:strVal val="#ppt_x"/>
                                          </p:val>
                                        </p:tav>
                                      </p:tavLst>
                                    </p:anim>
                                    <p:anim calcmode="lin" valueType="num">
                                      <p:cBhvr additive="base">
                                        <p:cTn id="26" dur="500" fill="hold"/>
                                        <p:tgtEl>
                                          <p:spTgt spid="1720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2035"/>
                                        </p:tgtEl>
                                        <p:attrNameLst>
                                          <p:attrName>style.visibility</p:attrName>
                                        </p:attrNameLst>
                                      </p:cBhvr>
                                      <p:to>
                                        <p:strVal val="visible"/>
                                      </p:to>
                                    </p:set>
                                    <p:anim calcmode="lin" valueType="num">
                                      <p:cBhvr additive="base">
                                        <p:cTn id="31" dur="500" fill="hold"/>
                                        <p:tgtEl>
                                          <p:spTgt spid="172035"/>
                                        </p:tgtEl>
                                        <p:attrNameLst>
                                          <p:attrName>ppt_x</p:attrName>
                                        </p:attrNameLst>
                                      </p:cBhvr>
                                      <p:tavLst>
                                        <p:tav tm="0">
                                          <p:val>
                                            <p:strVal val="#ppt_x"/>
                                          </p:val>
                                        </p:tav>
                                        <p:tav tm="100000">
                                          <p:val>
                                            <p:strVal val="#ppt_x"/>
                                          </p:val>
                                        </p:tav>
                                      </p:tavLst>
                                    </p:anim>
                                    <p:anim calcmode="lin" valueType="num">
                                      <p:cBhvr additive="base">
                                        <p:cTn id="32" dur="500" fill="hold"/>
                                        <p:tgtEl>
                                          <p:spTgt spid="17203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2041"/>
                                        </p:tgtEl>
                                        <p:attrNameLst>
                                          <p:attrName>style.visibility</p:attrName>
                                        </p:attrNameLst>
                                      </p:cBhvr>
                                      <p:to>
                                        <p:strVal val="visible"/>
                                      </p:to>
                                    </p:set>
                                    <p:anim calcmode="lin" valueType="num">
                                      <p:cBhvr additive="base">
                                        <p:cTn id="35" dur="500" fill="hold"/>
                                        <p:tgtEl>
                                          <p:spTgt spid="172041"/>
                                        </p:tgtEl>
                                        <p:attrNameLst>
                                          <p:attrName>ppt_x</p:attrName>
                                        </p:attrNameLst>
                                      </p:cBhvr>
                                      <p:tavLst>
                                        <p:tav tm="0">
                                          <p:val>
                                            <p:strVal val="#ppt_x"/>
                                          </p:val>
                                        </p:tav>
                                        <p:tav tm="100000">
                                          <p:val>
                                            <p:strVal val="#ppt_x"/>
                                          </p:val>
                                        </p:tav>
                                      </p:tavLst>
                                    </p:anim>
                                    <p:anim calcmode="lin" valueType="num">
                                      <p:cBhvr additive="base">
                                        <p:cTn id="36" dur="500" fill="hold"/>
                                        <p:tgtEl>
                                          <p:spTgt spid="17204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72040"/>
                                        </p:tgtEl>
                                        <p:attrNameLst>
                                          <p:attrName>style.visibility</p:attrName>
                                        </p:attrNameLst>
                                      </p:cBhvr>
                                      <p:to>
                                        <p:strVal val="visible"/>
                                      </p:to>
                                    </p:set>
                                    <p:anim calcmode="lin" valueType="num">
                                      <p:cBhvr additive="base">
                                        <p:cTn id="39" dur="500" fill="hold"/>
                                        <p:tgtEl>
                                          <p:spTgt spid="172040"/>
                                        </p:tgtEl>
                                        <p:attrNameLst>
                                          <p:attrName>ppt_x</p:attrName>
                                        </p:attrNameLst>
                                      </p:cBhvr>
                                      <p:tavLst>
                                        <p:tav tm="0">
                                          <p:val>
                                            <p:strVal val="#ppt_x"/>
                                          </p:val>
                                        </p:tav>
                                        <p:tav tm="100000">
                                          <p:val>
                                            <p:strVal val="#ppt_x"/>
                                          </p:val>
                                        </p:tav>
                                      </p:tavLst>
                                    </p:anim>
                                    <p:anim calcmode="lin" valueType="num">
                                      <p:cBhvr additive="base">
                                        <p:cTn id="40" dur="500" fill="hold"/>
                                        <p:tgtEl>
                                          <p:spTgt spid="17204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2034"/>
                                        </p:tgtEl>
                                        <p:attrNameLst>
                                          <p:attrName>style.visibility</p:attrName>
                                        </p:attrNameLst>
                                      </p:cBhvr>
                                      <p:to>
                                        <p:strVal val="visible"/>
                                      </p:to>
                                    </p:set>
                                    <p:anim calcmode="lin" valueType="num">
                                      <p:cBhvr additive="base">
                                        <p:cTn id="45" dur="500" fill="hold"/>
                                        <p:tgtEl>
                                          <p:spTgt spid="172034"/>
                                        </p:tgtEl>
                                        <p:attrNameLst>
                                          <p:attrName>ppt_x</p:attrName>
                                        </p:attrNameLst>
                                      </p:cBhvr>
                                      <p:tavLst>
                                        <p:tav tm="0">
                                          <p:val>
                                            <p:strVal val="#ppt_x"/>
                                          </p:val>
                                        </p:tav>
                                        <p:tav tm="100000">
                                          <p:val>
                                            <p:strVal val="#ppt_x"/>
                                          </p:val>
                                        </p:tav>
                                      </p:tavLst>
                                    </p:anim>
                                    <p:anim calcmode="lin" valueType="num">
                                      <p:cBhvr additive="base">
                                        <p:cTn id="46" dur="500" fill="hold"/>
                                        <p:tgtEl>
                                          <p:spTgt spid="17203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2042"/>
                                        </p:tgtEl>
                                        <p:attrNameLst>
                                          <p:attrName>style.visibility</p:attrName>
                                        </p:attrNameLst>
                                      </p:cBhvr>
                                      <p:to>
                                        <p:strVal val="visible"/>
                                      </p:to>
                                    </p:set>
                                    <p:anim calcmode="lin" valueType="num">
                                      <p:cBhvr additive="base">
                                        <p:cTn id="49" dur="500" fill="hold"/>
                                        <p:tgtEl>
                                          <p:spTgt spid="172042"/>
                                        </p:tgtEl>
                                        <p:attrNameLst>
                                          <p:attrName>ppt_x</p:attrName>
                                        </p:attrNameLst>
                                      </p:cBhvr>
                                      <p:tavLst>
                                        <p:tav tm="0">
                                          <p:val>
                                            <p:strVal val="#ppt_x"/>
                                          </p:val>
                                        </p:tav>
                                        <p:tav tm="100000">
                                          <p:val>
                                            <p:strVal val="#ppt_x"/>
                                          </p:val>
                                        </p:tav>
                                      </p:tavLst>
                                    </p:anim>
                                    <p:anim calcmode="lin" valueType="num">
                                      <p:cBhvr additive="base">
                                        <p:cTn id="50" dur="500" fill="hold"/>
                                        <p:tgtEl>
                                          <p:spTgt spid="172042"/>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72043"/>
                                        </p:tgtEl>
                                        <p:attrNameLst>
                                          <p:attrName>style.visibility</p:attrName>
                                        </p:attrNameLst>
                                      </p:cBhvr>
                                      <p:to>
                                        <p:strVal val="visible"/>
                                      </p:to>
                                    </p:set>
                                    <p:anim calcmode="lin" valueType="num">
                                      <p:cBhvr additive="base">
                                        <p:cTn id="53" dur="500" fill="hold"/>
                                        <p:tgtEl>
                                          <p:spTgt spid="172043"/>
                                        </p:tgtEl>
                                        <p:attrNameLst>
                                          <p:attrName>ppt_x</p:attrName>
                                        </p:attrNameLst>
                                      </p:cBhvr>
                                      <p:tavLst>
                                        <p:tav tm="0">
                                          <p:val>
                                            <p:strVal val="#ppt_x"/>
                                          </p:val>
                                        </p:tav>
                                        <p:tav tm="100000">
                                          <p:val>
                                            <p:strVal val="#ppt_x"/>
                                          </p:val>
                                        </p:tav>
                                      </p:tavLst>
                                    </p:anim>
                                    <p:anim calcmode="lin" valueType="num">
                                      <p:cBhvr additive="base">
                                        <p:cTn id="54" dur="500" fill="hold"/>
                                        <p:tgtEl>
                                          <p:spTgt spid="1720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p:bldP spid="172036" grpId="1"/>
      <p:bldP spid="172038" grpId="0"/>
      <p:bldP spid="172038" grpId="1"/>
      <p:bldP spid="172037" grpId="0"/>
      <p:bldP spid="172037" grpId="1"/>
      <p:bldP spid="172035" grpId="0"/>
      <p:bldP spid="172035" grpId="1"/>
      <p:bldP spid="172034" grpId="0"/>
      <p:bldP spid="17203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644208" y="643890"/>
            <a:ext cx="5715000" cy="45720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用 </a:t>
            </a:r>
            <a:r>
              <a:rPr lang="en-US" altLang="zh-CN" sz="2000" b="1">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触发器实现的预置位计数器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aphicFrame>
        <p:nvGraphicFramePr>
          <p:cNvPr id="173059" name="Object 5"/>
          <p:cNvGraphicFramePr/>
          <p:nvPr/>
        </p:nvGraphicFramePr>
        <p:xfrm>
          <a:off x="1787684" y="1441609"/>
          <a:ext cx="4128770" cy="2680970"/>
        </p:xfrm>
        <a:graphic>
          <a:graphicData uri="http://schemas.openxmlformats.org/presentationml/2006/ole">
            <mc:AlternateContent xmlns:mc="http://schemas.openxmlformats.org/markup-compatibility/2006">
              <mc:Choice xmlns:v="urn:schemas-microsoft-com:vml" Requires="v">
                <p:oleObj spid="_x0000_s3077" name="" r:id="rId1" imgW="4813300" imgH="3543300" progId="PBrush">
                  <p:embed/>
                </p:oleObj>
              </mc:Choice>
              <mc:Fallback>
                <p:oleObj name="" r:id="rId1" imgW="4813300" imgH="3543300" progId="PBrush">
                  <p:embed/>
                  <p:pic>
                    <p:nvPicPr>
                      <p:cNvPr id="0" name="图片 3076"/>
                      <p:cNvPicPr/>
                      <p:nvPr/>
                    </p:nvPicPr>
                    <p:blipFill>
                      <a:blip r:embed="rId2"/>
                      <a:stretch>
                        <a:fillRect/>
                      </a:stretch>
                    </p:blipFill>
                    <p:spPr>
                      <a:xfrm>
                        <a:off x="1787684" y="1441609"/>
                        <a:ext cx="4128770" cy="268097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title"/>
          </p:nvPr>
        </p:nvSpPr>
        <p:spPr>
          <a:xfrm>
            <a:off x="685800" y="639763"/>
            <a:ext cx="3559175" cy="514350"/>
          </a:xfrm>
          <a:prstGeom prst="rect">
            <a:avLst/>
          </a:prstGeom>
          <a:noFill/>
          <a:ln w="9525">
            <a:noFill/>
          </a:ln>
        </p:spPr>
        <p:txBody>
          <a:bodyPr/>
          <a:p>
            <a:pPr marL="514350" indent="-514350" eaLnBrk="1" hangingPunct="1">
              <a:buFont typeface="宋体" panose="02010600030101010101" pitchFamily="2" charset="-122"/>
              <a:buAutoNum type="circleNumDbPlain" startAt="3"/>
            </a:pPr>
            <a:r>
              <a:rPr lang="zh-CN" altLang="en-US" sz="2000" b="1" dirty="0">
                <a:solidFill>
                  <a:srgbClr val="FF0000"/>
                </a:solidFill>
                <a:latin typeface="华文新魏" panose="02010800040101010101" pitchFamily="2" charset="-122"/>
                <a:ea typeface="华文新魏" panose="02010800040101010101" pitchFamily="2" charset="-122"/>
              </a:rPr>
              <a:t>修正式计数器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74083" name="Text Box 4"/>
          <p:cNvSpPr txBox="1"/>
          <p:nvPr/>
        </p:nvSpPr>
        <p:spPr>
          <a:xfrm>
            <a:off x="1169988" y="1206500"/>
            <a:ext cx="6931025" cy="3165475"/>
          </a:xfrm>
          <a:prstGeom prst="rect">
            <a:avLst/>
          </a:prstGeom>
          <a:noFill/>
          <a:ln w="9525">
            <a:noFill/>
          </a:ln>
        </p:spPr>
        <p:txBody>
          <a:bodyPr>
            <a:spAutoFit/>
          </a:bodyPr>
          <a:p>
            <a:pPr eaLnBrk="1" hangingPunct="1">
              <a:lnSpc>
                <a:spcPct val="12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修正式计数器类似于预置位计数器，区别在于预置位电路中，二进制计数器电路的连接方式完整地保持着，而修正式计数器中对二进制计数器的某些位的输入端电路连接作适当修正，使电路本身就具有实现跳越的功能。</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设计方法类似于预置位计数器，只是在完成了预置位计数器之后，</a:t>
            </a:r>
            <a:r>
              <a:rPr lang="zh-CN" altLang="en-US" b="1" dirty="0">
                <a:solidFill>
                  <a:srgbClr val="FF0000"/>
                </a:solidFill>
                <a:latin typeface="华文新魏" panose="02010800040101010101" pitchFamily="2" charset="-122"/>
                <a:ea typeface="华文新魏" panose="02010800040101010101" pitchFamily="2" charset="-122"/>
              </a:rPr>
              <a:t>继续简化触发器置数输入端的表达式，</a:t>
            </a:r>
            <a:r>
              <a:rPr lang="zh-CN" altLang="en-US" b="1" dirty="0">
                <a:solidFill>
                  <a:schemeClr val="tx1"/>
                </a:solidFill>
                <a:latin typeface="华文新魏" panose="02010800040101010101" pitchFamily="2" charset="-122"/>
                <a:ea typeface="华文新魏" panose="02010800040101010101" pitchFamily="2" charset="-122"/>
              </a:rPr>
              <a:t>按置数输入端的逻辑表达式，重新连接各触发器，从而得到修正式计数器。</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533400" y="544513"/>
            <a:ext cx="7696200" cy="4572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例   用修正式方法设计的模 </a:t>
            </a:r>
            <a:r>
              <a:rPr lang="en-US" altLang="zh-CN" sz="2000" b="1">
                <a:latin typeface="华文新魏" panose="02010800040101010101" pitchFamily="2" charset="-122"/>
                <a:ea typeface="华文新魏" panose="02010800040101010101" pitchFamily="2" charset="-122"/>
              </a:rPr>
              <a:t>6 </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75107" name="Text Box 22"/>
          <p:cNvSpPr txBox="1"/>
          <p:nvPr/>
        </p:nvSpPr>
        <p:spPr>
          <a:xfrm>
            <a:off x="6305550" y="827088"/>
            <a:ext cx="487363"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8" name="Text Box 23"/>
          <p:cNvSpPr txBox="1"/>
          <p:nvPr/>
        </p:nvSpPr>
        <p:spPr>
          <a:xfrm>
            <a:off x="6884988" y="809625"/>
            <a:ext cx="790575"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9" name="Text Box 40"/>
          <p:cNvSpPr txBox="1"/>
          <p:nvPr/>
        </p:nvSpPr>
        <p:spPr>
          <a:xfrm>
            <a:off x="4881563" y="808038"/>
            <a:ext cx="487362"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10" name="Text Box 56"/>
          <p:cNvSpPr txBox="1"/>
          <p:nvPr/>
        </p:nvSpPr>
        <p:spPr>
          <a:xfrm>
            <a:off x="3443288" y="809625"/>
            <a:ext cx="485775"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grpSp>
        <p:nvGrpSpPr>
          <p:cNvPr id="175111" name="Group 7"/>
          <p:cNvGrpSpPr/>
          <p:nvPr/>
        </p:nvGrpSpPr>
        <p:grpSpPr>
          <a:xfrm>
            <a:off x="2978150" y="1106488"/>
            <a:ext cx="4689475" cy="3730625"/>
            <a:chOff x="94" y="0"/>
            <a:chExt cx="7386" cy="5874"/>
          </a:xfrm>
        </p:grpSpPr>
        <p:sp>
          <p:nvSpPr>
            <p:cNvPr id="175120" name="Rectangle 7"/>
            <p:cNvSpPr/>
            <p:nvPr/>
          </p:nvSpPr>
          <p:spPr>
            <a:xfrm>
              <a:off x="5409" y="590"/>
              <a:ext cx="1631"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1" name="Oval 8"/>
            <p:cNvSpPr/>
            <p:nvPr/>
          </p:nvSpPr>
          <p:spPr>
            <a:xfrm>
              <a:off x="6656" y="467"/>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2" name="Oval 9"/>
            <p:cNvSpPr/>
            <p:nvPr/>
          </p:nvSpPr>
          <p:spPr>
            <a:xfrm>
              <a:off x="7040" y="999"/>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3" name="Line 10"/>
            <p:cNvSpPr/>
            <p:nvPr/>
          </p:nvSpPr>
          <p:spPr>
            <a:xfrm>
              <a:off x="6716" y="7"/>
              <a:ext cx="0" cy="460"/>
            </a:xfrm>
            <a:prstGeom prst="line">
              <a:avLst/>
            </a:prstGeom>
            <a:ln w="28575" cap="flat" cmpd="sng">
              <a:solidFill>
                <a:schemeClr val="tx1"/>
              </a:solidFill>
              <a:prstDash val="solid"/>
              <a:headEnd type="none" w="med" len="med"/>
              <a:tailEnd type="none" w="med" len="med"/>
            </a:ln>
          </p:spPr>
        </p:sp>
        <p:sp>
          <p:nvSpPr>
            <p:cNvPr id="175124" name="Text Box 11"/>
            <p:cNvSpPr txBox="1"/>
            <p:nvPr/>
          </p:nvSpPr>
          <p:spPr>
            <a:xfrm>
              <a:off x="6464" y="490"/>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25" name="Text Box 12"/>
            <p:cNvSpPr txBox="1"/>
            <p:nvPr/>
          </p:nvSpPr>
          <p:spPr>
            <a:xfrm>
              <a:off x="5421" y="480"/>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26" name="Line 13"/>
            <p:cNvSpPr/>
            <p:nvPr/>
          </p:nvSpPr>
          <p:spPr>
            <a:xfrm>
              <a:off x="5657" y="88"/>
              <a:ext cx="0" cy="502"/>
            </a:xfrm>
            <a:prstGeom prst="line">
              <a:avLst/>
            </a:prstGeom>
            <a:ln w="28575" cap="flat" cmpd="sng">
              <a:solidFill>
                <a:schemeClr val="tx1"/>
              </a:solidFill>
              <a:prstDash val="solid"/>
              <a:headEnd type="none" w="med" len="med"/>
              <a:tailEnd type="none" w="med" len="med"/>
            </a:ln>
          </p:spPr>
        </p:sp>
        <p:sp>
          <p:nvSpPr>
            <p:cNvPr id="175127" name="Text Box 14"/>
            <p:cNvSpPr txBox="1"/>
            <p:nvPr/>
          </p:nvSpPr>
          <p:spPr>
            <a:xfrm>
              <a:off x="6399" y="792"/>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28" name="Text Box 15"/>
            <p:cNvSpPr txBox="1"/>
            <p:nvPr/>
          </p:nvSpPr>
          <p:spPr>
            <a:xfrm>
              <a:off x="6400" y="1142"/>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29" name="Text Box 16"/>
            <p:cNvSpPr txBox="1"/>
            <p:nvPr/>
          </p:nvSpPr>
          <p:spPr>
            <a:xfrm>
              <a:off x="6565" y="1368"/>
              <a:ext cx="768" cy="4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30" name="Line 17"/>
            <p:cNvSpPr/>
            <p:nvPr/>
          </p:nvSpPr>
          <p:spPr>
            <a:xfrm>
              <a:off x="7192" y="1059"/>
              <a:ext cx="288" cy="0"/>
            </a:xfrm>
            <a:prstGeom prst="line">
              <a:avLst/>
            </a:prstGeom>
            <a:ln w="28575" cap="flat" cmpd="sng">
              <a:solidFill>
                <a:schemeClr val="tx1"/>
              </a:solidFill>
              <a:prstDash val="solid"/>
              <a:headEnd type="none" w="med" len="med"/>
              <a:tailEnd type="none" w="med" len="med"/>
            </a:ln>
          </p:spPr>
        </p:sp>
        <p:sp>
          <p:nvSpPr>
            <p:cNvPr id="175131" name="Line 18"/>
            <p:cNvSpPr/>
            <p:nvPr/>
          </p:nvSpPr>
          <p:spPr>
            <a:xfrm>
              <a:off x="7464" y="1059"/>
              <a:ext cx="0" cy="1506"/>
            </a:xfrm>
            <a:prstGeom prst="line">
              <a:avLst/>
            </a:prstGeom>
            <a:ln w="28575" cap="flat" cmpd="sng">
              <a:solidFill>
                <a:schemeClr val="tx1"/>
              </a:solidFill>
              <a:prstDash val="solid"/>
              <a:headEnd type="none" w="med" len="med"/>
              <a:tailEnd type="none" w="med" len="med"/>
            </a:ln>
          </p:spPr>
        </p:sp>
        <p:sp>
          <p:nvSpPr>
            <p:cNvPr id="175132" name="Line 19"/>
            <p:cNvSpPr/>
            <p:nvPr/>
          </p:nvSpPr>
          <p:spPr>
            <a:xfrm>
              <a:off x="6792" y="1670"/>
              <a:ext cx="0" cy="612"/>
            </a:xfrm>
            <a:prstGeom prst="line">
              <a:avLst/>
            </a:prstGeom>
            <a:ln w="28575" cap="flat" cmpd="sng">
              <a:solidFill>
                <a:schemeClr val="tx1"/>
              </a:solidFill>
              <a:prstDash val="solid"/>
              <a:headEnd type="none" w="med" len="med"/>
              <a:tailEnd type="none" w="med" len="med"/>
            </a:ln>
          </p:spPr>
        </p:sp>
        <p:sp>
          <p:nvSpPr>
            <p:cNvPr id="175133" name="Text Box 20"/>
            <p:cNvSpPr txBox="1"/>
            <p:nvPr/>
          </p:nvSpPr>
          <p:spPr>
            <a:xfrm>
              <a:off x="5621" y="1543"/>
              <a:ext cx="767"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34" name="Text Box 21"/>
            <p:cNvSpPr txBox="1"/>
            <p:nvPr/>
          </p:nvSpPr>
          <p:spPr>
            <a:xfrm>
              <a:off x="5458" y="1216"/>
              <a:ext cx="768"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35" name="Rectangle 25"/>
            <p:cNvSpPr/>
            <p:nvPr/>
          </p:nvSpPr>
          <p:spPr>
            <a:xfrm>
              <a:off x="3164" y="583"/>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6" name="Oval 26"/>
            <p:cNvSpPr/>
            <p:nvPr/>
          </p:nvSpPr>
          <p:spPr>
            <a:xfrm>
              <a:off x="4410" y="459"/>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7" name="Oval 27"/>
            <p:cNvSpPr/>
            <p:nvPr/>
          </p:nvSpPr>
          <p:spPr>
            <a:xfrm>
              <a:off x="4794" y="992"/>
              <a:ext cx="140"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8" name="Line 28"/>
            <p:cNvSpPr/>
            <p:nvPr/>
          </p:nvSpPr>
          <p:spPr>
            <a:xfrm>
              <a:off x="4470" y="0"/>
              <a:ext cx="0" cy="459"/>
            </a:xfrm>
            <a:prstGeom prst="line">
              <a:avLst/>
            </a:prstGeom>
            <a:ln w="28575" cap="flat" cmpd="sng">
              <a:solidFill>
                <a:schemeClr val="tx1"/>
              </a:solidFill>
              <a:prstDash val="solid"/>
              <a:headEnd type="none" w="med" len="med"/>
              <a:tailEnd type="none" w="med" len="med"/>
            </a:ln>
          </p:spPr>
        </p:sp>
        <p:sp>
          <p:nvSpPr>
            <p:cNvPr id="175139" name="Text Box 29"/>
            <p:cNvSpPr txBox="1"/>
            <p:nvPr/>
          </p:nvSpPr>
          <p:spPr>
            <a:xfrm>
              <a:off x="4207" y="494"/>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40" name="Text Box 30"/>
            <p:cNvSpPr txBox="1"/>
            <p:nvPr/>
          </p:nvSpPr>
          <p:spPr>
            <a:xfrm>
              <a:off x="3165" y="483"/>
              <a:ext cx="480"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41" name="Line 31"/>
            <p:cNvSpPr/>
            <p:nvPr/>
          </p:nvSpPr>
          <p:spPr>
            <a:xfrm>
              <a:off x="3411" y="80"/>
              <a:ext cx="0" cy="503"/>
            </a:xfrm>
            <a:prstGeom prst="line">
              <a:avLst/>
            </a:prstGeom>
            <a:ln w="28575" cap="flat" cmpd="sng">
              <a:solidFill>
                <a:schemeClr val="tx1"/>
              </a:solidFill>
              <a:prstDash val="solid"/>
              <a:headEnd type="none" w="med" len="med"/>
              <a:tailEnd type="none" w="med" len="med"/>
            </a:ln>
          </p:spPr>
        </p:sp>
        <p:sp>
          <p:nvSpPr>
            <p:cNvPr id="175142" name="Text Box 32"/>
            <p:cNvSpPr txBox="1"/>
            <p:nvPr/>
          </p:nvSpPr>
          <p:spPr>
            <a:xfrm>
              <a:off x="4162" y="829"/>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43" name="Text Box 33"/>
            <p:cNvSpPr txBox="1"/>
            <p:nvPr/>
          </p:nvSpPr>
          <p:spPr>
            <a:xfrm>
              <a:off x="4174" y="1152"/>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44" name="Text Box 34"/>
            <p:cNvSpPr txBox="1"/>
            <p:nvPr/>
          </p:nvSpPr>
          <p:spPr>
            <a:xfrm>
              <a:off x="4298" y="1363"/>
              <a:ext cx="768" cy="4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45" name="Line 35"/>
            <p:cNvSpPr/>
            <p:nvPr/>
          </p:nvSpPr>
          <p:spPr>
            <a:xfrm>
              <a:off x="4946" y="1052"/>
              <a:ext cx="288" cy="0"/>
            </a:xfrm>
            <a:prstGeom prst="line">
              <a:avLst/>
            </a:prstGeom>
            <a:ln w="28575" cap="flat" cmpd="sng">
              <a:solidFill>
                <a:schemeClr val="tx1"/>
              </a:solidFill>
              <a:prstDash val="solid"/>
              <a:headEnd type="none" w="med" len="med"/>
              <a:tailEnd type="none" w="med" len="med"/>
            </a:ln>
          </p:spPr>
        </p:sp>
        <p:sp>
          <p:nvSpPr>
            <p:cNvPr id="175146" name="Line 36"/>
            <p:cNvSpPr/>
            <p:nvPr/>
          </p:nvSpPr>
          <p:spPr>
            <a:xfrm>
              <a:off x="5218" y="1052"/>
              <a:ext cx="0" cy="1505"/>
            </a:xfrm>
            <a:prstGeom prst="line">
              <a:avLst/>
            </a:prstGeom>
            <a:ln w="28575" cap="flat" cmpd="sng">
              <a:solidFill>
                <a:schemeClr val="tx1"/>
              </a:solidFill>
              <a:prstDash val="solid"/>
              <a:headEnd type="none" w="med" len="med"/>
              <a:tailEnd type="none" w="med" len="med"/>
            </a:ln>
          </p:spPr>
        </p:sp>
        <p:sp>
          <p:nvSpPr>
            <p:cNvPr id="175147" name="Line 37"/>
            <p:cNvSpPr/>
            <p:nvPr/>
          </p:nvSpPr>
          <p:spPr>
            <a:xfrm>
              <a:off x="4546" y="1663"/>
              <a:ext cx="0" cy="611"/>
            </a:xfrm>
            <a:prstGeom prst="line">
              <a:avLst/>
            </a:prstGeom>
            <a:ln w="28575" cap="flat" cmpd="sng">
              <a:solidFill>
                <a:schemeClr val="tx1"/>
              </a:solidFill>
              <a:prstDash val="solid"/>
              <a:headEnd type="none" w="med" len="med"/>
              <a:tailEnd type="none" w="med" len="med"/>
            </a:ln>
          </p:spPr>
        </p:sp>
        <p:sp>
          <p:nvSpPr>
            <p:cNvPr id="175148" name="Text Box 38"/>
            <p:cNvSpPr txBox="1"/>
            <p:nvPr/>
          </p:nvSpPr>
          <p:spPr>
            <a:xfrm>
              <a:off x="3375" y="1620"/>
              <a:ext cx="767"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49" name="Text Box 39"/>
            <p:cNvSpPr txBox="1"/>
            <p:nvPr/>
          </p:nvSpPr>
          <p:spPr>
            <a:xfrm>
              <a:off x="3216" y="1206"/>
              <a:ext cx="768" cy="52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50" name="Rectangle 41"/>
            <p:cNvSpPr/>
            <p:nvPr/>
          </p:nvSpPr>
          <p:spPr>
            <a:xfrm>
              <a:off x="878" y="587"/>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1" name="Oval 42"/>
            <p:cNvSpPr/>
            <p:nvPr/>
          </p:nvSpPr>
          <p:spPr>
            <a:xfrm>
              <a:off x="2125" y="463"/>
              <a:ext cx="139"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2" name="Oval 43"/>
            <p:cNvSpPr/>
            <p:nvPr/>
          </p:nvSpPr>
          <p:spPr>
            <a:xfrm>
              <a:off x="2508" y="995"/>
              <a:ext cx="140"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3" name="Line 44"/>
            <p:cNvSpPr/>
            <p:nvPr/>
          </p:nvSpPr>
          <p:spPr>
            <a:xfrm>
              <a:off x="2184" y="4"/>
              <a:ext cx="0" cy="459"/>
            </a:xfrm>
            <a:prstGeom prst="line">
              <a:avLst/>
            </a:prstGeom>
            <a:ln w="28575" cap="flat" cmpd="sng">
              <a:solidFill>
                <a:schemeClr val="tx1"/>
              </a:solidFill>
              <a:prstDash val="solid"/>
              <a:headEnd type="none" w="med" len="med"/>
              <a:tailEnd type="none" w="med" len="med"/>
            </a:ln>
          </p:spPr>
        </p:sp>
        <p:sp>
          <p:nvSpPr>
            <p:cNvPr id="175154" name="Text Box 45"/>
            <p:cNvSpPr txBox="1"/>
            <p:nvPr/>
          </p:nvSpPr>
          <p:spPr>
            <a:xfrm>
              <a:off x="1925" y="471"/>
              <a:ext cx="47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55" name="Text Box 46"/>
            <p:cNvSpPr txBox="1"/>
            <p:nvPr/>
          </p:nvSpPr>
          <p:spPr>
            <a:xfrm>
              <a:off x="857" y="486"/>
              <a:ext cx="47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endParaRPr lang="en-US" altLang="zh-CN" sz="1800">
                <a:solidFill>
                  <a:schemeClr val="tx1"/>
                </a:solidFill>
                <a:latin typeface="Calibri" panose="020F0502020204030204" pitchFamily="34" charset="0"/>
              </a:endParaRPr>
            </a:p>
          </p:txBody>
        </p:sp>
        <p:sp>
          <p:nvSpPr>
            <p:cNvPr id="175156" name="Line 47"/>
            <p:cNvSpPr/>
            <p:nvPr/>
          </p:nvSpPr>
          <p:spPr>
            <a:xfrm>
              <a:off x="1125" y="84"/>
              <a:ext cx="0" cy="503"/>
            </a:xfrm>
            <a:prstGeom prst="line">
              <a:avLst/>
            </a:prstGeom>
            <a:ln w="28575" cap="flat" cmpd="sng">
              <a:solidFill>
                <a:schemeClr val="tx1"/>
              </a:solidFill>
              <a:prstDash val="solid"/>
              <a:headEnd type="none" w="med" len="med"/>
              <a:tailEnd type="none" w="med" len="med"/>
            </a:ln>
          </p:spPr>
        </p:sp>
        <p:sp>
          <p:nvSpPr>
            <p:cNvPr id="175157" name="Text Box 48"/>
            <p:cNvSpPr txBox="1"/>
            <p:nvPr/>
          </p:nvSpPr>
          <p:spPr>
            <a:xfrm>
              <a:off x="1865" y="799"/>
              <a:ext cx="863"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endParaRPr lang="en-US" altLang="zh-CN" sz="1600">
                <a:solidFill>
                  <a:schemeClr val="tx1"/>
                </a:solidFill>
                <a:latin typeface="Calibri" panose="020F0502020204030204" pitchFamily="34" charset="0"/>
              </a:endParaRPr>
            </a:p>
          </p:txBody>
        </p:sp>
        <p:sp>
          <p:nvSpPr>
            <p:cNvPr id="175158" name="Text Box 49"/>
            <p:cNvSpPr txBox="1"/>
            <p:nvPr/>
          </p:nvSpPr>
          <p:spPr>
            <a:xfrm>
              <a:off x="1879" y="1161"/>
              <a:ext cx="863"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endParaRPr lang="en-US" altLang="zh-CN" sz="1600">
                <a:solidFill>
                  <a:schemeClr val="tx1"/>
                </a:solidFill>
                <a:latin typeface="Calibri" panose="020F0502020204030204" pitchFamily="34" charset="0"/>
              </a:endParaRPr>
            </a:p>
          </p:txBody>
        </p:sp>
        <p:sp>
          <p:nvSpPr>
            <p:cNvPr id="175159" name="Line 51"/>
            <p:cNvSpPr/>
            <p:nvPr/>
          </p:nvSpPr>
          <p:spPr>
            <a:xfrm>
              <a:off x="2660" y="1055"/>
              <a:ext cx="288" cy="0"/>
            </a:xfrm>
            <a:prstGeom prst="line">
              <a:avLst/>
            </a:prstGeom>
            <a:ln w="28575" cap="flat" cmpd="sng">
              <a:solidFill>
                <a:schemeClr val="tx1"/>
              </a:solidFill>
              <a:prstDash val="solid"/>
              <a:headEnd type="none" w="med" len="med"/>
              <a:tailEnd type="none" w="med" len="med"/>
            </a:ln>
          </p:spPr>
        </p:sp>
        <p:sp>
          <p:nvSpPr>
            <p:cNvPr id="175160" name="Line 52"/>
            <p:cNvSpPr/>
            <p:nvPr/>
          </p:nvSpPr>
          <p:spPr>
            <a:xfrm>
              <a:off x="2932" y="1055"/>
              <a:ext cx="0" cy="1506"/>
            </a:xfrm>
            <a:prstGeom prst="line">
              <a:avLst/>
            </a:prstGeom>
            <a:ln w="28575" cap="flat" cmpd="sng">
              <a:solidFill>
                <a:schemeClr val="tx1"/>
              </a:solidFill>
              <a:prstDash val="solid"/>
              <a:headEnd type="none" w="med" len="med"/>
              <a:tailEnd type="none" w="med" len="med"/>
            </a:ln>
          </p:spPr>
        </p:sp>
        <p:sp>
          <p:nvSpPr>
            <p:cNvPr id="175161" name="Line 53"/>
            <p:cNvSpPr/>
            <p:nvPr/>
          </p:nvSpPr>
          <p:spPr>
            <a:xfrm>
              <a:off x="2240" y="1667"/>
              <a:ext cx="0" cy="611"/>
            </a:xfrm>
            <a:prstGeom prst="line">
              <a:avLst/>
            </a:prstGeom>
            <a:ln w="28575" cap="flat" cmpd="sng">
              <a:solidFill>
                <a:schemeClr val="tx1"/>
              </a:solidFill>
              <a:prstDash val="solid"/>
              <a:headEnd type="none" w="med" len="med"/>
              <a:tailEnd type="none" w="med" len="med"/>
            </a:ln>
          </p:spPr>
        </p:sp>
        <p:sp>
          <p:nvSpPr>
            <p:cNvPr id="175162" name="Text Box 54"/>
            <p:cNvSpPr txBox="1"/>
            <p:nvPr/>
          </p:nvSpPr>
          <p:spPr>
            <a:xfrm>
              <a:off x="1103" y="1598"/>
              <a:ext cx="768" cy="63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sp>
          <p:nvSpPr>
            <p:cNvPr id="175163" name="Text Box 55"/>
            <p:cNvSpPr txBox="1"/>
            <p:nvPr/>
          </p:nvSpPr>
          <p:spPr>
            <a:xfrm>
              <a:off x="941" y="1235"/>
              <a:ext cx="767" cy="53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75164" name="Line 57"/>
            <p:cNvSpPr/>
            <p:nvPr/>
          </p:nvSpPr>
          <p:spPr>
            <a:xfrm>
              <a:off x="5697" y="1674"/>
              <a:ext cx="0" cy="450"/>
            </a:xfrm>
            <a:prstGeom prst="line">
              <a:avLst/>
            </a:prstGeom>
            <a:ln w="28575" cap="flat" cmpd="sng">
              <a:solidFill>
                <a:schemeClr val="tx1"/>
              </a:solidFill>
              <a:prstDash val="solid"/>
              <a:headEnd type="none" w="med" len="med"/>
              <a:tailEnd type="none" w="med" len="med"/>
            </a:ln>
          </p:spPr>
        </p:sp>
        <p:sp>
          <p:nvSpPr>
            <p:cNvPr id="175165" name="Line 58"/>
            <p:cNvSpPr/>
            <p:nvPr/>
          </p:nvSpPr>
          <p:spPr>
            <a:xfrm>
              <a:off x="5697" y="2124"/>
              <a:ext cx="1631" cy="0"/>
            </a:xfrm>
            <a:prstGeom prst="line">
              <a:avLst/>
            </a:prstGeom>
            <a:ln w="28575" cap="flat" cmpd="sng">
              <a:solidFill>
                <a:schemeClr val="tx1"/>
              </a:solidFill>
              <a:prstDash val="solid"/>
              <a:headEnd type="none" w="med" len="med"/>
              <a:tailEnd type="none" w="med" len="med"/>
            </a:ln>
          </p:spPr>
        </p:sp>
        <p:sp>
          <p:nvSpPr>
            <p:cNvPr id="175166" name="Line 59"/>
            <p:cNvSpPr/>
            <p:nvPr/>
          </p:nvSpPr>
          <p:spPr>
            <a:xfrm>
              <a:off x="7308" y="234"/>
              <a:ext cx="0" cy="1890"/>
            </a:xfrm>
            <a:prstGeom prst="line">
              <a:avLst/>
            </a:prstGeom>
            <a:ln w="28575" cap="flat" cmpd="sng">
              <a:solidFill>
                <a:schemeClr val="tx1"/>
              </a:solidFill>
              <a:prstDash val="solid"/>
              <a:headEnd type="none" w="med" len="med"/>
              <a:tailEnd type="none" w="med" len="med"/>
            </a:ln>
          </p:spPr>
        </p:sp>
        <p:sp>
          <p:nvSpPr>
            <p:cNvPr id="175167" name="Line 60"/>
            <p:cNvSpPr/>
            <p:nvPr/>
          </p:nvSpPr>
          <p:spPr>
            <a:xfrm>
              <a:off x="6732" y="234"/>
              <a:ext cx="576" cy="0"/>
            </a:xfrm>
            <a:prstGeom prst="line">
              <a:avLst/>
            </a:prstGeom>
            <a:ln w="28575" cap="flat" cmpd="sng">
              <a:solidFill>
                <a:schemeClr val="tx1"/>
              </a:solidFill>
              <a:prstDash val="solid"/>
              <a:headEnd type="none" w="med" len="med"/>
              <a:tailEnd type="none" w="med" len="med"/>
            </a:ln>
          </p:spPr>
        </p:sp>
        <p:sp>
          <p:nvSpPr>
            <p:cNvPr id="175168" name="Oval 61"/>
            <p:cNvSpPr/>
            <p:nvPr/>
          </p:nvSpPr>
          <p:spPr>
            <a:xfrm>
              <a:off x="6672" y="182"/>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69" name="Line 62"/>
            <p:cNvSpPr/>
            <p:nvPr/>
          </p:nvSpPr>
          <p:spPr>
            <a:xfrm>
              <a:off x="310" y="2252"/>
              <a:ext cx="6478" cy="0"/>
            </a:xfrm>
            <a:prstGeom prst="line">
              <a:avLst/>
            </a:prstGeom>
            <a:ln w="28575" cap="flat" cmpd="sng">
              <a:solidFill>
                <a:schemeClr val="tx1"/>
              </a:solidFill>
              <a:prstDash val="solid"/>
              <a:headEnd type="none" w="med" len="med"/>
              <a:tailEnd type="none" w="med" len="med"/>
            </a:ln>
          </p:spPr>
        </p:sp>
        <p:sp>
          <p:nvSpPr>
            <p:cNvPr id="175170" name="Oval 63"/>
            <p:cNvSpPr/>
            <p:nvPr/>
          </p:nvSpPr>
          <p:spPr>
            <a:xfrm>
              <a:off x="4506" y="221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1" name="Oval 64"/>
            <p:cNvSpPr/>
            <p:nvPr/>
          </p:nvSpPr>
          <p:spPr>
            <a:xfrm>
              <a:off x="2200" y="2195"/>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2" name="Line 65"/>
            <p:cNvSpPr/>
            <p:nvPr/>
          </p:nvSpPr>
          <p:spPr>
            <a:xfrm>
              <a:off x="324" y="2555"/>
              <a:ext cx="7154" cy="0"/>
            </a:xfrm>
            <a:prstGeom prst="line">
              <a:avLst/>
            </a:prstGeom>
            <a:ln w="28575" cap="flat" cmpd="sng">
              <a:solidFill>
                <a:schemeClr val="tx1"/>
              </a:solidFill>
              <a:prstDash val="solid"/>
              <a:headEnd type="none" w="med" len="med"/>
              <a:tailEnd type="none" w="med" len="med"/>
            </a:ln>
          </p:spPr>
        </p:sp>
        <p:sp>
          <p:nvSpPr>
            <p:cNvPr id="175173" name="Oval 66"/>
            <p:cNvSpPr/>
            <p:nvPr/>
          </p:nvSpPr>
          <p:spPr>
            <a:xfrm>
              <a:off x="2876" y="248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4" name="Oval 67"/>
            <p:cNvSpPr/>
            <p:nvPr/>
          </p:nvSpPr>
          <p:spPr>
            <a:xfrm>
              <a:off x="5178" y="2503"/>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5" name="Text Box 68"/>
            <p:cNvSpPr txBox="1"/>
            <p:nvPr/>
          </p:nvSpPr>
          <p:spPr>
            <a:xfrm>
              <a:off x="94" y="1749"/>
              <a:ext cx="1151"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75176" name="Text Box 69"/>
            <p:cNvSpPr txBox="1"/>
            <p:nvPr/>
          </p:nvSpPr>
          <p:spPr>
            <a:xfrm>
              <a:off x="110" y="2460"/>
              <a:ext cx="1151" cy="581"/>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CLR</a:t>
              </a:r>
              <a:endParaRPr lang="en-US" altLang="zh-CN" sz="1800" b="1">
                <a:solidFill>
                  <a:schemeClr val="tx1"/>
                </a:solidFill>
                <a:latin typeface="Calibri" panose="020F0502020204030204" pitchFamily="34" charset="0"/>
              </a:endParaRPr>
            </a:p>
          </p:txBody>
        </p:sp>
        <p:sp>
          <p:nvSpPr>
            <p:cNvPr id="175177" name="Line 71"/>
            <p:cNvSpPr/>
            <p:nvPr/>
          </p:nvSpPr>
          <p:spPr>
            <a:xfrm>
              <a:off x="3451" y="1674"/>
              <a:ext cx="0" cy="1440"/>
            </a:xfrm>
            <a:prstGeom prst="line">
              <a:avLst/>
            </a:prstGeom>
            <a:ln w="28575" cap="flat" cmpd="sng">
              <a:solidFill>
                <a:schemeClr val="tx1"/>
              </a:solidFill>
              <a:prstDash val="solid"/>
              <a:headEnd type="none" w="med" len="med"/>
              <a:tailEnd type="none" w="med" len="med"/>
            </a:ln>
          </p:spPr>
        </p:sp>
        <p:sp>
          <p:nvSpPr>
            <p:cNvPr id="175178" name="Line 75"/>
            <p:cNvSpPr/>
            <p:nvPr/>
          </p:nvSpPr>
          <p:spPr>
            <a:xfrm>
              <a:off x="1169" y="1674"/>
              <a:ext cx="0" cy="1440"/>
            </a:xfrm>
            <a:prstGeom prst="line">
              <a:avLst/>
            </a:prstGeom>
            <a:ln w="28575" cap="flat" cmpd="sng">
              <a:solidFill>
                <a:schemeClr val="tx1"/>
              </a:solidFill>
              <a:prstDash val="solid"/>
              <a:headEnd type="none" w="med" len="med"/>
              <a:tailEnd type="none" w="med" len="med"/>
            </a:ln>
          </p:spPr>
        </p:sp>
        <p:sp>
          <p:nvSpPr>
            <p:cNvPr id="175179" name="Rectangle 88"/>
            <p:cNvSpPr/>
            <p:nvPr/>
          </p:nvSpPr>
          <p:spPr>
            <a:xfrm>
              <a:off x="3068"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0" name="Rectangle 106"/>
            <p:cNvSpPr/>
            <p:nvPr/>
          </p:nvSpPr>
          <p:spPr>
            <a:xfrm>
              <a:off x="762"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1" name="Text Box 5"/>
            <p:cNvSpPr txBox="1"/>
            <p:nvPr/>
          </p:nvSpPr>
          <p:spPr>
            <a:xfrm>
              <a:off x="958" y="3294"/>
              <a:ext cx="479" cy="630"/>
            </a:xfrm>
            <a:prstGeom prst="rect">
              <a:avLst/>
            </a:prstGeom>
            <a:noFill/>
            <a:ln w="952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82" name="Rectangle 73"/>
            <p:cNvSpPr/>
            <p:nvPr/>
          </p:nvSpPr>
          <p:spPr>
            <a:xfrm>
              <a:off x="1245" y="4359"/>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83" name="Line 79"/>
            <p:cNvSpPr/>
            <p:nvPr/>
          </p:nvSpPr>
          <p:spPr>
            <a:xfrm>
              <a:off x="1725" y="3909"/>
              <a:ext cx="0" cy="450"/>
            </a:xfrm>
            <a:prstGeom prst="line">
              <a:avLst/>
            </a:prstGeom>
            <a:ln w="28575" cap="flat" cmpd="sng">
              <a:solidFill>
                <a:schemeClr val="tx1"/>
              </a:solidFill>
              <a:prstDash val="solid"/>
              <a:headEnd type="none" w="med" len="med"/>
              <a:tailEnd type="none" w="med" len="med"/>
            </a:ln>
          </p:spPr>
        </p:sp>
        <p:sp>
          <p:nvSpPr>
            <p:cNvPr id="175184" name="Line 85"/>
            <p:cNvSpPr/>
            <p:nvPr/>
          </p:nvSpPr>
          <p:spPr>
            <a:xfrm>
              <a:off x="1321" y="3564"/>
              <a:ext cx="0" cy="360"/>
            </a:xfrm>
            <a:prstGeom prst="line">
              <a:avLst/>
            </a:prstGeom>
            <a:ln w="28575" cap="flat" cmpd="sng">
              <a:solidFill>
                <a:schemeClr val="tx1"/>
              </a:solidFill>
              <a:prstDash val="solid"/>
              <a:headEnd type="none" w="med" len="med"/>
              <a:tailEnd type="none" w="med" len="med"/>
            </a:ln>
          </p:spPr>
        </p:sp>
        <p:sp>
          <p:nvSpPr>
            <p:cNvPr id="175185" name="Line 86"/>
            <p:cNvSpPr/>
            <p:nvPr/>
          </p:nvSpPr>
          <p:spPr>
            <a:xfrm flipV="1">
              <a:off x="1321" y="3909"/>
              <a:ext cx="408" cy="0"/>
            </a:xfrm>
            <a:prstGeom prst="line">
              <a:avLst/>
            </a:prstGeom>
            <a:ln w="28575" cap="flat" cmpd="sng">
              <a:solidFill>
                <a:schemeClr val="tx1"/>
              </a:solidFill>
              <a:prstDash val="solid"/>
              <a:headEnd type="none" w="med" len="med"/>
              <a:tailEnd type="none" w="med" len="med"/>
            </a:ln>
          </p:spPr>
        </p:sp>
        <p:sp>
          <p:nvSpPr>
            <p:cNvPr id="175186" name="Text Box 99"/>
            <p:cNvSpPr txBox="1"/>
            <p:nvPr/>
          </p:nvSpPr>
          <p:spPr>
            <a:xfrm>
              <a:off x="541" y="5274"/>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7" name="Text Box 100"/>
            <p:cNvSpPr txBox="1"/>
            <p:nvPr/>
          </p:nvSpPr>
          <p:spPr>
            <a:xfrm>
              <a:off x="1832" y="5292"/>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8" name="Line 113"/>
            <p:cNvSpPr/>
            <p:nvPr/>
          </p:nvSpPr>
          <p:spPr>
            <a:xfrm>
              <a:off x="974" y="3549"/>
              <a:ext cx="0" cy="360"/>
            </a:xfrm>
            <a:prstGeom prst="line">
              <a:avLst/>
            </a:prstGeom>
            <a:ln w="28575" cap="flat" cmpd="sng">
              <a:solidFill>
                <a:schemeClr val="tx1"/>
              </a:solidFill>
              <a:prstDash val="solid"/>
              <a:headEnd type="none" w="med" len="med"/>
              <a:tailEnd type="none" w="med" len="med"/>
            </a:ln>
          </p:spPr>
        </p:sp>
        <p:sp>
          <p:nvSpPr>
            <p:cNvPr id="175189" name="Line 114"/>
            <p:cNvSpPr/>
            <p:nvPr/>
          </p:nvSpPr>
          <p:spPr>
            <a:xfrm flipV="1">
              <a:off x="570" y="3890"/>
              <a:ext cx="408" cy="0"/>
            </a:xfrm>
            <a:prstGeom prst="line">
              <a:avLst/>
            </a:prstGeom>
            <a:ln w="28575" cap="flat" cmpd="sng">
              <a:solidFill>
                <a:schemeClr val="tx1"/>
              </a:solidFill>
              <a:prstDash val="solid"/>
              <a:headEnd type="none" w="med" len="med"/>
              <a:tailEnd type="none" w="med" len="med"/>
            </a:ln>
          </p:spPr>
        </p:sp>
        <p:sp>
          <p:nvSpPr>
            <p:cNvPr id="175190" name="Line 115"/>
            <p:cNvSpPr/>
            <p:nvPr/>
          </p:nvSpPr>
          <p:spPr>
            <a:xfrm>
              <a:off x="574" y="3890"/>
              <a:ext cx="0" cy="450"/>
            </a:xfrm>
            <a:prstGeom prst="line">
              <a:avLst/>
            </a:prstGeom>
            <a:ln w="28575" cap="flat" cmpd="sng">
              <a:solidFill>
                <a:schemeClr val="tx1"/>
              </a:solidFill>
              <a:prstDash val="solid"/>
              <a:headEnd type="none" w="med" len="med"/>
              <a:tailEnd type="none" w="med" len="med"/>
            </a:ln>
          </p:spPr>
        </p:sp>
        <p:sp>
          <p:nvSpPr>
            <p:cNvPr id="175191" name="Line 116"/>
            <p:cNvSpPr/>
            <p:nvPr/>
          </p:nvSpPr>
          <p:spPr>
            <a:xfrm>
              <a:off x="1341" y="4809"/>
              <a:ext cx="0" cy="450"/>
            </a:xfrm>
            <a:prstGeom prst="line">
              <a:avLst/>
            </a:prstGeom>
            <a:ln w="28575" cap="flat" cmpd="sng">
              <a:solidFill>
                <a:schemeClr val="tx1"/>
              </a:solidFill>
              <a:prstDash val="solid"/>
              <a:headEnd type="none" w="med" len="med"/>
              <a:tailEnd type="none" w="med" len="med"/>
            </a:ln>
          </p:spPr>
        </p:sp>
        <p:sp>
          <p:nvSpPr>
            <p:cNvPr id="175192" name="Line 117"/>
            <p:cNvSpPr/>
            <p:nvPr/>
          </p:nvSpPr>
          <p:spPr>
            <a:xfrm>
              <a:off x="2109" y="4809"/>
              <a:ext cx="0" cy="450"/>
            </a:xfrm>
            <a:prstGeom prst="line">
              <a:avLst/>
            </a:prstGeom>
            <a:ln w="28575" cap="flat" cmpd="sng">
              <a:solidFill>
                <a:schemeClr val="tx1"/>
              </a:solidFill>
              <a:prstDash val="solid"/>
              <a:headEnd type="none" w="med" len="med"/>
              <a:tailEnd type="none" w="med" len="med"/>
            </a:ln>
          </p:spPr>
        </p:sp>
        <p:sp>
          <p:nvSpPr>
            <p:cNvPr id="175193" name="Line 118"/>
            <p:cNvSpPr/>
            <p:nvPr/>
          </p:nvSpPr>
          <p:spPr>
            <a:xfrm>
              <a:off x="1725" y="4809"/>
              <a:ext cx="0" cy="450"/>
            </a:xfrm>
            <a:prstGeom prst="line">
              <a:avLst/>
            </a:prstGeom>
            <a:ln w="28575" cap="flat" cmpd="sng">
              <a:solidFill>
                <a:schemeClr val="tx1"/>
              </a:solidFill>
              <a:prstDash val="solid"/>
              <a:headEnd type="none" w="med" len="med"/>
              <a:tailEnd type="none" w="med" len="med"/>
            </a:ln>
          </p:spPr>
        </p:sp>
        <p:sp>
          <p:nvSpPr>
            <p:cNvPr id="175194" name="Rectangle 119"/>
            <p:cNvSpPr/>
            <p:nvPr/>
          </p:nvSpPr>
          <p:spPr>
            <a:xfrm>
              <a:off x="94" y="4344"/>
              <a:ext cx="96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95" name="Line 120"/>
            <p:cNvSpPr/>
            <p:nvPr/>
          </p:nvSpPr>
          <p:spPr>
            <a:xfrm>
              <a:off x="286" y="4809"/>
              <a:ext cx="0" cy="450"/>
            </a:xfrm>
            <a:prstGeom prst="line">
              <a:avLst/>
            </a:prstGeom>
            <a:ln w="28575" cap="flat" cmpd="sng">
              <a:solidFill>
                <a:schemeClr val="tx1"/>
              </a:solidFill>
              <a:prstDash val="solid"/>
              <a:headEnd type="none" w="med" len="med"/>
              <a:tailEnd type="none" w="med" len="med"/>
            </a:ln>
          </p:spPr>
        </p:sp>
        <p:sp>
          <p:nvSpPr>
            <p:cNvPr id="175196" name="Line 121"/>
            <p:cNvSpPr/>
            <p:nvPr/>
          </p:nvSpPr>
          <p:spPr>
            <a:xfrm>
              <a:off x="862" y="4809"/>
              <a:ext cx="0" cy="450"/>
            </a:xfrm>
            <a:prstGeom prst="line">
              <a:avLst/>
            </a:prstGeom>
            <a:ln w="28575" cap="flat" cmpd="sng">
              <a:solidFill>
                <a:schemeClr val="tx1"/>
              </a:solidFill>
              <a:prstDash val="solid"/>
              <a:headEnd type="none" w="med" len="med"/>
              <a:tailEnd type="none" w="med" len="med"/>
            </a:ln>
          </p:spPr>
        </p:sp>
        <p:sp>
          <p:nvSpPr>
            <p:cNvPr id="175197" name="Rectangle 125"/>
            <p:cNvSpPr/>
            <p:nvPr/>
          </p:nvSpPr>
          <p:spPr>
            <a:xfrm>
              <a:off x="3567" y="4363"/>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198" name="Line 126"/>
            <p:cNvSpPr/>
            <p:nvPr/>
          </p:nvSpPr>
          <p:spPr>
            <a:xfrm>
              <a:off x="4067" y="3913"/>
              <a:ext cx="0" cy="450"/>
            </a:xfrm>
            <a:prstGeom prst="line">
              <a:avLst/>
            </a:prstGeom>
            <a:ln w="28575" cap="flat" cmpd="sng">
              <a:solidFill>
                <a:schemeClr val="tx1"/>
              </a:solidFill>
              <a:prstDash val="solid"/>
              <a:headEnd type="none" w="med" len="med"/>
              <a:tailEnd type="none" w="med" len="med"/>
            </a:ln>
          </p:spPr>
        </p:sp>
        <p:sp>
          <p:nvSpPr>
            <p:cNvPr id="175199" name="Line 127"/>
            <p:cNvSpPr/>
            <p:nvPr/>
          </p:nvSpPr>
          <p:spPr>
            <a:xfrm>
              <a:off x="3643" y="3568"/>
              <a:ext cx="0" cy="360"/>
            </a:xfrm>
            <a:prstGeom prst="line">
              <a:avLst/>
            </a:prstGeom>
            <a:ln w="28575" cap="flat" cmpd="sng">
              <a:solidFill>
                <a:schemeClr val="tx1"/>
              </a:solidFill>
              <a:prstDash val="solid"/>
              <a:headEnd type="none" w="med" len="med"/>
              <a:tailEnd type="none" w="med" len="med"/>
            </a:ln>
          </p:spPr>
        </p:sp>
        <p:sp>
          <p:nvSpPr>
            <p:cNvPr id="175200" name="Line 128"/>
            <p:cNvSpPr/>
            <p:nvPr/>
          </p:nvSpPr>
          <p:spPr>
            <a:xfrm flipV="1">
              <a:off x="3643" y="3913"/>
              <a:ext cx="454" cy="0"/>
            </a:xfrm>
            <a:prstGeom prst="line">
              <a:avLst/>
            </a:prstGeom>
            <a:ln w="28575" cap="flat" cmpd="sng">
              <a:solidFill>
                <a:schemeClr val="tx1"/>
              </a:solidFill>
              <a:prstDash val="solid"/>
              <a:headEnd type="none" w="med" len="med"/>
              <a:tailEnd type="none" w="med" len="med"/>
            </a:ln>
          </p:spPr>
        </p:sp>
        <p:sp>
          <p:nvSpPr>
            <p:cNvPr id="175201" name="Text Box 129"/>
            <p:cNvSpPr txBox="1"/>
            <p:nvPr/>
          </p:nvSpPr>
          <p:spPr>
            <a:xfrm>
              <a:off x="2877" y="5263"/>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202" name="Text Box 130"/>
            <p:cNvSpPr txBox="1"/>
            <p:nvPr/>
          </p:nvSpPr>
          <p:spPr>
            <a:xfrm>
              <a:off x="4264" y="5274"/>
              <a:ext cx="1223"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203" name="Text Box 131"/>
            <p:cNvSpPr txBox="1"/>
            <p:nvPr/>
          </p:nvSpPr>
          <p:spPr>
            <a:xfrm>
              <a:off x="3377" y="5263"/>
              <a:ext cx="1224"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204" name="Line 134"/>
            <p:cNvSpPr/>
            <p:nvPr/>
          </p:nvSpPr>
          <p:spPr>
            <a:xfrm>
              <a:off x="3295" y="3553"/>
              <a:ext cx="0" cy="360"/>
            </a:xfrm>
            <a:prstGeom prst="line">
              <a:avLst/>
            </a:prstGeom>
            <a:ln w="28575" cap="flat" cmpd="sng">
              <a:solidFill>
                <a:schemeClr val="tx1"/>
              </a:solidFill>
              <a:prstDash val="solid"/>
              <a:headEnd type="none" w="med" len="med"/>
              <a:tailEnd type="none" w="med" len="med"/>
            </a:ln>
          </p:spPr>
        </p:sp>
        <p:sp>
          <p:nvSpPr>
            <p:cNvPr id="175205" name="Line 135"/>
            <p:cNvSpPr/>
            <p:nvPr/>
          </p:nvSpPr>
          <p:spPr>
            <a:xfrm flipV="1">
              <a:off x="2866" y="3894"/>
              <a:ext cx="453" cy="0"/>
            </a:xfrm>
            <a:prstGeom prst="line">
              <a:avLst/>
            </a:prstGeom>
            <a:ln w="28575" cap="flat" cmpd="sng">
              <a:solidFill>
                <a:schemeClr val="tx1"/>
              </a:solidFill>
              <a:prstDash val="solid"/>
              <a:headEnd type="none" w="med" len="med"/>
              <a:tailEnd type="none" w="med" len="med"/>
            </a:ln>
          </p:spPr>
        </p:sp>
        <p:sp>
          <p:nvSpPr>
            <p:cNvPr id="175206" name="Line 136"/>
            <p:cNvSpPr/>
            <p:nvPr/>
          </p:nvSpPr>
          <p:spPr>
            <a:xfrm>
              <a:off x="2876" y="3894"/>
              <a:ext cx="0" cy="450"/>
            </a:xfrm>
            <a:prstGeom prst="line">
              <a:avLst/>
            </a:prstGeom>
            <a:ln w="28575" cap="flat" cmpd="sng">
              <a:solidFill>
                <a:schemeClr val="tx1"/>
              </a:solidFill>
              <a:prstDash val="solid"/>
              <a:headEnd type="none" w="med" len="med"/>
              <a:tailEnd type="none" w="med" len="med"/>
            </a:ln>
          </p:spPr>
        </p:sp>
        <p:sp>
          <p:nvSpPr>
            <p:cNvPr id="175207" name="Line 137"/>
            <p:cNvSpPr/>
            <p:nvPr/>
          </p:nvSpPr>
          <p:spPr>
            <a:xfrm>
              <a:off x="3663" y="4813"/>
              <a:ext cx="0" cy="450"/>
            </a:xfrm>
            <a:prstGeom prst="line">
              <a:avLst/>
            </a:prstGeom>
            <a:ln w="28575" cap="flat" cmpd="sng">
              <a:solidFill>
                <a:schemeClr val="tx1"/>
              </a:solidFill>
              <a:prstDash val="solid"/>
              <a:headEnd type="none" w="med" len="med"/>
              <a:tailEnd type="none" w="med" len="med"/>
            </a:ln>
          </p:spPr>
        </p:sp>
        <p:sp>
          <p:nvSpPr>
            <p:cNvPr id="175208" name="Line 138"/>
            <p:cNvSpPr/>
            <p:nvPr/>
          </p:nvSpPr>
          <p:spPr>
            <a:xfrm>
              <a:off x="4430" y="4813"/>
              <a:ext cx="0" cy="450"/>
            </a:xfrm>
            <a:prstGeom prst="line">
              <a:avLst/>
            </a:prstGeom>
            <a:ln w="28575" cap="flat" cmpd="sng">
              <a:solidFill>
                <a:schemeClr val="tx1"/>
              </a:solidFill>
              <a:prstDash val="solid"/>
              <a:headEnd type="none" w="med" len="med"/>
              <a:tailEnd type="none" w="med" len="med"/>
            </a:ln>
          </p:spPr>
        </p:sp>
        <p:sp>
          <p:nvSpPr>
            <p:cNvPr id="175209" name="Line 139"/>
            <p:cNvSpPr/>
            <p:nvPr/>
          </p:nvSpPr>
          <p:spPr>
            <a:xfrm>
              <a:off x="4047" y="4813"/>
              <a:ext cx="0" cy="450"/>
            </a:xfrm>
            <a:prstGeom prst="line">
              <a:avLst/>
            </a:prstGeom>
            <a:ln w="28575" cap="flat" cmpd="sng">
              <a:solidFill>
                <a:schemeClr val="tx1"/>
              </a:solidFill>
              <a:prstDash val="solid"/>
              <a:headEnd type="none" w="med" len="med"/>
              <a:tailEnd type="none" w="med" len="med"/>
            </a:ln>
          </p:spPr>
        </p:sp>
        <p:sp>
          <p:nvSpPr>
            <p:cNvPr id="175210" name="Rectangle 140"/>
            <p:cNvSpPr/>
            <p:nvPr/>
          </p:nvSpPr>
          <p:spPr>
            <a:xfrm>
              <a:off x="2396" y="4348"/>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r>
                <a:rPr lang="en-US" altLang="zh-CN">
                  <a:solidFill>
                    <a:schemeClr val="tx1"/>
                  </a:solidFill>
                  <a:latin typeface="Calibri" panose="020F0502020204030204" pitchFamily="34" charset="0"/>
                </a:rPr>
                <a:t>&amp;</a:t>
              </a:r>
              <a:endParaRPr lang="en-US" altLang="zh-CN">
                <a:solidFill>
                  <a:schemeClr val="tx1"/>
                </a:solidFill>
                <a:latin typeface="Calibri" panose="020F0502020204030204" pitchFamily="34" charset="0"/>
              </a:endParaRPr>
            </a:p>
          </p:txBody>
        </p:sp>
        <p:sp>
          <p:nvSpPr>
            <p:cNvPr id="175211" name="Line 141"/>
            <p:cNvSpPr/>
            <p:nvPr/>
          </p:nvSpPr>
          <p:spPr>
            <a:xfrm>
              <a:off x="2684" y="4813"/>
              <a:ext cx="0" cy="450"/>
            </a:xfrm>
            <a:prstGeom prst="line">
              <a:avLst/>
            </a:prstGeom>
            <a:ln w="28575" cap="flat" cmpd="sng">
              <a:solidFill>
                <a:schemeClr val="tx1"/>
              </a:solidFill>
              <a:prstDash val="solid"/>
              <a:headEnd type="none" w="med" len="med"/>
              <a:tailEnd type="none" w="med" len="med"/>
            </a:ln>
          </p:spPr>
        </p:sp>
        <p:sp>
          <p:nvSpPr>
            <p:cNvPr id="175212" name="Line 142"/>
            <p:cNvSpPr/>
            <p:nvPr/>
          </p:nvSpPr>
          <p:spPr>
            <a:xfrm>
              <a:off x="3068" y="4813"/>
              <a:ext cx="0" cy="450"/>
            </a:xfrm>
            <a:prstGeom prst="line">
              <a:avLst/>
            </a:prstGeom>
            <a:ln w="28575" cap="flat" cmpd="sng">
              <a:solidFill>
                <a:schemeClr val="tx1"/>
              </a:solidFill>
              <a:prstDash val="solid"/>
              <a:headEnd type="none" w="med" len="med"/>
              <a:tailEnd type="none" w="med" len="med"/>
            </a:ln>
          </p:spPr>
        </p:sp>
      </p:grpSp>
      <p:sp>
        <p:nvSpPr>
          <p:cNvPr id="175112" name="Text Box 144"/>
          <p:cNvSpPr txBox="1"/>
          <p:nvPr/>
        </p:nvSpPr>
        <p:spPr>
          <a:xfrm>
            <a:off x="228600" y="1116013"/>
            <a:ext cx="28956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由预置位法得到：</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75113" name="Object 118"/>
          <p:cNvGraphicFramePr/>
          <p:nvPr/>
        </p:nvGraphicFramePr>
        <p:xfrm>
          <a:off x="290513" y="1476375"/>
          <a:ext cx="2487612" cy="2459038"/>
        </p:xfrm>
        <a:graphic>
          <a:graphicData uri="http://schemas.openxmlformats.org/presentationml/2006/ole">
            <mc:AlternateContent xmlns:mc="http://schemas.openxmlformats.org/markup-compatibility/2006">
              <mc:Choice xmlns:v="urn:schemas-microsoft-com:vml" Requires="v">
                <p:oleObj spid="_x0000_s3078" name="" r:id="rId1" imgW="2486025" imgH="2457450" progId="PBrush">
                  <p:embed/>
                </p:oleObj>
              </mc:Choice>
              <mc:Fallback>
                <p:oleObj name="" r:id="rId1" imgW="2486025" imgH="2457450" progId="PBrush">
                  <p:embed/>
                  <p:pic>
                    <p:nvPicPr>
                      <p:cNvPr id="0" name="图片 3077"/>
                      <p:cNvPicPr/>
                      <p:nvPr/>
                    </p:nvPicPr>
                    <p:blipFill>
                      <a:blip r:embed="rId2"/>
                      <a:stretch>
                        <a:fillRect/>
                      </a:stretch>
                    </p:blipFill>
                    <p:spPr>
                      <a:xfrm>
                        <a:off x="290513" y="1476375"/>
                        <a:ext cx="2487612" cy="2459038"/>
                      </a:xfrm>
                      <a:prstGeom prst="rect">
                        <a:avLst/>
                      </a:prstGeom>
                      <a:noFill/>
                      <a:ln w="38100">
                        <a:noFill/>
                        <a:miter/>
                      </a:ln>
                    </p:spPr>
                  </p:pic>
                </p:oleObj>
              </mc:Fallback>
            </mc:AlternateContent>
          </a:graphicData>
        </a:graphic>
      </p:graphicFrame>
      <p:sp>
        <p:nvSpPr>
          <p:cNvPr id="175114" name="Text Box 50"/>
          <p:cNvSpPr txBox="1"/>
          <p:nvPr/>
        </p:nvSpPr>
        <p:spPr>
          <a:xfrm>
            <a:off x="4195763" y="1984375"/>
            <a:ext cx="487362" cy="2778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endParaRPr lang="en-US" altLang="zh-CN" sz="1200">
              <a:solidFill>
                <a:schemeClr val="tx1"/>
              </a:solidFill>
              <a:latin typeface="Calibri" panose="020F0502020204030204" pitchFamily="34" charset="0"/>
            </a:endParaRPr>
          </a:p>
        </p:txBody>
      </p:sp>
      <p:sp>
        <p:nvSpPr>
          <p:cNvPr id="175115" name="Text Box 103"/>
          <p:cNvSpPr txBox="1"/>
          <p:nvPr/>
        </p:nvSpPr>
        <p:spPr>
          <a:xfrm>
            <a:off x="2822575" y="4446588"/>
            <a:ext cx="777875"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6" name="Text Box 102"/>
          <p:cNvSpPr txBox="1"/>
          <p:nvPr/>
        </p:nvSpPr>
        <p:spPr>
          <a:xfrm>
            <a:off x="3578225" y="4457700"/>
            <a:ext cx="777875"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7" name="Text Box 105"/>
          <p:cNvSpPr txBox="1"/>
          <p:nvPr/>
        </p:nvSpPr>
        <p:spPr>
          <a:xfrm>
            <a:off x="3829050" y="4446588"/>
            <a:ext cx="776288"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118" name="Text Box 132"/>
          <p:cNvSpPr txBox="1"/>
          <p:nvPr/>
        </p:nvSpPr>
        <p:spPr>
          <a:xfrm>
            <a:off x="4416425" y="4448175"/>
            <a:ext cx="777875"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9" name="Text Box 133"/>
          <p:cNvSpPr txBox="1"/>
          <p:nvPr/>
        </p:nvSpPr>
        <p:spPr>
          <a:xfrm>
            <a:off x="5292725" y="4448175"/>
            <a:ext cx="776288"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a:xfrm>
            <a:off x="268288" y="631825"/>
            <a:ext cx="7772400" cy="742950"/>
          </a:xfrm>
          <a:prstGeom prst="rect">
            <a:avLst/>
          </a:prstGeom>
          <a:noFill/>
          <a:ln w="9525">
            <a:noFill/>
          </a:ln>
        </p:spPr>
        <p:txBody>
          <a:bodyPr/>
          <a:p>
            <a:pPr eaLnBrk="1" hangingPunct="1">
              <a:lnSpc>
                <a:spcPct val="80000"/>
              </a:lnSpc>
            </a:pPr>
            <a:r>
              <a:rPr lang="en-US" altLang="zh-CN" sz="2000" b="1">
                <a:solidFill>
                  <a:srgbClr val="0000FF"/>
                </a:solidFill>
                <a:latin typeface="华文新魏" panose="02010800040101010101" pitchFamily="2" charset="-122"/>
                <a:ea typeface="华文新魏" panose="02010800040101010101" pitchFamily="2" charset="-122"/>
              </a:rPr>
              <a:t>(4)  MSI </a:t>
            </a:r>
            <a:r>
              <a:rPr lang="zh-CN" altLang="en-US" sz="2000" b="1" dirty="0">
                <a:solidFill>
                  <a:srgbClr val="0000FF"/>
                </a:solidFill>
                <a:latin typeface="华文新魏" panose="02010800040101010101" pitchFamily="2" charset="-122"/>
                <a:ea typeface="华文新魏" panose="02010800040101010101" pitchFamily="2" charset="-122"/>
              </a:rPr>
              <a:t>计数器及应用</a:t>
            </a:r>
            <a:br>
              <a:rPr lang="zh-CN" altLang="en-US" sz="2000" b="1" dirty="0">
                <a:solidFill>
                  <a:srgbClr val="0000FF"/>
                </a:solidFill>
                <a:latin typeface="华文新魏" panose="02010800040101010101" pitchFamily="2" charset="-122"/>
                <a:ea typeface="华文新魏" panose="02010800040101010101" pitchFamily="2" charset="-122"/>
              </a:rPr>
            </a:br>
            <a:r>
              <a:rPr lang="zh-CN" altLang="en-US" sz="2000" b="1" dirty="0">
                <a:solidFill>
                  <a:srgbClr val="0000FF"/>
                </a:solidFill>
                <a:latin typeface="华文新魏" panose="02010800040101010101" pitchFamily="2" charset="-122"/>
                <a:ea typeface="华文新魏" panose="02010800040101010101" pitchFamily="2" charset="-122"/>
              </a:rPr>
              <a:t>                     </a:t>
            </a:r>
            <a:r>
              <a:rPr lang="en-US" altLang="zh-CN" sz="2000" b="1" i="1">
                <a:solidFill>
                  <a:srgbClr val="FF0000"/>
                </a:solidFill>
                <a:latin typeface="华文新魏" panose="02010800040101010101" pitchFamily="2" charset="-122"/>
                <a:ea typeface="华文新魏" panose="02010800040101010101" pitchFamily="2" charset="-122"/>
              </a:rPr>
              <a:t>MSI Counters and Applications</a:t>
            </a:r>
            <a:endParaRPr lang="en-US" altLang="zh-CN" sz="2000" b="1" i="1">
              <a:solidFill>
                <a:srgbClr val="FF0000"/>
              </a:solidFill>
              <a:latin typeface="华文新魏" panose="02010800040101010101" pitchFamily="2" charset="-122"/>
              <a:ea typeface="华文新魏" panose="02010800040101010101" pitchFamily="2" charset="-122"/>
            </a:endParaRPr>
          </a:p>
        </p:txBody>
      </p:sp>
      <p:grpSp>
        <p:nvGrpSpPr>
          <p:cNvPr id="176131" name="Group 3"/>
          <p:cNvGrpSpPr/>
          <p:nvPr/>
        </p:nvGrpSpPr>
        <p:grpSpPr>
          <a:xfrm>
            <a:off x="6661150" y="915988"/>
            <a:ext cx="1871663" cy="2347912"/>
            <a:chOff x="0" y="0"/>
            <a:chExt cx="3190" cy="3697"/>
          </a:xfrm>
        </p:grpSpPr>
        <p:sp>
          <p:nvSpPr>
            <p:cNvPr id="176135" name="Rectangle 4"/>
            <p:cNvSpPr/>
            <p:nvPr/>
          </p:nvSpPr>
          <p:spPr>
            <a:xfrm>
              <a:off x="670" y="540"/>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36" name="Text Box 5"/>
            <p:cNvSpPr txBox="1"/>
            <p:nvPr/>
          </p:nvSpPr>
          <p:spPr>
            <a:xfrm>
              <a:off x="521" y="507"/>
              <a:ext cx="15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7" name="Text Box 6"/>
            <p:cNvSpPr txBox="1"/>
            <p:nvPr/>
          </p:nvSpPr>
          <p:spPr>
            <a:xfrm>
              <a:off x="587" y="78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8" name="Text Box 7"/>
            <p:cNvSpPr txBox="1"/>
            <p:nvPr/>
          </p:nvSpPr>
          <p:spPr>
            <a:xfrm>
              <a:off x="600" y="1076"/>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39" name="Text Box 8"/>
            <p:cNvSpPr txBox="1"/>
            <p:nvPr/>
          </p:nvSpPr>
          <p:spPr>
            <a:xfrm>
              <a:off x="600" y="1326"/>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0" name="Text Box 9"/>
            <p:cNvSpPr txBox="1"/>
            <p:nvPr/>
          </p:nvSpPr>
          <p:spPr>
            <a:xfrm>
              <a:off x="600" y="1603"/>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1" name="Text Box 10"/>
            <p:cNvSpPr txBox="1"/>
            <p:nvPr/>
          </p:nvSpPr>
          <p:spPr>
            <a:xfrm>
              <a:off x="625" y="198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2" name="Text Box 11"/>
            <p:cNvSpPr txBox="1"/>
            <p:nvPr/>
          </p:nvSpPr>
          <p:spPr>
            <a:xfrm>
              <a:off x="625" y="2303"/>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3" name="Text Box 12"/>
            <p:cNvSpPr txBox="1"/>
            <p:nvPr/>
          </p:nvSpPr>
          <p:spPr>
            <a:xfrm>
              <a:off x="620" y="2592"/>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4" name="Text Box 13"/>
            <p:cNvSpPr txBox="1"/>
            <p:nvPr/>
          </p:nvSpPr>
          <p:spPr>
            <a:xfrm>
              <a:off x="620" y="290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5" name="Text Box 14"/>
            <p:cNvSpPr txBox="1"/>
            <p:nvPr/>
          </p:nvSpPr>
          <p:spPr>
            <a:xfrm>
              <a:off x="2015" y="1951"/>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6" name="Text Box 15"/>
            <p:cNvSpPr txBox="1"/>
            <p:nvPr/>
          </p:nvSpPr>
          <p:spPr>
            <a:xfrm>
              <a:off x="2015" y="2270"/>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7" name="Text Box 17"/>
            <p:cNvSpPr txBox="1"/>
            <p:nvPr/>
          </p:nvSpPr>
          <p:spPr>
            <a:xfrm>
              <a:off x="2015" y="2867"/>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8" name="Text Box 18"/>
            <p:cNvSpPr txBox="1"/>
            <p:nvPr/>
          </p:nvSpPr>
          <p:spPr>
            <a:xfrm>
              <a:off x="1755" y="3212"/>
              <a:ext cx="103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9" name="Line 19"/>
            <p:cNvSpPr/>
            <p:nvPr/>
          </p:nvSpPr>
          <p:spPr>
            <a:xfrm>
              <a:off x="2590" y="2194"/>
              <a:ext cx="600" cy="0"/>
            </a:xfrm>
            <a:prstGeom prst="line">
              <a:avLst/>
            </a:prstGeom>
            <a:ln w="28575" cap="flat" cmpd="sng">
              <a:solidFill>
                <a:schemeClr val="tx1"/>
              </a:solidFill>
              <a:prstDash val="solid"/>
              <a:headEnd type="none" w="med" len="med"/>
              <a:tailEnd type="none" w="med" len="med"/>
            </a:ln>
          </p:spPr>
        </p:sp>
        <p:sp>
          <p:nvSpPr>
            <p:cNvPr id="176150" name="Line 20"/>
            <p:cNvSpPr/>
            <p:nvPr/>
          </p:nvSpPr>
          <p:spPr>
            <a:xfrm>
              <a:off x="187" y="2194"/>
              <a:ext cx="488" cy="0"/>
            </a:xfrm>
            <a:prstGeom prst="line">
              <a:avLst/>
            </a:prstGeom>
            <a:ln w="28575" cap="flat" cmpd="sng">
              <a:solidFill>
                <a:schemeClr val="tx1"/>
              </a:solidFill>
              <a:prstDash val="solid"/>
              <a:headEnd type="none" w="med" len="med"/>
              <a:tailEnd type="none" w="med" len="med"/>
            </a:ln>
          </p:spPr>
        </p:sp>
        <p:sp>
          <p:nvSpPr>
            <p:cNvPr id="176151" name="Line 21"/>
            <p:cNvSpPr/>
            <p:nvPr/>
          </p:nvSpPr>
          <p:spPr>
            <a:xfrm>
              <a:off x="190" y="2464"/>
              <a:ext cx="487" cy="0"/>
            </a:xfrm>
            <a:prstGeom prst="line">
              <a:avLst/>
            </a:prstGeom>
            <a:ln w="28575" cap="flat" cmpd="sng">
              <a:solidFill>
                <a:schemeClr val="tx1"/>
              </a:solidFill>
              <a:prstDash val="solid"/>
              <a:headEnd type="none" w="med" len="med"/>
              <a:tailEnd type="none" w="med" len="med"/>
            </a:ln>
          </p:spPr>
        </p:sp>
        <p:sp>
          <p:nvSpPr>
            <p:cNvPr id="176152" name="Line 22"/>
            <p:cNvSpPr/>
            <p:nvPr/>
          </p:nvSpPr>
          <p:spPr>
            <a:xfrm>
              <a:off x="190" y="2791"/>
              <a:ext cx="487" cy="0"/>
            </a:xfrm>
            <a:prstGeom prst="line">
              <a:avLst/>
            </a:prstGeom>
            <a:ln w="28575" cap="flat" cmpd="sng">
              <a:solidFill>
                <a:schemeClr val="tx1"/>
              </a:solidFill>
              <a:prstDash val="solid"/>
              <a:headEnd type="none" w="med" len="med"/>
              <a:tailEnd type="none" w="med" len="med"/>
            </a:ln>
          </p:spPr>
        </p:sp>
        <p:sp>
          <p:nvSpPr>
            <p:cNvPr id="176153" name="Line 23"/>
            <p:cNvSpPr/>
            <p:nvPr/>
          </p:nvSpPr>
          <p:spPr>
            <a:xfrm>
              <a:off x="190" y="3080"/>
              <a:ext cx="487" cy="0"/>
            </a:xfrm>
            <a:prstGeom prst="line">
              <a:avLst/>
            </a:prstGeom>
            <a:ln w="28575" cap="flat" cmpd="sng">
              <a:solidFill>
                <a:schemeClr val="tx1"/>
              </a:solidFill>
              <a:prstDash val="solid"/>
              <a:headEnd type="none" w="med" len="med"/>
              <a:tailEnd type="none" w="med" len="med"/>
            </a:ln>
          </p:spPr>
        </p:sp>
        <p:sp>
          <p:nvSpPr>
            <p:cNvPr id="176154" name="Line 24"/>
            <p:cNvSpPr/>
            <p:nvPr/>
          </p:nvSpPr>
          <p:spPr>
            <a:xfrm>
              <a:off x="2590" y="3440"/>
              <a:ext cx="487" cy="0"/>
            </a:xfrm>
            <a:prstGeom prst="line">
              <a:avLst/>
            </a:prstGeom>
            <a:ln w="28575" cap="flat" cmpd="sng">
              <a:solidFill>
                <a:schemeClr val="tx1"/>
              </a:solidFill>
              <a:prstDash val="solid"/>
              <a:headEnd type="none" w="med" len="med"/>
              <a:tailEnd type="none" w="med" len="med"/>
            </a:ln>
          </p:spPr>
        </p:sp>
        <p:sp>
          <p:nvSpPr>
            <p:cNvPr id="176155" name="Line 25"/>
            <p:cNvSpPr/>
            <p:nvPr/>
          </p:nvSpPr>
          <p:spPr>
            <a:xfrm>
              <a:off x="2590" y="2521"/>
              <a:ext cx="600" cy="0"/>
            </a:xfrm>
            <a:prstGeom prst="line">
              <a:avLst/>
            </a:prstGeom>
            <a:ln w="28575" cap="flat" cmpd="sng">
              <a:solidFill>
                <a:schemeClr val="tx1"/>
              </a:solidFill>
              <a:prstDash val="solid"/>
              <a:headEnd type="none" w="med" len="med"/>
              <a:tailEnd type="none" w="med" len="med"/>
            </a:ln>
          </p:spPr>
        </p:sp>
        <p:sp>
          <p:nvSpPr>
            <p:cNvPr id="176156" name="Line 26"/>
            <p:cNvSpPr/>
            <p:nvPr/>
          </p:nvSpPr>
          <p:spPr>
            <a:xfrm>
              <a:off x="2590" y="2810"/>
              <a:ext cx="600" cy="0"/>
            </a:xfrm>
            <a:prstGeom prst="line">
              <a:avLst/>
            </a:prstGeom>
            <a:ln w="28575" cap="flat" cmpd="sng">
              <a:solidFill>
                <a:schemeClr val="tx1"/>
              </a:solidFill>
              <a:prstDash val="solid"/>
              <a:headEnd type="none" w="med" len="med"/>
              <a:tailEnd type="none" w="med" len="med"/>
            </a:ln>
          </p:spPr>
        </p:sp>
        <p:sp>
          <p:nvSpPr>
            <p:cNvPr id="176157" name="Line 27"/>
            <p:cNvSpPr/>
            <p:nvPr/>
          </p:nvSpPr>
          <p:spPr>
            <a:xfrm>
              <a:off x="2590" y="3098"/>
              <a:ext cx="600" cy="0"/>
            </a:xfrm>
            <a:prstGeom prst="line">
              <a:avLst/>
            </a:prstGeom>
            <a:ln w="28575" cap="flat" cmpd="sng">
              <a:solidFill>
                <a:schemeClr val="tx1"/>
              </a:solidFill>
              <a:prstDash val="solid"/>
              <a:headEnd type="none" w="med" len="med"/>
              <a:tailEnd type="none" w="med" len="med"/>
            </a:ln>
          </p:spPr>
        </p:sp>
        <p:sp>
          <p:nvSpPr>
            <p:cNvPr id="176158" name="Oval 28"/>
            <p:cNvSpPr/>
            <p:nvPr/>
          </p:nvSpPr>
          <p:spPr>
            <a:xfrm>
              <a:off x="480" y="971"/>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59" name="Oval 29"/>
            <p:cNvSpPr/>
            <p:nvPr/>
          </p:nvSpPr>
          <p:spPr>
            <a:xfrm>
              <a:off x="500" y="1260"/>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60" name="Line 30"/>
            <p:cNvSpPr/>
            <p:nvPr/>
          </p:nvSpPr>
          <p:spPr>
            <a:xfrm>
              <a:off x="0" y="1042"/>
              <a:ext cx="487" cy="0"/>
            </a:xfrm>
            <a:prstGeom prst="line">
              <a:avLst/>
            </a:prstGeom>
            <a:ln w="28575" cap="flat" cmpd="sng">
              <a:solidFill>
                <a:schemeClr val="tx1"/>
              </a:solidFill>
              <a:prstDash val="solid"/>
              <a:headEnd type="none" w="med" len="med"/>
              <a:tailEnd type="none" w="med" len="med"/>
            </a:ln>
          </p:spPr>
        </p:sp>
        <p:sp>
          <p:nvSpPr>
            <p:cNvPr id="176161" name="Line 31"/>
            <p:cNvSpPr/>
            <p:nvPr/>
          </p:nvSpPr>
          <p:spPr>
            <a:xfrm>
              <a:off x="25" y="1331"/>
              <a:ext cx="487" cy="0"/>
            </a:xfrm>
            <a:prstGeom prst="line">
              <a:avLst/>
            </a:prstGeom>
            <a:ln w="28575" cap="flat" cmpd="sng">
              <a:solidFill>
                <a:schemeClr val="tx1"/>
              </a:solidFill>
              <a:prstDash val="solid"/>
              <a:headEnd type="none" w="med" len="med"/>
              <a:tailEnd type="none" w="med" len="med"/>
            </a:ln>
          </p:spPr>
        </p:sp>
        <p:sp>
          <p:nvSpPr>
            <p:cNvPr id="176162" name="Line 32"/>
            <p:cNvSpPr/>
            <p:nvPr/>
          </p:nvSpPr>
          <p:spPr>
            <a:xfrm>
              <a:off x="45" y="757"/>
              <a:ext cx="600" cy="0"/>
            </a:xfrm>
            <a:prstGeom prst="line">
              <a:avLst/>
            </a:prstGeom>
            <a:ln w="28575" cap="flat" cmpd="sng">
              <a:solidFill>
                <a:schemeClr val="tx1"/>
              </a:solidFill>
              <a:prstDash val="solid"/>
              <a:headEnd type="none" w="med" len="med"/>
              <a:tailEnd type="none" w="med" len="med"/>
            </a:ln>
          </p:spPr>
        </p:sp>
        <p:sp>
          <p:nvSpPr>
            <p:cNvPr id="176163" name="Line 33"/>
            <p:cNvSpPr/>
            <p:nvPr/>
          </p:nvSpPr>
          <p:spPr>
            <a:xfrm>
              <a:off x="70" y="1583"/>
              <a:ext cx="600" cy="0"/>
            </a:xfrm>
            <a:prstGeom prst="line">
              <a:avLst/>
            </a:prstGeom>
            <a:ln w="28575" cap="flat" cmpd="sng">
              <a:solidFill>
                <a:schemeClr val="tx1"/>
              </a:solidFill>
              <a:prstDash val="solid"/>
              <a:headEnd type="none" w="med" len="med"/>
              <a:tailEnd type="none" w="med" len="med"/>
            </a:ln>
          </p:spPr>
        </p:sp>
        <p:sp>
          <p:nvSpPr>
            <p:cNvPr id="176164" name="Line 34"/>
            <p:cNvSpPr/>
            <p:nvPr/>
          </p:nvSpPr>
          <p:spPr>
            <a:xfrm>
              <a:off x="70" y="1838"/>
              <a:ext cx="600" cy="0"/>
            </a:xfrm>
            <a:prstGeom prst="line">
              <a:avLst/>
            </a:prstGeom>
            <a:ln w="28575" cap="flat" cmpd="sng">
              <a:solidFill>
                <a:schemeClr val="tx1"/>
              </a:solidFill>
              <a:prstDash val="solid"/>
              <a:headEnd type="none" w="med" len="med"/>
              <a:tailEnd type="none" w="med" len="med"/>
            </a:ln>
          </p:spPr>
        </p:sp>
        <p:sp>
          <p:nvSpPr>
            <p:cNvPr id="176165" name="Text Box 35"/>
            <p:cNvSpPr txBox="1"/>
            <p:nvPr/>
          </p:nvSpPr>
          <p:spPr>
            <a:xfrm>
              <a:off x="670" y="0"/>
              <a:ext cx="20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grpSp>
      <p:sp>
        <p:nvSpPr>
          <p:cNvPr id="176132" name="Text Box 37"/>
          <p:cNvSpPr txBox="1"/>
          <p:nvPr/>
        </p:nvSpPr>
        <p:spPr>
          <a:xfrm>
            <a:off x="360680" y="1377950"/>
            <a:ext cx="6300470" cy="1475740"/>
          </a:xfrm>
          <a:prstGeom prst="rect">
            <a:avLst/>
          </a:prstGeom>
          <a:noFill/>
          <a:ln w="9525">
            <a:noFill/>
          </a:ln>
        </p:spPr>
        <p:txBody>
          <a:bodyPr wrap="square">
            <a:spAutoFit/>
          </a:bodyPr>
          <a:p>
            <a:pPr eaLnBrk="1" hangingPunct="1">
              <a:lnSpc>
                <a:spcPct val="60000"/>
              </a:lnSpc>
              <a:spcBef>
                <a:spcPct val="500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a:solidFill>
                  <a:schemeClr val="tx1"/>
                </a:solidFill>
                <a:latin typeface="华文新魏" panose="02010800040101010101" pitchFamily="2" charset="-122"/>
                <a:ea typeface="华文新魏" panose="02010800040101010101" pitchFamily="2" charset="-122"/>
              </a:rPr>
              <a:t>集成电路</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是一个四位</a:t>
            </a:r>
            <a:r>
              <a:rPr lang="zh-CN" altLang="en-US" sz="1800" b="1" dirty="0">
                <a:solidFill>
                  <a:srgbClr val="FF0000"/>
                </a:solidFill>
                <a:latin typeface="华文新魏" panose="02010800040101010101" pitchFamily="2" charset="-122"/>
                <a:ea typeface="华文新魏" panose="02010800040101010101" pitchFamily="2" charset="-122"/>
              </a:rPr>
              <a:t>同步二进制加法</a:t>
            </a:r>
            <a:r>
              <a:rPr lang="zh-CN" altLang="en-US" sz="1800" b="1" dirty="0">
                <a:solidFill>
                  <a:schemeClr val="tx1"/>
                </a:solidFill>
                <a:latin typeface="华文新魏" panose="02010800040101010101" pitchFamily="2" charset="-122"/>
                <a:ea typeface="华文新魏" panose="02010800040101010101" pitchFamily="2" charset="-122"/>
              </a:rPr>
              <a:t>计数器，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由 </a:t>
            </a:r>
            <a:r>
              <a:rPr lang="en-US" altLang="zh-CN" sz="1800" b="1">
                <a:solidFill>
                  <a:srgbClr val="0000FF"/>
                </a:solidFill>
                <a:latin typeface="华文新魏" panose="02010800040101010101" pitchFamily="2" charset="-122"/>
                <a:ea typeface="华文新魏" panose="02010800040101010101" pitchFamily="2" charset="-122"/>
              </a:rPr>
              <a:t>D</a:t>
            </a:r>
            <a:r>
              <a:rPr lang="zh-CN" altLang="en-US" sz="1800" b="1" dirty="0">
                <a:solidFill>
                  <a:srgbClr val="0000FF"/>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组成的，输出在时钟</a:t>
            </a:r>
            <a:r>
              <a:rPr lang="en-US" altLang="zh-CN" sz="1800" b="1">
                <a:solidFill>
                  <a:srgbClr val="0000FF"/>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a:t>
            </a:r>
            <a:r>
              <a:rPr lang="zh-CN" altLang="en-US" sz="1800" b="1" dirty="0">
                <a:solidFill>
                  <a:srgbClr val="0000FF"/>
                </a:solidFill>
                <a:latin typeface="华文新魏" panose="02010800040101010101" pitchFamily="2" charset="-122"/>
                <a:ea typeface="华文新魏" panose="02010800040101010101" pitchFamily="2" charset="-122"/>
              </a:rPr>
              <a:t>上升沿改变</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   具有</a:t>
            </a:r>
            <a:r>
              <a:rPr lang="zh-CN" altLang="en-US" sz="1800" b="1" dirty="0">
                <a:solidFill>
                  <a:srgbClr val="0000FF"/>
                </a:solidFill>
                <a:latin typeface="华文新魏" panose="02010800040101010101" pitchFamily="2" charset="-122"/>
                <a:ea typeface="华文新魏" panose="02010800040101010101" pitchFamily="2" charset="-122"/>
              </a:rPr>
              <a:t>加载</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0000FF"/>
                </a:solidFill>
                <a:latin typeface="华文新魏" panose="02010800040101010101" pitchFamily="2" charset="-122"/>
                <a:ea typeface="华文新魏" panose="02010800040101010101" pitchFamily="2" charset="-122"/>
              </a:rPr>
              <a:t>清除</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① 当</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有效时，输出为</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② 当</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有效</a:t>
            </a:r>
            <a:r>
              <a:rPr lang="zh-CN" altLang="en-US" sz="1800" b="1" dirty="0">
                <a:solidFill>
                  <a:srgbClr val="0000FF"/>
                </a:solidFill>
                <a:latin typeface="华文新魏" panose="02010800040101010101" pitchFamily="2" charset="-122"/>
                <a:ea typeface="华文新魏" panose="02010800040101010101" pitchFamily="2" charset="-122"/>
              </a:rPr>
              <a:t>而 </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无效，输入</a:t>
            </a:r>
            <a:r>
              <a:rPr lang="en-US" altLang="zh-CN" sz="1800" b="1">
                <a:solidFill>
                  <a:srgbClr val="0000FF"/>
                </a:solidFill>
                <a:latin typeface="华文新魏" panose="02010800040101010101" pitchFamily="2" charset="-122"/>
                <a:ea typeface="华文新魏" panose="02010800040101010101" pitchFamily="2" charset="-122"/>
              </a:rPr>
              <a:t>A,B,C,D</a:t>
            </a:r>
            <a:r>
              <a:rPr lang="zh-CN" altLang="en-US" sz="1800" b="1" dirty="0">
                <a:solidFill>
                  <a:schemeClr val="tx1"/>
                </a:solidFill>
                <a:latin typeface="华文新魏" panose="02010800040101010101" pitchFamily="2" charset="-122"/>
                <a:ea typeface="华文新魏" panose="02010800040101010101" pitchFamily="2" charset="-122"/>
              </a:rPr>
              <a:t>被送到输出端；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6134" name="Text Box 38"/>
          <p:cNvSpPr txBox="1"/>
          <p:nvPr/>
        </p:nvSpPr>
        <p:spPr>
          <a:xfrm>
            <a:off x="358775" y="3003550"/>
            <a:ext cx="7891463" cy="1773238"/>
          </a:xfrm>
          <a:prstGeom prst="rect">
            <a:avLst/>
          </a:prstGeom>
          <a:noFill/>
          <a:ln w="9525">
            <a:noFill/>
          </a:ln>
        </p:spPr>
        <p:txBody>
          <a:bodyPr>
            <a:spAutoFit/>
          </a:bodyPr>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③ </a:t>
            </a:r>
            <a:r>
              <a:rPr lang="zh-CN" altLang="en-US" sz="1800" b="1" dirty="0">
                <a:solidFill>
                  <a:schemeClr val="tx1"/>
                </a:solidFill>
                <a:latin typeface="华文新魏" panose="02010800040101010101" pitchFamily="2" charset="-122"/>
                <a:ea typeface="华文新魏" panose="02010800040101010101" pitchFamily="2" charset="-122"/>
              </a:rPr>
              <a:t>如果 </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都无效，而</a:t>
            </a:r>
            <a:r>
              <a:rPr lang="zh-CN" altLang="en-US" sz="1800" b="1" dirty="0">
                <a:solidFill>
                  <a:srgbClr val="0000FF"/>
                </a:solidFill>
                <a:latin typeface="华文新魏" panose="02010800040101010101" pitchFamily="2" charset="-122"/>
                <a:ea typeface="华文新魏" panose="02010800040101010101" pitchFamily="2" charset="-122"/>
              </a:rPr>
              <a:t>使能输入端</a:t>
            </a:r>
            <a:r>
              <a:rPr lang="en-US" altLang="zh-CN" sz="1800" b="1">
                <a:solidFill>
                  <a:srgbClr val="0000FF"/>
                </a:solidFill>
                <a:latin typeface="华文新魏" panose="02010800040101010101" pitchFamily="2" charset="-122"/>
                <a:ea typeface="华文新魏" panose="02010800040101010101" pitchFamily="2" charset="-122"/>
              </a:rPr>
              <a:t>ENP</a:t>
            </a: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都有效，</a:t>
            </a:r>
            <a:endParaRPr lang="en-US" altLang="zh-CN" sz="1800" b="1">
              <a:solidFill>
                <a:srgbClr val="0000FF"/>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74LS163</a:t>
            </a:r>
            <a:r>
              <a:rPr lang="zh-CN" altLang="en-US" sz="1800" b="1" dirty="0">
                <a:solidFill>
                  <a:schemeClr val="tx1"/>
                </a:solidFill>
                <a:latin typeface="华文新魏" panose="02010800040101010101" pitchFamily="2" charset="-122"/>
                <a:ea typeface="华文新魏" panose="02010800040101010101" pitchFamily="2" charset="-122"/>
              </a:rPr>
              <a:t>进行加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信号是最高位的进位：当</a:t>
            </a:r>
            <a:r>
              <a:rPr lang="zh-CN" altLang="en-US" sz="1800" b="1" dirty="0">
                <a:solidFill>
                  <a:srgbClr val="0000FF"/>
                </a:solidFill>
                <a:latin typeface="华文新魏" panose="02010800040101010101" pitchFamily="2" charset="-122"/>
                <a:ea typeface="华文新魏" panose="02010800040101010101" pitchFamily="2" charset="-122"/>
              </a:rPr>
              <a:t>计数位都是</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且使能</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有效，则</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这一信号用于多个</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rgbClr val="0000FF"/>
                </a:solidFill>
                <a:latin typeface="华文新魏" panose="02010800040101010101" pitchFamily="2" charset="-122"/>
                <a:ea typeface="华文新魏" panose="02010800040101010101" pitchFamily="2" charset="-122"/>
              </a:rPr>
              <a:t>级联</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rgbClr val="FF0000"/>
                </a:solidFill>
                <a:latin typeface="华文新魏" panose="02010800040101010101" pitchFamily="2" charset="-122"/>
                <a:ea typeface="华文新魏" panose="02010800040101010101" pitchFamily="2" charset="-122"/>
              </a:rPr>
              <a:t>同步清零端</a:t>
            </a:r>
            <a:r>
              <a:rPr lang="zh-CN" altLang="en-US" sz="1800" b="1" dirty="0">
                <a:solidFill>
                  <a:schemeClr val="tx1"/>
                </a:solidFill>
                <a:latin typeface="华文新魏" panose="02010800040101010101" pitchFamily="2" charset="-122"/>
                <a:ea typeface="华文新魏" panose="02010800040101010101" pitchFamily="2" charset="-122"/>
              </a:rPr>
              <a:t>，它仅在时钟脉冲作用下，才能使各触发器清零。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6167" name="矩形 176166"/>
          <p:cNvSpPr/>
          <p:nvPr/>
        </p:nvSpPr>
        <p:spPr>
          <a:xfrm>
            <a:off x="7831138" y="2576513"/>
            <a:ext cx="501650" cy="3048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endParaRPr lang="en-US" altLang="zh-CN" sz="1400" b="1" baseline="-2500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6167"/>
                                        </p:tgtEl>
                                        <p:attrNameLst>
                                          <p:attrName>style.visibility</p:attrName>
                                        </p:attrNameLst>
                                      </p:cBhvr>
                                      <p:to>
                                        <p:strVal val="visible"/>
                                      </p:to>
                                    </p:set>
                                    <p:anim calcmode="lin" valueType="num">
                                      <p:cBhvr additive="base">
                                        <p:cTn id="7" dur="500" fill="hold"/>
                                        <p:tgtEl>
                                          <p:spTgt spid="176167"/>
                                        </p:tgtEl>
                                        <p:attrNameLst>
                                          <p:attrName>ppt_x</p:attrName>
                                        </p:attrNameLst>
                                      </p:cBhvr>
                                      <p:tavLst>
                                        <p:tav tm="0">
                                          <p:val>
                                            <p:strVal val="#ppt_x"/>
                                          </p:val>
                                        </p:tav>
                                        <p:tav tm="100000">
                                          <p:val>
                                            <p:strVal val="#ppt_x"/>
                                          </p:val>
                                        </p:tav>
                                      </p:tavLst>
                                    </p:anim>
                                    <p:anim calcmode="lin" valueType="num">
                                      <p:cBhvr additive="base">
                                        <p:cTn id="8" dur="500" fill="hold"/>
                                        <p:tgtEl>
                                          <p:spTgt spid="1761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1"/>
                                        </p:tgtEl>
                                        <p:attrNameLst>
                                          <p:attrName>style.visibility</p:attrName>
                                        </p:attrNameLst>
                                      </p:cBhvr>
                                      <p:to>
                                        <p:strVal val="visible"/>
                                      </p:to>
                                    </p:set>
                                    <p:anim calcmode="lin" valueType="num">
                                      <p:cBhvr additive="base">
                                        <p:cTn id="11" dur="500" fill="hold"/>
                                        <p:tgtEl>
                                          <p:spTgt spid="176131"/>
                                        </p:tgtEl>
                                        <p:attrNameLst>
                                          <p:attrName>ppt_x</p:attrName>
                                        </p:attrNameLst>
                                      </p:cBhvr>
                                      <p:tavLst>
                                        <p:tav tm="0">
                                          <p:val>
                                            <p:strVal val="#ppt_x"/>
                                          </p:val>
                                        </p:tav>
                                        <p:tav tm="100000">
                                          <p:val>
                                            <p:strVal val="#ppt_x"/>
                                          </p:val>
                                        </p:tav>
                                      </p:tavLst>
                                    </p:anim>
                                    <p:anim calcmode="lin" valueType="num">
                                      <p:cBhvr additive="base">
                                        <p:cTn id="12" dur="500" fill="hold"/>
                                        <p:tgtEl>
                                          <p:spTgt spid="17613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 calcmode="lin" valueType="num">
                                      <p:cBhvr additive="base">
                                        <p:cTn id="17" dur="500" fill="hold"/>
                                        <p:tgtEl>
                                          <p:spTgt spid="176132"/>
                                        </p:tgtEl>
                                        <p:attrNameLst>
                                          <p:attrName>ppt_x</p:attrName>
                                        </p:attrNameLst>
                                      </p:cBhvr>
                                      <p:tavLst>
                                        <p:tav tm="0">
                                          <p:val>
                                            <p:strVal val="#ppt_x"/>
                                          </p:val>
                                        </p:tav>
                                        <p:tav tm="100000">
                                          <p:val>
                                            <p:strVal val="#ppt_x"/>
                                          </p:val>
                                        </p:tav>
                                      </p:tavLst>
                                    </p:anim>
                                    <p:anim calcmode="lin" valueType="num">
                                      <p:cBhvr additive="base">
                                        <p:cTn id="18" dur="500" fill="hold"/>
                                        <p:tgtEl>
                                          <p:spTgt spid="17613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6134"/>
                                        </p:tgtEl>
                                        <p:attrNameLst>
                                          <p:attrName>style.visibility</p:attrName>
                                        </p:attrNameLst>
                                      </p:cBhvr>
                                      <p:to>
                                        <p:strVal val="visible"/>
                                      </p:to>
                                    </p:set>
                                    <p:anim calcmode="lin" valueType="num">
                                      <p:cBhvr additive="base">
                                        <p:cTn id="23" dur="500" fill="hold"/>
                                        <p:tgtEl>
                                          <p:spTgt spid="176134"/>
                                        </p:tgtEl>
                                        <p:attrNameLst>
                                          <p:attrName>ppt_x</p:attrName>
                                        </p:attrNameLst>
                                      </p:cBhvr>
                                      <p:tavLst>
                                        <p:tav tm="0">
                                          <p:val>
                                            <p:strVal val="#ppt_x"/>
                                          </p:val>
                                        </p:tav>
                                        <p:tav tm="100000">
                                          <p:val>
                                            <p:strVal val="#ppt_x"/>
                                          </p:val>
                                        </p:tav>
                                      </p:tavLst>
                                    </p:anim>
                                    <p:anim calcmode="lin" valueType="num">
                                      <p:cBhvr additive="base">
                                        <p:cTn id="24" dur="500" fill="hold"/>
                                        <p:tgtEl>
                                          <p:spTgt spid="176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P spid="176134" grpId="0"/>
      <p:bldP spid="176167" grpId="0"/>
      <p:bldP spid="176167" grpId="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p:grpSp>
        <p:nvGrpSpPr>
          <p:cNvPr id="177154" name="Group 276"/>
          <p:cNvGrpSpPr/>
          <p:nvPr/>
        </p:nvGrpSpPr>
        <p:grpSpPr>
          <a:xfrm>
            <a:off x="179388" y="0"/>
            <a:ext cx="6624637" cy="5019675"/>
            <a:chOff x="0" y="0"/>
            <a:chExt cx="5375" cy="4224"/>
          </a:xfrm>
        </p:grpSpPr>
        <p:sp>
          <p:nvSpPr>
            <p:cNvPr id="177156" name="Line 6"/>
            <p:cNvSpPr>
              <a:spLocks noChangeShapeType="1"/>
            </p:cNvSpPr>
            <p:nvPr/>
          </p:nvSpPr>
          <p:spPr bwMode="auto">
            <a:xfrm>
              <a:off x="1537" y="4001"/>
              <a:ext cx="156"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7" name="Line 7"/>
            <p:cNvSpPr>
              <a:spLocks noChangeShapeType="1"/>
            </p:cNvSpPr>
            <p:nvPr/>
          </p:nvSpPr>
          <p:spPr bwMode="auto">
            <a:xfrm>
              <a:off x="2127" y="530"/>
              <a:ext cx="24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8" name="Line 8"/>
            <p:cNvSpPr>
              <a:spLocks noChangeShapeType="1"/>
            </p:cNvSpPr>
            <p:nvPr/>
          </p:nvSpPr>
          <p:spPr bwMode="auto">
            <a:xfrm>
              <a:off x="2263" y="3947"/>
              <a:ext cx="17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9" name="Line 9"/>
            <p:cNvSpPr>
              <a:spLocks noChangeShapeType="1"/>
            </p:cNvSpPr>
            <p:nvPr/>
          </p:nvSpPr>
          <p:spPr bwMode="auto">
            <a:xfrm>
              <a:off x="1705" y="1783"/>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0" name="Rectangle 10"/>
            <p:cNvSpPr>
              <a:spLocks noChangeArrowheads="1"/>
            </p:cNvSpPr>
            <p:nvPr/>
          </p:nvSpPr>
          <p:spPr bwMode="auto">
            <a:xfrm>
              <a:off x="4245" y="749"/>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1" name="Text Box 11"/>
            <p:cNvSpPr txBox="1">
              <a:spLocks noChangeArrowheads="1"/>
            </p:cNvSpPr>
            <p:nvPr/>
          </p:nvSpPr>
          <p:spPr bwMode="auto">
            <a:xfrm>
              <a:off x="4471" y="737"/>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2" name="Text Box 12"/>
            <p:cNvSpPr txBox="1">
              <a:spLocks noChangeArrowheads="1"/>
            </p:cNvSpPr>
            <p:nvPr/>
          </p:nvSpPr>
          <p:spPr bwMode="auto">
            <a:xfrm>
              <a:off x="4464" y="973"/>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3" name="Text Box 13"/>
            <p:cNvSpPr txBox="1">
              <a:spLocks noChangeArrowheads="1"/>
            </p:cNvSpPr>
            <p:nvPr/>
          </p:nvSpPr>
          <p:spPr bwMode="auto">
            <a:xfrm>
              <a:off x="4213" y="749"/>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275" name="Text Box 14"/>
            <p:cNvSpPr txBox="1">
              <a:spLocks noChangeArrowheads="1"/>
            </p:cNvSpPr>
            <p:nvPr/>
          </p:nvSpPr>
          <p:spPr bwMode="auto">
            <a:xfrm>
              <a:off x="4161" y="958"/>
              <a:ext cx="50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65" name="Oval 15"/>
            <p:cNvSpPr>
              <a:spLocks noChangeArrowheads="1"/>
            </p:cNvSpPr>
            <p:nvPr/>
          </p:nvSpPr>
          <p:spPr bwMode="auto">
            <a:xfrm>
              <a:off x="4641"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6" name="Oval 16"/>
            <p:cNvSpPr>
              <a:spLocks noChangeArrowheads="1"/>
            </p:cNvSpPr>
            <p:nvPr/>
          </p:nvSpPr>
          <p:spPr bwMode="auto">
            <a:xfrm>
              <a:off x="4194"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7" name="Line 17"/>
            <p:cNvSpPr>
              <a:spLocks noChangeShapeType="1"/>
            </p:cNvSpPr>
            <p:nvPr/>
          </p:nvSpPr>
          <p:spPr bwMode="auto">
            <a:xfrm>
              <a:off x="4688" y="106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8" name="Line 18"/>
            <p:cNvSpPr>
              <a:spLocks noChangeShapeType="1"/>
            </p:cNvSpPr>
            <p:nvPr/>
          </p:nvSpPr>
          <p:spPr bwMode="auto">
            <a:xfrm>
              <a:off x="4631" y="843"/>
              <a:ext cx="28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9" name="Line 19"/>
            <p:cNvSpPr>
              <a:spLocks noChangeShapeType="1"/>
            </p:cNvSpPr>
            <p:nvPr/>
          </p:nvSpPr>
          <p:spPr bwMode="auto">
            <a:xfrm>
              <a:off x="3968" y="843"/>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0" name="Line 20"/>
            <p:cNvSpPr>
              <a:spLocks noChangeShapeType="1"/>
            </p:cNvSpPr>
            <p:nvPr/>
          </p:nvSpPr>
          <p:spPr bwMode="auto">
            <a:xfrm>
              <a:off x="4059" y="106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1" name="Line 21"/>
            <p:cNvSpPr>
              <a:spLocks noChangeShapeType="1"/>
            </p:cNvSpPr>
            <p:nvPr/>
          </p:nvSpPr>
          <p:spPr bwMode="auto">
            <a:xfrm>
              <a:off x="4822" y="1066"/>
              <a:ext cx="0" cy="232"/>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2" name="Oval 22"/>
            <p:cNvSpPr>
              <a:spLocks noChangeArrowheads="1"/>
            </p:cNvSpPr>
            <p:nvPr/>
          </p:nvSpPr>
          <p:spPr bwMode="auto">
            <a:xfrm>
              <a:off x="4043" y="1051"/>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3" name="AutoShape 23"/>
            <p:cNvSpPr>
              <a:spLocks noChangeArrowheads="1"/>
            </p:cNvSpPr>
            <p:nvPr/>
          </p:nvSpPr>
          <p:spPr bwMode="auto">
            <a:xfrm>
              <a:off x="3672" y="744"/>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4" name="AutoShape 24"/>
            <p:cNvSpPr>
              <a:spLocks noChangeArrowheads="1"/>
            </p:cNvSpPr>
            <p:nvPr/>
          </p:nvSpPr>
          <p:spPr bwMode="auto">
            <a:xfrm rot="10774188">
              <a:off x="3619" y="725"/>
              <a:ext cx="89" cy="247"/>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5" name="Line 25"/>
            <p:cNvSpPr>
              <a:spLocks noChangeShapeType="1"/>
            </p:cNvSpPr>
            <p:nvPr/>
          </p:nvSpPr>
          <p:spPr bwMode="auto">
            <a:xfrm>
              <a:off x="3595" y="78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6" name="Line 26"/>
            <p:cNvSpPr>
              <a:spLocks noChangeShapeType="1"/>
            </p:cNvSpPr>
            <p:nvPr/>
          </p:nvSpPr>
          <p:spPr bwMode="auto">
            <a:xfrm>
              <a:off x="3596" y="89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7" name="AutoShape 27"/>
            <p:cNvSpPr>
              <a:spLocks noChangeArrowheads="1"/>
            </p:cNvSpPr>
            <p:nvPr/>
          </p:nvSpPr>
          <p:spPr bwMode="auto">
            <a:xfrm>
              <a:off x="3225" y="635"/>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8" name="Line 28"/>
            <p:cNvSpPr>
              <a:spLocks noChangeShapeType="1"/>
            </p:cNvSpPr>
            <p:nvPr/>
          </p:nvSpPr>
          <p:spPr bwMode="auto">
            <a:xfrm>
              <a:off x="3484" y="964"/>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9" name="AutoShape 29"/>
            <p:cNvSpPr>
              <a:spLocks noChangeArrowheads="1"/>
            </p:cNvSpPr>
            <p:nvPr/>
          </p:nvSpPr>
          <p:spPr bwMode="auto">
            <a:xfrm>
              <a:off x="3225" y="868"/>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0" name="Line 30"/>
            <p:cNvSpPr>
              <a:spLocks noChangeShapeType="1"/>
            </p:cNvSpPr>
            <p:nvPr/>
          </p:nvSpPr>
          <p:spPr bwMode="auto">
            <a:xfrm>
              <a:off x="3500" y="72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1" name="Line 31"/>
            <p:cNvSpPr>
              <a:spLocks noChangeShapeType="1"/>
            </p:cNvSpPr>
            <p:nvPr/>
          </p:nvSpPr>
          <p:spPr bwMode="auto">
            <a:xfrm>
              <a:off x="3596" y="72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2" name="Line 32"/>
            <p:cNvSpPr>
              <a:spLocks noChangeShapeType="1"/>
            </p:cNvSpPr>
            <p:nvPr/>
          </p:nvSpPr>
          <p:spPr bwMode="auto">
            <a:xfrm>
              <a:off x="3596" y="90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3" name="Rectangle 33"/>
            <p:cNvSpPr>
              <a:spLocks noChangeArrowheads="1"/>
            </p:cNvSpPr>
            <p:nvPr/>
          </p:nvSpPr>
          <p:spPr bwMode="auto">
            <a:xfrm>
              <a:off x="4236" y="152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4" name="Text Box 34"/>
            <p:cNvSpPr txBox="1">
              <a:spLocks noChangeArrowheads="1"/>
            </p:cNvSpPr>
            <p:nvPr/>
          </p:nvSpPr>
          <p:spPr bwMode="auto">
            <a:xfrm>
              <a:off x="4462" y="1510"/>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5" name="Text Box 35"/>
            <p:cNvSpPr txBox="1">
              <a:spLocks noChangeArrowheads="1"/>
            </p:cNvSpPr>
            <p:nvPr/>
          </p:nvSpPr>
          <p:spPr bwMode="auto">
            <a:xfrm>
              <a:off x="4455" y="1743"/>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6" name="Text Box 36"/>
            <p:cNvSpPr txBox="1">
              <a:spLocks noChangeArrowheads="1"/>
            </p:cNvSpPr>
            <p:nvPr/>
          </p:nvSpPr>
          <p:spPr bwMode="auto">
            <a:xfrm>
              <a:off x="4204" y="152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298" name="Text Box 37"/>
            <p:cNvSpPr txBox="1">
              <a:spLocks noChangeArrowheads="1"/>
            </p:cNvSpPr>
            <p:nvPr/>
          </p:nvSpPr>
          <p:spPr bwMode="auto">
            <a:xfrm>
              <a:off x="4141" y="1737"/>
              <a:ext cx="50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188" name="Oval 38"/>
            <p:cNvSpPr>
              <a:spLocks noChangeArrowheads="1"/>
            </p:cNvSpPr>
            <p:nvPr/>
          </p:nvSpPr>
          <p:spPr bwMode="auto">
            <a:xfrm>
              <a:off x="4632"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9" name="Oval 39"/>
            <p:cNvSpPr>
              <a:spLocks noChangeArrowheads="1"/>
            </p:cNvSpPr>
            <p:nvPr/>
          </p:nvSpPr>
          <p:spPr bwMode="auto">
            <a:xfrm>
              <a:off x="4185"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0" name="Line 40"/>
            <p:cNvSpPr>
              <a:spLocks noChangeShapeType="1"/>
            </p:cNvSpPr>
            <p:nvPr/>
          </p:nvSpPr>
          <p:spPr bwMode="auto">
            <a:xfrm>
              <a:off x="4679" y="1835"/>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1" name="Line 41"/>
            <p:cNvSpPr>
              <a:spLocks noChangeShapeType="1"/>
            </p:cNvSpPr>
            <p:nvPr/>
          </p:nvSpPr>
          <p:spPr bwMode="auto">
            <a:xfrm>
              <a:off x="4621" y="161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2" name="Line 42"/>
            <p:cNvSpPr>
              <a:spLocks noChangeShapeType="1"/>
            </p:cNvSpPr>
            <p:nvPr/>
          </p:nvSpPr>
          <p:spPr bwMode="auto">
            <a:xfrm>
              <a:off x="3959" y="161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3" name="Line 43"/>
            <p:cNvSpPr>
              <a:spLocks noChangeShapeType="1"/>
            </p:cNvSpPr>
            <p:nvPr/>
          </p:nvSpPr>
          <p:spPr bwMode="auto">
            <a:xfrm>
              <a:off x="4050" y="1835"/>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4" name="Line 44"/>
            <p:cNvSpPr>
              <a:spLocks noChangeShapeType="1"/>
            </p:cNvSpPr>
            <p:nvPr/>
          </p:nvSpPr>
          <p:spPr bwMode="auto">
            <a:xfrm>
              <a:off x="4813" y="1835"/>
              <a:ext cx="0" cy="234"/>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5" name="Oval 45"/>
            <p:cNvSpPr>
              <a:spLocks noChangeArrowheads="1"/>
            </p:cNvSpPr>
            <p:nvPr/>
          </p:nvSpPr>
          <p:spPr bwMode="auto">
            <a:xfrm>
              <a:off x="4034" y="1811"/>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6" name="AutoShape 46"/>
            <p:cNvSpPr>
              <a:spLocks noChangeArrowheads="1"/>
            </p:cNvSpPr>
            <p:nvPr/>
          </p:nvSpPr>
          <p:spPr bwMode="auto">
            <a:xfrm>
              <a:off x="3663" y="1515"/>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7" name="AutoShape 47"/>
            <p:cNvSpPr>
              <a:spLocks noChangeArrowheads="1"/>
            </p:cNvSpPr>
            <p:nvPr/>
          </p:nvSpPr>
          <p:spPr bwMode="auto">
            <a:xfrm rot="10774188">
              <a:off x="3610" y="1495"/>
              <a:ext cx="89" cy="248"/>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8" name="Line 48"/>
            <p:cNvSpPr>
              <a:spLocks noChangeShapeType="1"/>
            </p:cNvSpPr>
            <p:nvPr/>
          </p:nvSpPr>
          <p:spPr bwMode="auto">
            <a:xfrm>
              <a:off x="3586" y="155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9" name="Line 49"/>
            <p:cNvSpPr>
              <a:spLocks noChangeShapeType="1"/>
            </p:cNvSpPr>
            <p:nvPr/>
          </p:nvSpPr>
          <p:spPr bwMode="auto">
            <a:xfrm>
              <a:off x="3587" y="1670"/>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0" name="AutoShape 50"/>
            <p:cNvSpPr>
              <a:spLocks noChangeArrowheads="1"/>
            </p:cNvSpPr>
            <p:nvPr/>
          </p:nvSpPr>
          <p:spPr bwMode="auto">
            <a:xfrm>
              <a:off x="3216" y="1404"/>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1" name="Line 51"/>
            <p:cNvSpPr>
              <a:spLocks noChangeShapeType="1"/>
            </p:cNvSpPr>
            <p:nvPr/>
          </p:nvSpPr>
          <p:spPr bwMode="auto">
            <a:xfrm>
              <a:off x="3475" y="1735"/>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2" name="AutoShape 52"/>
            <p:cNvSpPr>
              <a:spLocks noChangeArrowheads="1"/>
            </p:cNvSpPr>
            <p:nvPr/>
          </p:nvSpPr>
          <p:spPr bwMode="auto">
            <a:xfrm>
              <a:off x="3216" y="1638"/>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3" name="Line 53"/>
            <p:cNvSpPr>
              <a:spLocks noChangeShapeType="1"/>
            </p:cNvSpPr>
            <p:nvPr/>
          </p:nvSpPr>
          <p:spPr bwMode="auto">
            <a:xfrm>
              <a:off x="3491" y="149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4" name="Line 54"/>
            <p:cNvSpPr>
              <a:spLocks noChangeShapeType="1"/>
            </p:cNvSpPr>
            <p:nvPr/>
          </p:nvSpPr>
          <p:spPr bwMode="auto">
            <a:xfrm>
              <a:off x="3587" y="149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5" name="Line 55"/>
            <p:cNvSpPr>
              <a:spLocks noChangeShapeType="1"/>
            </p:cNvSpPr>
            <p:nvPr/>
          </p:nvSpPr>
          <p:spPr bwMode="auto">
            <a:xfrm>
              <a:off x="3587" y="1678"/>
              <a:ext cx="0" cy="69"/>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6" name="Rectangle 56"/>
            <p:cNvSpPr>
              <a:spLocks noChangeArrowheads="1"/>
            </p:cNvSpPr>
            <p:nvPr/>
          </p:nvSpPr>
          <p:spPr bwMode="auto">
            <a:xfrm>
              <a:off x="4236" y="227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7" name="Text Box 57"/>
            <p:cNvSpPr txBox="1">
              <a:spLocks noChangeArrowheads="1"/>
            </p:cNvSpPr>
            <p:nvPr/>
          </p:nvSpPr>
          <p:spPr bwMode="auto">
            <a:xfrm>
              <a:off x="4462" y="2258"/>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08" name="Text Box 58"/>
            <p:cNvSpPr txBox="1">
              <a:spLocks noChangeArrowheads="1"/>
            </p:cNvSpPr>
            <p:nvPr/>
          </p:nvSpPr>
          <p:spPr bwMode="auto">
            <a:xfrm>
              <a:off x="4455" y="249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09" name="Text Box 59"/>
            <p:cNvSpPr txBox="1">
              <a:spLocks noChangeArrowheads="1"/>
            </p:cNvSpPr>
            <p:nvPr/>
          </p:nvSpPr>
          <p:spPr bwMode="auto">
            <a:xfrm>
              <a:off x="4204" y="227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321" name="Text Box 60"/>
            <p:cNvSpPr txBox="1">
              <a:spLocks noChangeArrowheads="1"/>
            </p:cNvSpPr>
            <p:nvPr/>
          </p:nvSpPr>
          <p:spPr bwMode="auto">
            <a:xfrm>
              <a:off x="4146" y="2482"/>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11" name="Oval 61"/>
            <p:cNvSpPr>
              <a:spLocks noChangeArrowheads="1"/>
            </p:cNvSpPr>
            <p:nvPr/>
          </p:nvSpPr>
          <p:spPr bwMode="auto">
            <a:xfrm>
              <a:off x="4632"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2" name="Oval 62"/>
            <p:cNvSpPr>
              <a:spLocks noChangeArrowheads="1"/>
            </p:cNvSpPr>
            <p:nvPr/>
          </p:nvSpPr>
          <p:spPr bwMode="auto">
            <a:xfrm>
              <a:off x="4185"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3" name="Line 63"/>
            <p:cNvSpPr>
              <a:spLocks noChangeShapeType="1"/>
            </p:cNvSpPr>
            <p:nvPr/>
          </p:nvSpPr>
          <p:spPr bwMode="auto">
            <a:xfrm>
              <a:off x="4679" y="258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4" name="Line 64"/>
            <p:cNvSpPr>
              <a:spLocks noChangeShapeType="1"/>
            </p:cNvSpPr>
            <p:nvPr/>
          </p:nvSpPr>
          <p:spPr bwMode="auto">
            <a:xfrm>
              <a:off x="4621" y="236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5" name="Line 65"/>
            <p:cNvSpPr>
              <a:spLocks noChangeShapeType="1"/>
            </p:cNvSpPr>
            <p:nvPr/>
          </p:nvSpPr>
          <p:spPr bwMode="auto">
            <a:xfrm>
              <a:off x="3959" y="236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6" name="Line 66"/>
            <p:cNvSpPr>
              <a:spLocks noChangeShapeType="1"/>
            </p:cNvSpPr>
            <p:nvPr/>
          </p:nvSpPr>
          <p:spPr bwMode="auto">
            <a:xfrm>
              <a:off x="4050" y="258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7" name="Line 67"/>
            <p:cNvSpPr>
              <a:spLocks noChangeShapeType="1"/>
            </p:cNvSpPr>
            <p:nvPr/>
          </p:nvSpPr>
          <p:spPr bwMode="auto">
            <a:xfrm>
              <a:off x="4813" y="2586"/>
              <a:ext cx="0" cy="231"/>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8" name="Oval 68"/>
            <p:cNvSpPr>
              <a:spLocks noChangeArrowheads="1"/>
            </p:cNvSpPr>
            <p:nvPr/>
          </p:nvSpPr>
          <p:spPr bwMode="auto">
            <a:xfrm>
              <a:off x="4034" y="2572"/>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9" name="AutoShape 69"/>
            <p:cNvSpPr>
              <a:spLocks noChangeArrowheads="1"/>
            </p:cNvSpPr>
            <p:nvPr/>
          </p:nvSpPr>
          <p:spPr bwMode="auto">
            <a:xfrm>
              <a:off x="3663" y="2264"/>
              <a:ext cx="287" cy="20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0" name="AutoShape 70"/>
            <p:cNvSpPr>
              <a:spLocks noChangeArrowheads="1"/>
            </p:cNvSpPr>
            <p:nvPr/>
          </p:nvSpPr>
          <p:spPr bwMode="auto">
            <a:xfrm rot="10774188">
              <a:off x="3610" y="2244"/>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1" name="Line 71"/>
            <p:cNvSpPr>
              <a:spLocks noChangeShapeType="1"/>
            </p:cNvSpPr>
            <p:nvPr/>
          </p:nvSpPr>
          <p:spPr bwMode="auto">
            <a:xfrm>
              <a:off x="3586" y="230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2" name="Line 72"/>
            <p:cNvSpPr>
              <a:spLocks noChangeShapeType="1"/>
            </p:cNvSpPr>
            <p:nvPr/>
          </p:nvSpPr>
          <p:spPr bwMode="auto">
            <a:xfrm>
              <a:off x="3587" y="241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3" name="AutoShape 73"/>
            <p:cNvSpPr>
              <a:spLocks noChangeArrowheads="1"/>
            </p:cNvSpPr>
            <p:nvPr/>
          </p:nvSpPr>
          <p:spPr bwMode="auto">
            <a:xfrm>
              <a:off x="3216" y="2153"/>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4" name="Line 74"/>
            <p:cNvSpPr>
              <a:spLocks noChangeShapeType="1"/>
            </p:cNvSpPr>
            <p:nvPr/>
          </p:nvSpPr>
          <p:spPr bwMode="auto">
            <a:xfrm>
              <a:off x="3475" y="248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5" name="AutoShape 75"/>
            <p:cNvSpPr>
              <a:spLocks noChangeArrowheads="1"/>
            </p:cNvSpPr>
            <p:nvPr/>
          </p:nvSpPr>
          <p:spPr bwMode="auto">
            <a:xfrm>
              <a:off x="3216" y="2389"/>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6" name="Line 76"/>
            <p:cNvSpPr>
              <a:spLocks noChangeShapeType="1"/>
            </p:cNvSpPr>
            <p:nvPr/>
          </p:nvSpPr>
          <p:spPr bwMode="auto">
            <a:xfrm>
              <a:off x="3491" y="2247"/>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7" name="Line 77"/>
            <p:cNvSpPr>
              <a:spLocks noChangeShapeType="1"/>
            </p:cNvSpPr>
            <p:nvPr/>
          </p:nvSpPr>
          <p:spPr bwMode="auto">
            <a:xfrm>
              <a:off x="3587" y="224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8" name="Line 78"/>
            <p:cNvSpPr>
              <a:spLocks noChangeShapeType="1"/>
            </p:cNvSpPr>
            <p:nvPr/>
          </p:nvSpPr>
          <p:spPr bwMode="auto">
            <a:xfrm>
              <a:off x="3587" y="2429"/>
              <a:ext cx="0" cy="6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9" name="Rectangle 79"/>
            <p:cNvSpPr>
              <a:spLocks noChangeArrowheads="1"/>
            </p:cNvSpPr>
            <p:nvPr/>
          </p:nvSpPr>
          <p:spPr bwMode="auto">
            <a:xfrm>
              <a:off x="4236" y="3018"/>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0" name="Text Box 80"/>
            <p:cNvSpPr txBox="1">
              <a:spLocks noChangeArrowheads="1"/>
            </p:cNvSpPr>
            <p:nvPr/>
          </p:nvSpPr>
          <p:spPr bwMode="auto">
            <a:xfrm>
              <a:off x="4462" y="3007"/>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1" name="Text Box 81"/>
            <p:cNvSpPr txBox="1">
              <a:spLocks noChangeArrowheads="1"/>
            </p:cNvSpPr>
            <p:nvPr/>
          </p:nvSpPr>
          <p:spPr bwMode="auto">
            <a:xfrm>
              <a:off x="4455" y="324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2" name="Text Box 82"/>
            <p:cNvSpPr txBox="1">
              <a:spLocks noChangeArrowheads="1"/>
            </p:cNvSpPr>
            <p:nvPr/>
          </p:nvSpPr>
          <p:spPr bwMode="auto">
            <a:xfrm>
              <a:off x="4204" y="3018"/>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344" name="Text Box 83"/>
            <p:cNvSpPr txBox="1">
              <a:spLocks noChangeArrowheads="1"/>
            </p:cNvSpPr>
            <p:nvPr/>
          </p:nvSpPr>
          <p:spPr bwMode="auto">
            <a:xfrm>
              <a:off x="4146" y="3231"/>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endPar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77234" name="Oval 84"/>
            <p:cNvSpPr>
              <a:spLocks noChangeArrowheads="1"/>
            </p:cNvSpPr>
            <p:nvPr/>
          </p:nvSpPr>
          <p:spPr bwMode="auto">
            <a:xfrm>
              <a:off x="4632"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5" name="Oval 85"/>
            <p:cNvSpPr>
              <a:spLocks noChangeArrowheads="1"/>
            </p:cNvSpPr>
            <p:nvPr/>
          </p:nvSpPr>
          <p:spPr bwMode="auto">
            <a:xfrm>
              <a:off x="4185"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6" name="Line 86"/>
            <p:cNvSpPr>
              <a:spLocks noChangeShapeType="1"/>
            </p:cNvSpPr>
            <p:nvPr/>
          </p:nvSpPr>
          <p:spPr bwMode="auto">
            <a:xfrm>
              <a:off x="4679" y="333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7" name="Line 87"/>
            <p:cNvSpPr>
              <a:spLocks noChangeShapeType="1"/>
            </p:cNvSpPr>
            <p:nvPr/>
          </p:nvSpPr>
          <p:spPr bwMode="auto">
            <a:xfrm>
              <a:off x="4621" y="3111"/>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8" name="Line 88"/>
            <p:cNvSpPr>
              <a:spLocks noChangeShapeType="1"/>
            </p:cNvSpPr>
            <p:nvPr/>
          </p:nvSpPr>
          <p:spPr bwMode="auto">
            <a:xfrm>
              <a:off x="3959" y="3111"/>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9" name="Line 89"/>
            <p:cNvSpPr>
              <a:spLocks noChangeShapeType="1"/>
            </p:cNvSpPr>
            <p:nvPr/>
          </p:nvSpPr>
          <p:spPr bwMode="auto">
            <a:xfrm>
              <a:off x="4050" y="333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0" name="Line 90"/>
            <p:cNvSpPr>
              <a:spLocks noChangeShapeType="1"/>
            </p:cNvSpPr>
            <p:nvPr/>
          </p:nvSpPr>
          <p:spPr bwMode="auto">
            <a:xfrm>
              <a:off x="4824" y="3336"/>
              <a:ext cx="0" cy="1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1" name="Oval 91"/>
            <p:cNvSpPr>
              <a:spLocks noChangeArrowheads="1"/>
            </p:cNvSpPr>
            <p:nvPr/>
          </p:nvSpPr>
          <p:spPr bwMode="auto">
            <a:xfrm>
              <a:off x="4034" y="3320"/>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2" name="AutoShape 92"/>
            <p:cNvSpPr>
              <a:spLocks noChangeArrowheads="1"/>
            </p:cNvSpPr>
            <p:nvPr/>
          </p:nvSpPr>
          <p:spPr bwMode="auto">
            <a:xfrm>
              <a:off x="3663" y="3012"/>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3" name="AutoShape 93"/>
            <p:cNvSpPr>
              <a:spLocks noChangeArrowheads="1"/>
            </p:cNvSpPr>
            <p:nvPr/>
          </p:nvSpPr>
          <p:spPr bwMode="auto">
            <a:xfrm rot="10774188">
              <a:off x="3610" y="2992"/>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4" name="Line 94"/>
            <p:cNvSpPr>
              <a:spLocks noChangeShapeType="1"/>
            </p:cNvSpPr>
            <p:nvPr/>
          </p:nvSpPr>
          <p:spPr bwMode="auto">
            <a:xfrm>
              <a:off x="3586" y="305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5" name="Line 95"/>
            <p:cNvSpPr>
              <a:spLocks noChangeShapeType="1"/>
            </p:cNvSpPr>
            <p:nvPr/>
          </p:nvSpPr>
          <p:spPr bwMode="auto">
            <a:xfrm>
              <a:off x="3587" y="316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6" name="AutoShape 96"/>
            <p:cNvSpPr>
              <a:spLocks noChangeArrowheads="1"/>
            </p:cNvSpPr>
            <p:nvPr/>
          </p:nvSpPr>
          <p:spPr bwMode="auto">
            <a:xfrm>
              <a:off x="3216" y="2901"/>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7" name="Line 97"/>
            <p:cNvSpPr>
              <a:spLocks noChangeShapeType="1"/>
            </p:cNvSpPr>
            <p:nvPr/>
          </p:nvSpPr>
          <p:spPr bwMode="auto">
            <a:xfrm>
              <a:off x="3475" y="323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8" name="AutoShape 98"/>
            <p:cNvSpPr>
              <a:spLocks noChangeArrowheads="1"/>
            </p:cNvSpPr>
            <p:nvPr/>
          </p:nvSpPr>
          <p:spPr bwMode="auto">
            <a:xfrm>
              <a:off x="3216" y="3137"/>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9" name="Line 99"/>
            <p:cNvSpPr>
              <a:spLocks noChangeShapeType="1"/>
            </p:cNvSpPr>
            <p:nvPr/>
          </p:nvSpPr>
          <p:spPr bwMode="auto">
            <a:xfrm>
              <a:off x="3491" y="2996"/>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0" name="Line 100"/>
            <p:cNvSpPr>
              <a:spLocks noChangeShapeType="1"/>
            </p:cNvSpPr>
            <p:nvPr/>
          </p:nvSpPr>
          <p:spPr bwMode="auto">
            <a:xfrm>
              <a:off x="3587" y="2996"/>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1" name="Line 101"/>
            <p:cNvSpPr>
              <a:spLocks noChangeShapeType="1"/>
            </p:cNvSpPr>
            <p:nvPr/>
          </p:nvSpPr>
          <p:spPr bwMode="auto">
            <a:xfrm>
              <a:off x="3587" y="317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2" name="Line 102"/>
            <p:cNvSpPr>
              <a:spLocks noChangeShapeType="1"/>
            </p:cNvSpPr>
            <p:nvPr/>
          </p:nvSpPr>
          <p:spPr bwMode="auto">
            <a:xfrm flipV="1">
              <a:off x="2794" y="101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3" name="AutoShape 103"/>
            <p:cNvSpPr>
              <a:spLocks noChangeArrowheads="1"/>
            </p:cNvSpPr>
            <p:nvPr/>
          </p:nvSpPr>
          <p:spPr bwMode="auto">
            <a:xfrm>
              <a:off x="2465" y="90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4" name="AutoShape 104"/>
            <p:cNvSpPr>
              <a:spLocks noChangeArrowheads="1"/>
            </p:cNvSpPr>
            <p:nvPr/>
          </p:nvSpPr>
          <p:spPr bwMode="auto">
            <a:xfrm rot="10774188">
              <a:off x="2400" y="879"/>
              <a:ext cx="118" cy="281"/>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5" name="Line 105"/>
            <p:cNvSpPr>
              <a:spLocks noChangeShapeType="1"/>
            </p:cNvSpPr>
            <p:nvPr/>
          </p:nvSpPr>
          <p:spPr bwMode="auto">
            <a:xfrm flipV="1">
              <a:off x="1711" y="967"/>
              <a:ext cx="80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6" name="Line 106"/>
            <p:cNvSpPr>
              <a:spLocks noChangeShapeType="1"/>
            </p:cNvSpPr>
            <p:nvPr/>
          </p:nvSpPr>
          <p:spPr bwMode="auto">
            <a:xfrm>
              <a:off x="2255" y="107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7" name="Freeform 107"/>
            <p:cNvSpPr>
              <a:spLocks noChangeAspect="1"/>
            </p:cNvSpPr>
            <p:nvPr/>
          </p:nvSpPr>
          <p:spPr>
            <a:xfrm>
              <a:off x="2389" y="906"/>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58" name="Oval 108"/>
            <p:cNvSpPr>
              <a:spLocks noChangeArrowheads="1"/>
            </p:cNvSpPr>
            <p:nvPr/>
          </p:nvSpPr>
          <p:spPr bwMode="auto">
            <a:xfrm>
              <a:off x="2391" y="105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9" name="Line 109"/>
            <p:cNvSpPr>
              <a:spLocks noChangeShapeType="1"/>
            </p:cNvSpPr>
            <p:nvPr/>
          </p:nvSpPr>
          <p:spPr bwMode="auto">
            <a:xfrm flipV="1">
              <a:off x="2803" y="177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0" name="AutoShape 110"/>
            <p:cNvSpPr>
              <a:spLocks noChangeArrowheads="1"/>
            </p:cNvSpPr>
            <p:nvPr/>
          </p:nvSpPr>
          <p:spPr bwMode="auto">
            <a:xfrm>
              <a:off x="2474" y="166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1" name="AutoShape 111"/>
            <p:cNvSpPr>
              <a:spLocks noChangeArrowheads="1"/>
            </p:cNvSpPr>
            <p:nvPr/>
          </p:nvSpPr>
          <p:spPr bwMode="auto">
            <a:xfrm rot="10774188">
              <a:off x="2409" y="1638"/>
              <a:ext cx="120" cy="282"/>
            </a:xfrm>
            <a:prstGeom prst="moon">
              <a:avLst>
                <a:gd name="adj" fmla="val 50000"/>
              </a:avLst>
            </a:prstGeom>
            <a:solidFill>
              <a:srgbClr val="00008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2" name="Line 112"/>
            <p:cNvSpPr>
              <a:spLocks noChangeShapeType="1"/>
            </p:cNvSpPr>
            <p:nvPr/>
          </p:nvSpPr>
          <p:spPr bwMode="auto">
            <a:xfrm>
              <a:off x="2264" y="183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3" name="Freeform 113"/>
            <p:cNvSpPr>
              <a:spLocks noChangeAspect="1"/>
            </p:cNvSpPr>
            <p:nvPr/>
          </p:nvSpPr>
          <p:spPr>
            <a:xfrm>
              <a:off x="2398" y="1666"/>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64" name="Oval 114"/>
            <p:cNvSpPr>
              <a:spLocks noChangeArrowheads="1"/>
            </p:cNvSpPr>
            <p:nvPr/>
          </p:nvSpPr>
          <p:spPr bwMode="auto">
            <a:xfrm>
              <a:off x="2400" y="181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5" name="Line 115"/>
            <p:cNvSpPr>
              <a:spLocks noChangeShapeType="1"/>
            </p:cNvSpPr>
            <p:nvPr/>
          </p:nvSpPr>
          <p:spPr bwMode="auto">
            <a:xfrm flipV="1">
              <a:off x="2803" y="2522"/>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6" name="AutoShape 116"/>
            <p:cNvSpPr>
              <a:spLocks noChangeArrowheads="1"/>
            </p:cNvSpPr>
            <p:nvPr/>
          </p:nvSpPr>
          <p:spPr bwMode="auto">
            <a:xfrm>
              <a:off x="2474" y="2411"/>
              <a:ext cx="322" cy="23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7" name="AutoShape 117"/>
            <p:cNvSpPr>
              <a:spLocks noChangeArrowheads="1"/>
            </p:cNvSpPr>
            <p:nvPr/>
          </p:nvSpPr>
          <p:spPr bwMode="auto">
            <a:xfrm rot="10774188">
              <a:off x="2409" y="2385"/>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8" name="Line 118"/>
            <p:cNvSpPr>
              <a:spLocks noChangeShapeType="1"/>
            </p:cNvSpPr>
            <p:nvPr/>
          </p:nvSpPr>
          <p:spPr bwMode="auto">
            <a:xfrm>
              <a:off x="2264" y="2576"/>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9" name="Freeform 119"/>
            <p:cNvSpPr>
              <a:spLocks noChangeAspect="1"/>
            </p:cNvSpPr>
            <p:nvPr/>
          </p:nvSpPr>
          <p:spPr>
            <a:xfrm>
              <a:off x="2398" y="2411"/>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70" name="Oval 120"/>
            <p:cNvSpPr>
              <a:spLocks noChangeArrowheads="1"/>
            </p:cNvSpPr>
            <p:nvPr/>
          </p:nvSpPr>
          <p:spPr bwMode="auto">
            <a:xfrm>
              <a:off x="2400" y="2560"/>
              <a:ext cx="49" cy="48"/>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1" name="Line 121"/>
            <p:cNvSpPr>
              <a:spLocks noChangeShapeType="1"/>
            </p:cNvSpPr>
            <p:nvPr/>
          </p:nvSpPr>
          <p:spPr bwMode="auto">
            <a:xfrm flipV="1">
              <a:off x="2803" y="3276"/>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2" name="AutoShape 122"/>
            <p:cNvSpPr>
              <a:spLocks noChangeArrowheads="1"/>
            </p:cNvSpPr>
            <p:nvPr/>
          </p:nvSpPr>
          <p:spPr bwMode="auto">
            <a:xfrm>
              <a:off x="2474" y="3165"/>
              <a:ext cx="322" cy="23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3" name="AutoShape 123"/>
            <p:cNvSpPr>
              <a:spLocks noChangeArrowheads="1"/>
            </p:cNvSpPr>
            <p:nvPr/>
          </p:nvSpPr>
          <p:spPr bwMode="auto">
            <a:xfrm rot="10774188">
              <a:off x="2409" y="3137"/>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4" name="Line 124"/>
            <p:cNvSpPr>
              <a:spLocks noChangeShapeType="1"/>
            </p:cNvSpPr>
            <p:nvPr/>
          </p:nvSpPr>
          <p:spPr bwMode="auto">
            <a:xfrm>
              <a:off x="2264" y="3329"/>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5" name="Freeform 125"/>
            <p:cNvSpPr>
              <a:spLocks noChangeAspect="1"/>
            </p:cNvSpPr>
            <p:nvPr/>
          </p:nvSpPr>
          <p:spPr>
            <a:xfrm>
              <a:off x="2398" y="3164"/>
              <a:ext cx="54" cy="234"/>
            </a:xfrm>
            <a:custGeom>
              <a:avLst/>
              <a:gdLst/>
              <a:ahLst/>
              <a:cxnLst>
                <a:cxn ang="0">
                  <a:pos x="0" y="0"/>
                </a:cxn>
                <a:cxn ang="0">
                  <a:pos x="0" y="0"/>
                </a:cxn>
                <a:cxn ang="0">
                  <a:pos x="0" y="0"/>
                </a:cxn>
                <a:cxn ang="0">
                  <a:pos x="0" y="0"/>
                </a:cxn>
                <a:cxn ang="0">
                  <a:pos x="0" y="0"/>
                </a:cxn>
              </a:cxnLst>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p>
              <a:endParaRPr lang="zh-CN" altLang="en-US"/>
            </a:p>
          </p:txBody>
        </p:sp>
        <p:sp>
          <p:nvSpPr>
            <p:cNvPr id="177276" name="Oval 126"/>
            <p:cNvSpPr>
              <a:spLocks noChangeArrowheads="1"/>
            </p:cNvSpPr>
            <p:nvPr/>
          </p:nvSpPr>
          <p:spPr bwMode="auto">
            <a:xfrm>
              <a:off x="2400" y="3313"/>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7" name="Line 127"/>
            <p:cNvSpPr>
              <a:spLocks noChangeShapeType="1"/>
            </p:cNvSpPr>
            <p:nvPr/>
          </p:nvSpPr>
          <p:spPr bwMode="auto">
            <a:xfrm>
              <a:off x="2166" y="1733"/>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8" name="AutoShape 128"/>
            <p:cNvSpPr>
              <a:spLocks noChangeArrowheads="1"/>
            </p:cNvSpPr>
            <p:nvPr/>
          </p:nvSpPr>
          <p:spPr bwMode="auto">
            <a:xfrm>
              <a:off x="1878" y="1624"/>
              <a:ext cx="289"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9" name="Line 129"/>
            <p:cNvSpPr>
              <a:spLocks noChangeShapeType="1"/>
            </p:cNvSpPr>
            <p:nvPr/>
          </p:nvSpPr>
          <p:spPr bwMode="auto">
            <a:xfrm>
              <a:off x="2123" y="431"/>
              <a:ext cx="72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280" name="Group 130"/>
            <p:cNvGrpSpPr/>
            <p:nvPr/>
          </p:nvGrpSpPr>
          <p:grpSpPr>
            <a:xfrm>
              <a:off x="1883" y="2373"/>
              <a:ext cx="644" cy="213"/>
              <a:chOff x="0" y="0"/>
              <a:chExt cx="644" cy="218"/>
            </a:xfrm>
          </p:grpSpPr>
          <p:sp>
            <p:nvSpPr>
              <p:cNvPr id="177417" name="Line 131"/>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8" name="AutoShape 132"/>
              <p:cNvSpPr>
                <a:spLocks noChangeArrowheads="1"/>
              </p:cNvSpPr>
              <p:nvPr/>
            </p:nvSpPr>
            <p:spPr bwMode="auto">
              <a:xfrm>
                <a:off x="0" y="-2"/>
                <a:ext cx="289" cy="22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grpSp>
          <p:nvGrpSpPr>
            <p:cNvPr id="177281" name="Group 133"/>
            <p:cNvGrpSpPr/>
            <p:nvPr/>
          </p:nvGrpSpPr>
          <p:grpSpPr>
            <a:xfrm>
              <a:off x="1883" y="3111"/>
              <a:ext cx="644" cy="213"/>
              <a:chOff x="0" y="0"/>
              <a:chExt cx="644" cy="218"/>
            </a:xfrm>
          </p:grpSpPr>
          <p:sp>
            <p:nvSpPr>
              <p:cNvPr id="177415" name="Line 134"/>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6" name="AutoShape 135"/>
              <p:cNvSpPr>
                <a:spLocks noChangeArrowheads="1"/>
              </p:cNvSpPr>
              <p:nvPr/>
            </p:nvSpPr>
            <p:spPr bwMode="auto">
              <a:xfrm>
                <a:off x="0" y="0"/>
                <a:ext cx="289"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282" name="Line 136"/>
            <p:cNvSpPr>
              <a:spLocks noChangeShapeType="1"/>
            </p:cNvSpPr>
            <p:nvPr/>
          </p:nvSpPr>
          <p:spPr bwMode="auto">
            <a:xfrm>
              <a:off x="2710" y="297"/>
              <a:ext cx="35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3" name="Line 137"/>
            <p:cNvSpPr>
              <a:spLocks noChangeShapeType="1"/>
            </p:cNvSpPr>
            <p:nvPr/>
          </p:nvSpPr>
          <p:spPr bwMode="auto">
            <a:xfrm>
              <a:off x="480" y="773"/>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4" name="Line 138"/>
            <p:cNvSpPr>
              <a:spLocks noChangeShapeType="1"/>
            </p:cNvSpPr>
            <p:nvPr/>
          </p:nvSpPr>
          <p:spPr bwMode="auto">
            <a:xfrm>
              <a:off x="3060" y="293"/>
              <a:ext cx="0" cy="2669"/>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5" name="Line 139"/>
            <p:cNvSpPr>
              <a:spLocks noChangeShapeType="1"/>
            </p:cNvSpPr>
            <p:nvPr/>
          </p:nvSpPr>
          <p:spPr bwMode="auto">
            <a:xfrm>
              <a:off x="2722" y="588"/>
              <a:ext cx="24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6" name="AutoShape 140"/>
            <p:cNvSpPr>
              <a:spLocks noChangeArrowheads="1"/>
            </p:cNvSpPr>
            <p:nvPr/>
          </p:nvSpPr>
          <p:spPr bwMode="auto">
            <a:xfrm>
              <a:off x="2422" y="480"/>
              <a:ext cx="291"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87" name="Line 141"/>
            <p:cNvSpPr>
              <a:spLocks noChangeShapeType="1"/>
            </p:cNvSpPr>
            <p:nvPr/>
          </p:nvSpPr>
          <p:spPr bwMode="auto">
            <a:xfrm>
              <a:off x="2950" y="582"/>
              <a:ext cx="0" cy="2621"/>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8" name="Line 142"/>
            <p:cNvSpPr>
              <a:spLocks noChangeShapeType="1"/>
            </p:cNvSpPr>
            <p:nvPr/>
          </p:nvSpPr>
          <p:spPr bwMode="auto">
            <a:xfrm>
              <a:off x="480" y="3032"/>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9" name="Line 143"/>
            <p:cNvSpPr>
              <a:spLocks noChangeShapeType="1"/>
            </p:cNvSpPr>
            <p:nvPr/>
          </p:nvSpPr>
          <p:spPr bwMode="auto">
            <a:xfrm>
              <a:off x="3072" y="295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0" name="Line 144"/>
            <p:cNvSpPr>
              <a:spLocks noChangeShapeType="1"/>
            </p:cNvSpPr>
            <p:nvPr/>
          </p:nvSpPr>
          <p:spPr bwMode="auto">
            <a:xfrm>
              <a:off x="2950" y="319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1" name="Line 145"/>
            <p:cNvSpPr>
              <a:spLocks noChangeShapeType="1"/>
            </p:cNvSpPr>
            <p:nvPr/>
          </p:nvSpPr>
          <p:spPr bwMode="auto">
            <a:xfrm>
              <a:off x="3072" y="703"/>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2" name="Line 146"/>
            <p:cNvSpPr>
              <a:spLocks noChangeShapeType="1"/>
            </p:cNvSpPr>
            <p:nvPr/>
          </p:nvSpPr>
          <p:spPr bwMode="auto">
            <a:xfrm>
              <a:off x="3072" y="1451"/>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3" name="Line 147"/>
            <p:cNvSpPr>
              <a:spLocks noChangeShapeType="1"/>
            </p:cNvSpPr>
            <p:nvPr/>
          </p:nvSpPr>
          <p:spPr bwMode="auto">
            <a:xfrm>
              <a:off x="3072" y="220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4" name="Line 148"/>
            <p:cNvSpPr>
              <a:spLocks noChangeShapeType="1"/>
            </p:cNvSpPr>
            <p:nvPr/>
          </p:nvSpPr>
          <p:spPr bwMode="auto">
            <a:xfrm>
              <a:off x="2950" y="243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5" name="Line 149"/>
            <p:cNvSpPr>
              <a:spLocks noChangeShapeType="1"/>
            </p:cNvSpPr>
            <p:nvPr/>
          </p:nvSpPr>
          <p:spPr bwMode="auto">
            <a:xfrm>
              <a:off x="2950" y="1697"/>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6" name="Line 150"/>
            <p:cNvSpPr>
              <a:spLocks noChangeShapeType="1"/>
            </p:cNvSpPr>
            <p:nvPr/>
          </p:nvSpPr>
          <p:spPr bwMode="auto">
            <a:xfrm>
              <a:off x="2950" y="932"/>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7" name="Oval 151"/>
            <p:cNvSpPr>
              <a:spLocks noChangeArrowheads="1"/>
            </p:cNvSpPr>
            <p:nvPr/>
          </p:nvSpPr>
          <p:spPr bwMode="auto">
            <a:xfrm>
              <a:off x="3035" y="677"/>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8" name="Oval 152"/>
            <p:cNvSpPr>
              <a:spLocks noChangeArrowheads="1"/>
            </p:cNvSpPr>
            <p:nvPr/>
          </p:nvSpPr>
          <p:spPr bwMode="auto">
            <a:xfrm>
              <a:off x="2928" y="911"/>
              <a:ext cx="48"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9" name="Oval 153"/>
            <p:cNvSpPr>
              <a:spLocks noChangeArrowheads="1"/>
            </p:cNvSpPr>
            <p:nvPr/>
          </p:nvSpPr>
          <p:spPr bwMode="auto">
            <a:xfrm>
              <a:off x="3038" y="1425"/>
              <a:ext cx="49"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0" name="Oval 154"/>
            <p:cNvSpPr>
              <a:spLocks noChangeArrowheads="1"/>
            </p:cNvSpPr>
            <p:nvPr/>
          </p:nvSpPr>
          <p:spPr bwMode="auto">
            <a:xfrm>
              <a:off x="2928" y="1671"/>
              <a:ext cx="48" cy="45"/>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1" name="Oval 155"/>
            <p:cNvSpPr>
              <a:spLocks noChangeArrowheads="1"/>
            </p:cNvSpPr>
            <p:nvPr/>
          </p:nvSpPr>
          <p:spPr bwMode="auto">
            <a:xfrm>
              <a:off x="3035" y="2185"/>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2" name="Oval 156"/>
            <p:cNvSpPr>
              <a:spLocks noChangeArrowheads="1"/>
            </p:cNvSpPr>
            <p:nvPr/>
          </p:nvSpPr>
          <p:spPr bwMode="auto">
            <a:xfrm>
              <a:off x="2928" y="2409"/>
              <a:ext cx="48"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3" name="Line 157"/>
            <p:cNvSpPr>
              <a:spLocks noChangeShapeType="1"/>
            </p:cNvSpPr>
            <p:nvPr/>
          </p:nvSpPr>
          <p:spPr bwMode="auto">
            <a:xfrm>
              <a:off x="480" y="153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04" name="Line 158"/>
            <p:cNvSpPr>
              <a:spLocks noChangeShapeType="1"/>
            </p:cNvSpPr>
            <p:nvPr/>
          </p:nvSpPr>
          <p:spPr bwMode="auto">
            <a:xfrm>
              <a:off x="480" y="229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05" name="Group 159"/>
            <p:cNvGrpSpPr/>
            <p:nvPr/>
          </p:nvGrpSpPr>
          <p:grpSpPr>
            <a:xfrm>
              <a:off x="2367" y="187"/>
              <a:ext cx="343" cy="213"/>
              <a:chOff x="0" y="0"/>
              <a:chExt cx="343" cy="218"/>
            </a:xfrm>
          </p:grpSpPr>
          <p:sp>
            <p:nvSpPr>
              <p:cNvPr id="177412" name="AutoShape 160"/>
              <p:cNvSpPr>
                <a:spLocks noChangeArrowheads="1"/>
              </p:cNvSpPr>
              <p:nvPr/>
            </p:nvSpPr>
            <p:spPr bwMode="auto">
              <a:xfrm>
                <a:off x="56" y="0"/>
                <a:ext cx="287"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3" name="Oval 161"/>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4" name="Oval 162"/>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06" name="Oval 163"/>
            <p:cNvSpPr>
              <a:spLocks noChangeArrowheads="1"/>
            </p:cNvSpPr>
            <p:nvPr/>
          </p:nvSpPr>
          <p:spPr bwMode="auto">
            <a:xfrm>
              <a:off x="2374" y="50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7" name="Oval 164"/>
            <p:cNvSpPr>
              <a:spLocks noChangeArrowheads="1"/>
            </p:cNvSpPr>
            <p:nvPr/>
          </p:nvSpPr>
          <p:spPr bwMode="auto">
            <a:xfrm>
              <a:off x="2374" y="61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08" name="Group 165"/>
            <p:cNvGrpSpPr/>
            <p:nvPr/>
          </p:nvGrpSpPr>
          <p:grpSpPr>
            <a:xfrm>
              <a:off x="1181" y="2337"/>
              <a:ext cx="707" cy="212"/>
              <a:chOff x="0" y="0"/>
              <a:chExt cx="707" cy="218"/>
            </a:xfrm>
          </p:grpSpPr>
          <p:grpSp>
            <p:nvGrpSpPr>
              <p:cNvPr id="177407" name="Group 166"/>
              <p:cNvGrpSpPr/>
              <p:nvPr/>
            </p:nvGrpSpPr>
            <p:grpSpPr>
              <a:xfrm>
                <a:off x="0" y="0"/>
                <a:ext cx="343" cy="218"/>
                <a:chOff x="0" y="0"/>
                <a:chExt cx="343" cy="218"/>
              </a:xfrm>
            </p:grpSpPr>
            <p:sp>
              <p:nvSpPr>
                <p:cNvPr id="177409" name="AutoShape 167"/>
                <p:cNvSpPr>
                  <a:spLocks noChangeArrowheads="1"/>
                </p:cNvSpPr>
                <p:nvPr/>
              </p:nvSpPr>
              <p:spPr bwMode="auto">
                <a:xfrm>
                  <a:off x="56" y="-2"/>
                  <a:ext cx="287" cy="21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0" name="Oval 168"/>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1" name="Oval 169"/>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408" name="Line 170"/>
              <p:cNvSpPr>
                <a:spLocks noChangeShapeType="1"/>
              </p:cNvSpPr>
              <p:nvPr/>
            </p:nvSpPr>
            <p:spPr bwMode="auto">
              <a:xfrm>
                <a:off x="352" y="107"/>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77309" name="AutoShape 171"/>
            <p:cNvSpPr>
              <a:spLocks noChangeArrowheads="1"/>
            </p:cNvSpPr>
            <p:nvPr/>
          </p:nvSpPr>
          <p:spPr bwMode="auto">
            <a:xfrm>
              <a:off x="1244" y="3090"/>
              <a:ext cx="287"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0" name="Oval 172"/>
            <p:cNvSpPr>
              <a:spLocks noChangeArrowheads="1"/>
            </p:cNvSpPr>
            <p:nvPr/>
          </p:nvSpPr>
          <p:spPr bwMode="auto">
            <a:xfrm>
              <a:off x="1189" y="309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1" name="Oval 173"/>
            <p:cNvSpPr>
              <a:spLocks noChangeArrowheads="1"/>
            </p:cNvSpPr>
            <p:nvPr/>
          </p:nvSpPr>
          <p:spPr bwMode="auto">
            <a:xfrm>
              <a:off x="1197" y="3251"/>
              <a:ext cx="4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2" name="Line 174"/>
            <p:cNvSpPr>
              <a:spLocks noChangeShapeType="1"/>
            </p:cNvSpPr>
            <p:nvPr/>
          </p:nvSpPr>
          <p:spPr bwMode="auto">
            <a:xfrm>
              <a:off x="1540" y="3194"/>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3" name="Line 175"/>
            <p:cNvSpPr>
              <a:spLocks noChangeShapeType="1"/>
            </p:cNvSpPr>
            <p:nvPr/>
          </p:nvSpPr>
          <p:spPr bwMode="auto">
            <a:xfrm>
              <a:off x="2255" y="3324"/>
              <a:ext cx="0" cy="30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4" name="Line 176"/>
            <p:cNvSpPr>
              <a:spLocks noChangeShapeType="1"/>
            </p:cNvSpPr>
            <p:nvPr/>
          </p:nvSpPr>
          <p:spPr bwMode="auto">
            <a:xfrm>
              <a:off x="2255" y="3511"/>
              <a:ext cx="256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5" name="Oval 177"/>
            <p:cNvSpPr>
              <a:spLocks noChangeArrowheads="1"/>
            </p:cNvSpPr>
            <p:nvPr/>
          </p:nvSpPr>
          <p:spPr bwMode="auto">
            <a:xfrm>
              <a:off x="2230" y="3491"/>
              <a:ext cx="49" cy="45"/>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16" name="Group 178"/>
            <p:cNvGrpSpPr/>
            <p:nvPr/>
          </p:nvGrpSpPr>
          <p:grpSpPr>
            <a:xfrm>
              <a:off x="2433" y="3594"/>
              <a:ext cx="2511" cy="396"/>
              <a:chOff x="0" y="0"/>
              <a:chExt cx="2511" cy="406"/>
            </a:xfrm>
          </p:grpSpPr>
          <p:sp>
            <p:nvSpPr>
              <p:cNvPr id="177399" name="Line 179"/>
              <p:cNvSpPr>
                <a:spLocks noChangeShapeType="1"/>
              </p:cNvSpPr>
              <p:nvPr/>
            </p:nvSpPr>
            <p:spPr bwMode="auto">
              <a:xfrm flipV="1">
                <a:off x="344" y="204"/>
                <a:ext cx="21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0" name="AutoShape 180"/>
              <p:cNvSpPr>
                <a:spLocks noChangeArrowheads="1"/>
              </p:cNvSpPr>
              <p:nvPr/>
            </p:nvSpPr>
            <p:spPr bwMode="auto">
              <a:xfrm>
                <a:off x="55" y="72"/>
                <a:ext cx="289" cy="275"/>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1" name="Line 181"/>
              <p:cNvSpPr>
                <a:spLocks noChangeShapeType="1"/>
              </p:cNvSpPr>
              <p:nvPr/>
            </p:nvSpPr>
            <p:spPr bwMode="auto">
              <a:xfrm>
                <a:off x="63" y="-2"/>
                <a:ext cx="0" cy="4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2" name="Oval 182"/>
              <p:cNvSpPr>
                <a:spLocks noChangeArrowheads="1"/>
              </p:cNvSpPr>
              <p:nvPr/>
            </p:nvSpPr>
            <p:spPr bwMode="auto">
              <a:xfrm>
                <a:off x="4" y="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3" name="Oval 183"/>
              <p:cNvSpPr>
                <a:spLocks noChangeArrowheads="1"/>
              </p:cNvSpPr>
              <p:nvPr/>
            </p:nvSpPr>
            <p:spPr bwMode="auto">
              <a:xfrm>
                <a:off x="4" y="16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4" name="Oval 184"/>
              <p:cNvSpPr>
                <a:spLocks noChangeArrowheads="1"/>
              </p:cNvSpPr>
              <p:nvPr/>
            </p:nvSpPr>
            <p:spPr bwMode="auto">
              <a:xfrm>
                <a:off x="4" y="33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5" name="Oval 185"/>
              <p:cNvSpPr>
                <a:spLocks noChangeArrowheads="1"/>
              </p:cNvSpPr>
              <p:nvPr/>
            </p:nvSpPr>
            <p:spPr bwMode="auto">
              <a:xfrm>
                <a:off x="0" y="94"/>
                <a:ext cx="48" cy="49"/>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6" name="Oval 186"/>
              <p:cNvSpPr>
                <a:spLocks noChangeArrowheads="1"/>
              </p:cNvSpPr>
              <p:nvPr/>
            </p:nvSpPr>
            <p:spPr bwMode="auto">
              <a:xfrm>
                <a:off x="4" y="25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17" name="Line 187"/>
            <p:cNvSpPr>
              <a:spLocks noChangeShapeType="1"/>
            </p:cNvSpPr>
            <p:nvPr/>
          </p:nvSpPr>
          <p:spPr bwMode="auto">
            <a:xfrm>
              <a:off x="2255" y="3626"/>
              <a:ext cx="19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8" name="Oval 188"/>
            <p:cNvSpPr>
              <a:spLocks noChangeArrowheads="1"/>
            </p:cNvSpPr>
            <p:nvPr/>
          </p:nvSpPr>
          <p:spPr bwMode="auto">
            <a:xfrm>
              <a:off x="1189" y="3173"/>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9" name="Line 190"/>
            <p:cNvSpPr>
              <a:spLocks noChangeShapeType="1"/>
            </p:cNvSpPr>
            <p:nvPr/>
          </p:nvSpPr>
          <p:spPr bwMode="auto">
            <a:xfrm>
              <a:off x="480" y="119"/>
              <a:ext cx="388"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0" name="Group 191"/>
            <p:cNvGrpSpPr/>
            <p:nvPr/>
          </p:nvGrpSpPr>
          <p:grpSpPr>
            <a:xfrm>
              <a:off x="867" y="25"/>
              <a:ext cx="263" cy="188"/>
              <a:chOff x="0" y="0"/>
              <a:chExt cx="263" cy="192"/>
            </a:xfrm>
          </p:grpSpPr>
          <p:sp>
            <p:nvSpPr>
              <p:cNvPr id="177397" name="Oval 192"/>
              <p:cNvSpPr>
                <a:spLocks noChangeArrowheads="1"/>
              </p:cNvSpPr>
              <p:nvPr/>
            </p:nvSpPr>
            <p:spPr bwMode="auto">
              <a:xfrm>
                <a:off x="207" y="75"/>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8" name="AutoShape 193"/>
              <p:cNvSpPr>
                <a:spLocks noChangeArrowheads="1"/>
              </p:cNvSpPr>
              <p:nvPr/>
            </p:nvSpPr>
            <p:spPr bwMode="auto">
              <a:xfrm rot="5400000">
                <a:off x="12" y="-12"/>
                <a:ext cx="190"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1" name="Line 194"/>
            <p:cNvSpPr>
              <a:spLocks noChangeShapeType="1"/>
            </p:cNvSpPr>
            <p:nvPr/>
          </p:nvSpPr>
          <p:spPr bwMode="auto">
            <a:xfrm>
              <a:off x="1130" y="115"/>
              <a:ext cx="2929"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2" name="Line 195"/>
            <p:cNvSpPr>
              <a:spLocks noChangeShapeType="1"/>
            </p:cNvSpPr>
            <p:nvPr/>
          </p:nvSpPr>
          <p:spPr bwMode="auto">
            <a:xfrm>
              <a:off x="4053" y="111"/>
              <a:ext cx="0" cy="3233"/>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3" name="Line 196"/>
            <p:cNvSpPr>
              <a:spLocks noChangeShapeType="1"/>
            </p:cNvSpPr>
            <p:nvPr/>
          </p:nvSpPr>
          <p:spPr bwMode="auto">
            <a:xfrm>
              <a:off x="2832" y="302"/>
              <a:ext cx="0" cy="142"/>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4" name="Oval 197"/>
            <p:cNvSpPr>
              <a:spLocks noChangeArrowheads="1"/>
            </p:cNvSpPr>
            <p:nvPr/>
          </p:nvSpPr>
          <p:spPr bwMode="auto">
            <a:xfrm>
              <a:off x="2811" y="274"/>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25" name="Line 198"/>
            <p:cNvSpPr>
              <a:spLocks noChangeShapeType="1"/>
            </p:cNvSpPr>
            <p:nvPr/>
          </p:nvSpPr>
          <p:spPr bwMode="auto">
            <a:xfrm>
              <a:off x="2123" y="431"/>
              <a:ext cx="0" cy="95"/>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6" name="Line 200"/>
            <p:cNvSpPr>
              <a:spLocks noChangeShapeType="1"/>
            </p:cNvSpPr>
            <p:nvPr/>
          </p:nvSpPr>
          <p:spPr bwMode="auto">
            <a:xfrm>
              <a:off x="513" y="631"/>
              <a:ext cx="38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7" name="Group 201"/>
            <p:cNvGrpSpPr/>
            <p:nvPr/>
          </p:nvGrpSpPr>
          <p:grpSpPr>
            <a:xfrm>
              <a:off x="900" y="536"/>
              <a:ext cx="263" cy="188"/>
              <a:chOff x="0" y="0"/>
              <a:chExt cx="263" cy="192"/>
            </a:xfrm>
          </p:grpSpPr>
          <p:sp>
            <p:nvSpPr>
              <p:cNvPr id="177395" name="Oval 202"/>
              <p:cNvSpPr>
                <a:spLocks noChangeArrowheads="1"/>
              </p:cNvSpPr>
              <p:nvPr/>
            </p:nvSpPr>
            <p:spPr bwMode="auto">
              <a:xfrm>
                <a:off x="208" y="76"/>
                <a:ext cx="55" cy="46"/>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6" name="AutoShape 203"/>
              <p:cNvSpPr>
                <a:spLocks noChangeArrowheads="1"/>
              </p:cNvSpPr>
              <p:nvPr/>
            </p:nvSpPr>
            <p:spPr bwMode="auto">
              <a:xfrm rot="5400000">
                <a:off x="11" y="-11"/>
                <a:ext cx="192"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8" name="Line 204"/>
            <p:cNvSpPr>
              <a:spLocks noChangeShapeType="1"/>
            </p:cNvSpPr>
            <p:nvPr/>
          </p:nvSpPr>
          <p:spPr bwMode="auto">
            <a:xfrm>
              <a:off x="1173" y="635"/>
              <a:ext cx="119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9" name="Line 205"/>
            <p:cNvSpPr>
              <a:spLocks noChangeShapeType="1"/>
            </p:cNvSpPr>
            <p:nvPr/>
          </p:nvSpPr>
          <p:spPr bwMode="auto">
            <a:xfrm>
              <a:off x="1750" y="349"/>
              <a:ext cx="62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0" name="Line 206"/>
            <p:cNvSpPr>
              <a:spLocks noChangeShapeType="1"/>
            </p:cNvSpPr>
            <p:nvPr/>
          </p:nvSpPr>
          <p:spPr bwMode="auto">
            <a:xfrm>
              <a:off x="1754" y="349"/>
              <a:ext cx="0" cy="298"/>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1" name="Oval 207"/>
            <p:cNvSpPr>
              <a:spLocks noChangeArrowheads="1"/>
            </p:cNvSpPr>
            <p:nvPr/>
          </p:nvSpPr>
          <p:spPr bwMode="auto">
            <a:xfrm>
              <a:off x="1729" y="609"/>
              <a:ext cx="49" cy="45"/>
            </a:xfrm>
            <a:prstGeom prst="ellipse">
              <a:avLst/>
            </a:prstGeom>
            <a:solidFill>
              <a:srgbClr val="FF33CC"/>
            </a:solidFill>
            <a:ln w="28575">
              <a:solidFill>
                <a:srgbClr val="FF33CC"/>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2" name="Line 208"/>
            <p:cNvSpPr>
              <a:spLocks noChangeShapeType="1"/>
            </p:cNvSpPr>
            <p:nvPr/>
          </p:nvSpPr>
          <p:spPr bwMode="auto">
            <a:xfrm>
              <a:off x="480" y="248"/>
              <a:ext cx="189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3" name="Line 209"/>
            <p:cNvSpPr>
              <a:spLocks noChangeShapeType="1"/>
            </p:cNvSpPr>
            <p:nvPr/>
          </p:nvSpPr>
          <p:spPr bwMode="auto">
            <a:xfrm>
              <a:off x="1495" y="1671"/>
              <a:ext cx="38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34" name="Group 210"/>
            <p:cNvGrpSpPr/>
            <p:nvPr/>
          </p:nvGrpSpPr>
          <p:grpSpPr>
            <a:xfrm>
              <a:off x="1229" y="1577"/>
              <a:ext cx="263" cy="187"/>
              <a:chOff x="0" y="0"/>
              <a:chExt cx="263" cy="192"/>
            </a:xfrm>
          </p:grpSpPr>
          <p:sp>
            <p:nvSpPr>
              <p:cNvPr id="177393" name="Oval 211"/>
              <p:cNvSpPr>
                <a:spLocks noChangeArrowheads="1"/>
              </p:cNvSpPr>
              <p:nvPr/>
            </p:nvSpPr>
            <p:spPr bwMode="auto">
              <a:xfrm>
                <a:off x="207" y="76"/>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4" name="AutoShape 212"/>
              <p:cNvSpPr>
                <a:spLocks noChangeArrowheads="1"/>
              </p:cNvSpPr>
              <p:nvPr/>
            </p:nvSpPr>
            <p:spPr bwMode="auto">
              <a:xfrm rot="5400000">
                <a:off x="15" y="-12"/>
                <a:ext cx="185"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35" name="Line 213"/>
            <p:cNvSpPr>
              <a:spLocks noChangeShapeType="1"/>
            </p:cNvSpPr>
            <p:nvPr/>
          </p:nvSpPr>
          <p:spPr bwMode="auto">
            <a:xfrm>
              <a:off x="698" y="1664"/>
              <a:ext cx="52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6" name="Line 214"/>
            <p:cNvSpPr>
              <a:spLocks noChangeShapeType="1"/>
            </p:cNvSpPr>
            <p:nvPr/>
          </p:nvSpPr>
          <p:spPr bwMode="auto">
            <a:xfrm>
              <a:off x="687" y="1285"/>
              <a:ext cx="41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7" name="Line 215"/>
            <p:cNvSpPr>
              <a:spLocks noChangeShapeType="1"/>
            </p:cNvSpPr>
            <p:nvPr/>
          </p:nvSpPr>
          <p:spPr bwMode="auto">
            <a:xfrm>
              <a:off x="687" y="1285"/>
              <a:ext cx="0" cy="2576"/>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8" name="Oval 216"/>
            <p:cNvSpPr>
              <a:spLocks noChangeArrowheads="1"/>
            </p:cNvSpPr>
            <p:nvPr/>
          </p:nvSpPr>
          <p:spPr bwMode="auto">
            <a:xfrm>
              <a:off x="661" y="1638"/>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9" name="Line 217"/>
            <p:cNvSpPr>
              <a:spLocks noChangeShapeType="1"/>
            </p:cNvSpPr>
            <p:nvPr/>
          </p:nvSpPr>
          <p:spPr bwMode="auto">
            <a:xfrm>
              <a:off x="683" y="3861"/>
              <a:ext cx="176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0" name="AutoShape 218"/>
            <p:cNvSpPr>
              <a:spLocks noChangeArrowheads="1"/>
            </p:cNvSpPr>
            <p:nvPr/>
          </p:nvSpPr>
          <p:spPr bwMode="auto">
            <a:xfrm>
              <a:off x="1233" y="3886"/>
              <a:ext cx="290"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1" name="Line 219"/>
            <p:cNvSpPr>
              <a:spLocks noChangeShapeType="1"/>
            </p:cNvSpPr>
            <p:nvPr/>
          </p:nvSpPr>
          <p:spPr bwMode="auto">
            <a:xfrm>
              <a:off x="1705" y="969"/>
              <a:ext cx="0" cy="3043"/>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2" name="Line 220"/>
            <p:cNvSpPr>
              <a:spLocks noChangeShapeType="1"/>
            </p:cNvSpPr>
            <p:nvPr/>
          </p:nvSpPr>
          <p:spPr bwMode="auto">
            <a:xfrm>
              <a:off x="1705" y="2531"/>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3" name="Line 221"/>
            <p:cNvSpPr>
              <a:spLocks noChangeShapeType="1"/>
            </p:cNvSpPr>
            <p:nvPr/>
          </p:nvSpPr>
          <p:spPr bwMode="auto">
            <a:xfrm>
              <a:off x="1713" y="3277"/>
              <a:ext cx="17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4" name="Oval 222"/>
            <p:cNvSpPr>
              <a:spLocks noChangeArrowheads="1"/>
            </p:cNvSpPr>
            <p:nvPr/>
          </p:nvSpPr>
          <p:spPr bwMode="auto">
            <a:xfrm>
              <a:off x="1683" y="1754"/>
              <a:ext cx="49" cy="45"/>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5" name="Oval 223"/>
            <p:cNvSpPr>
              <a:spLocks noChangeArrowheads="1"/>
            </p:cNvSpPr>
            <p:nvPr/>
          </p:nvSpPr>
          <p:spPr bwMode="auto">
            <a:xfrm>
              <a:off x="1680" y="2507"/>
              <a:ext cx="49" cy="44"/>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6" name="Oval 224"/>
            <p:cNvSpPr>
              <a:spLocks noChangeArrowheads="1"/>
            </p:cNvSpPr>
            <p:nvPr/>
          </p:nvSpPr>
          <p:spPr bwMode="auto">
            <a:xfrm>
              <a:off x="1683" y="3251"/>
              <a:ext cx="49"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7" name="Line 225"/>
            <p:cNvSpPr>
              <a:spLocks noChangeShapeType="1"/>
            </p:cNvSpPr>
            <p:nvPr/>
          </p:nvSpPr>
          <p:spPr bwMode="auto">
            <a:xfrm>
              <a:off x="459" y="3931"/>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8" name="Line 226"/>
            <p:cNvSpPr>
              <a:spLocks noChangeShapeType="1"/>
            </p:cNvSpPr>
            <p:nvPr/>
          </p:nvSpPr>
          <p:spPr bwMode="auto">
            <a:xfrm>
              <a:off x="459" y="4048"/>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49" name="Group 227"/>
            <p:cNvGrpSpPr/>
            <p:nvPr/>
          </p:nvGrpSpPr>
          <p:grpSpPr>
            <a:xfrm>
              <a:off x="1872" y="4037"/>
              <a:ext cx="263" cy="187"/>
              <a:chOff x="0" y="0"/>
              <a:chExt cx="263" cy="192"/>
            </a:xfrm>
          </p:grpSpPr>
          <p:sp>
            <p:nvSpPr>
              <p:cNvPr id="177391" name="Oval 228"/>
              <p:cNvSpPr>
                <a:spLocks noChangeArrowheads="1"/>
              </p:cNvSpPr>
              <p:nvPr/>
            </p:nvSpPr>
            <p:spPr bwMode="auto">
              <a:xfrm>
                <a:off x="207" y="75"/>
                <a:ext cx="5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2" name="AutoShape 229"/>
              <p:cNvSpPr>
                <a:spLocks noChangeArrowheads="1"/>
              </p:cNvSpPr>
              <p:nvPr/>
            </p:nvSpPr>
            <p:spPr bwMode="auto">
              <a:xfrm rot="5400000">
                <a:off x="10" y="-13"/>
                <a:ext cx="192" cy="220"/>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50" name="Line 230"/>
            <p:cNvSpPr>
              <a:spLocks noChangeShapeType="1"/>
            </p:cNvSpPr>
            <p:nvPr/>
          </p:nvSpPr>
          <p:spPr bwMode="auto">
            <a:xfrm>
              <a:off x="672" y="4147"/>
              <a:ext cx="119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1" name="Line 231"/>
            <p:cNvSpPr>
              <a:spLocks noChangeShapeType="1"/>
            </p:cNvSpPr>
            <p:nvPr/>
          </p:nvSpPr>
          <p:spPr bwMode="auto">
            <a:xfrm>
              <a:off x="2255" y="3943"/>
              <a:ext cx="0" cy="191"/>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2" name="Line 232"/>
            <p:cNvSpPr>
              <a:spLocks noChangeShapeType="1"/>
            </p:cNvSpPr>
            <p:nvPr/>
          </p:nvSpPr>
          <p:spPr bwMode="auto">
            <a:xfrm>
              <a:off x="2134" y="4139"/>
              <a:ext cx="12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3" name="Line 233"/>
            <p:cNvSpPr>
              <a:spLocks noChangeShapeType="1"/>
            </p:cNvSpPr>
            <p:nvPr/>
          </p:nvSpPr>
          <p:spPr bwMode="auto">
            <a:xfrm>
              <a:off x="672" y="4050"/>
              <a:ext cx="0" cy="95"/>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4" name="Oval 234"/>
            <p:cNvSpPr>
              <a:spLocks noChangeArrowheads="1"/>
            </p:cNvSpPr>
            <p:nvPr/>
          </p:nvSpPr>
          <p:spPr bwMode="auto">
            <a:xfrm>
              <a:off x="650" y="4026"/>
              <a:ext cx="48"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5" name="Line 235"/>
            <p:cNvSpPr>
              <a:spLocks noChangeShapeType="1"/>
            </p:cNvSpPr>
            <p:nvPr/>
          </p:nvSpPr>
          <p:spPr bwMode="auto">
            <a:xfrm>
              <a:off x="2255" y="1077"/>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6" name="Oval 236"/>
            <p:cNvSpPr>
              <a:spLocks noChangeArrowheads="1"/>
            </p:cNvSpPr>
            <p:nvPr/>
          </p:nvSpPr>
          <p:spPr bwMode="auto">
            <a:xfrm>
              <a:off x="2223" y="1253"/>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7" name="Line 237"/>
            <p:cNvSpPr>
              <a:spLocks noChangeShapeType="1"/>
            </p:cNvSpPr>
            <p:nvPr/>
          </p:nvSpPr>
          <p:spPr bwMode="auto">
            <a:xfrm>
              <a:off x="839" y="2056"/>
              <a:ext cx="398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8" name="Line 238"/>
            <p:cNvSpPr>
              <a:spLocks noChangeShapeType="1"/>
            </p:cNvSpPr>
            <p:nvPr/>
          </p:nvSpPr>
          <p:spPr bwMode="auto">
            <a:xfrm>
              <a:off x="827" y="2060"/>
              <a:ext cx="0" cy="1733"/>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9" name="Line 239"/>
            <p:cNvSpPr>
              <a:spLocks noChangeShapeType="1"/>
            </p:cNvSpPr>
            <p:nvPr/>
          </p:nvSpPr>
          <p:spPr bwMode="auto">
            <a:xfrm>
              <a:off x="827" y="3780"/>
              <a:ext cx="160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0" name="Line 240"/>
            <p:cNvSpPr>
              <a:spLocks noChangeShapeType="1"/>
            </p:cNvSpPr>
            <p:nvPr/>
          </p:nvSpPr>
          <p:spPr bwMode="auto">
            <a:xfrm>
              <a:off x="839" y="2389"/>
              <a:ext cx="33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1" name="Line 241"/>
            <p:cNvSpPr>
              <a:spLocks noChangeShapeType="1"/>
            </p:cNvSpPr>
            <p:nvPr/>
          </p:nvSpPr>
          <p:spPr bwMode="auto">
            <a:xfrm>
              <a:off x="708" y="250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2" name="Oval 242"/>
            <p:cNvSpPr>
              <a:spLocks noChangeArrowheads="1"/>
            </p:cNvSpPr>
            <p:nvPr/>
          </p:nvSpPr>
          <p:spPr bwMode="auto">
            <a:xfrm>
              <a:off x="805" y="2366"/>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3" name="Oval 243"/>
            <p:cNvSpPr>
              <a:spLocks noChangeArrowheads="1"/>
            </p:cNvSpPr>
            <p:nvPr/>
          </p:nvSpPr>
          <p:spPr bwMode="auto">
            <a:xfrm>
              <a:off x="661" y="2481"/>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4" name="Line 244"/>
            <p:cNvSpPr>
              <a:spLocks noChangeShapeType="1"/>
            </p:cNvSpPr>
            <p:nvPr/>
          </p:nvSpPr>
          <p:spPr bwMode="auto">
            <a:xfrm>
              <a:off x="853" y="3187"/>
              <a:ext cx="3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5" name="Line 245"/>
            <p:cNvSpPr>
              <a:spLocks noChangeShapeType="1"/>
            </p:cNvSpPr>
            <p:nvPr/>
          </p:nvSpPr>
          <p:spPr bwMode="auto">
            <a:xfrm>
              <a:off x="708" y="327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6" name="Oval 246"/>
            <p:cNvSpPr>
              <a:spLocks noChangeArrowheads="1"/>
            </p:cNvSpPr>
            <p:nvPr/>
          </p:nvSpPr>
          <p:spPr bwMode="auto">
            <a:xfrm>
              <a:off x="817" y="3169"/>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7" name="Oval 247"/>
            <p:cNvSpPr>
              <a:spLocks noChangeArrowheads="1"/>
            </p:cNvSpPr>
            <p:nvPr/>
          </p:nvSpPr>
          <p:spPr bwMode="auto">
            <a:xfrm>
              <a:off x="665" y="3255"/>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8" name="Line 248"/>
            <p:cNvSpPr>
              <a:spLocks noChangeShapeType="1"/>
            </p:cNvSpPr>
            <p:nvPr/>
          </p:nvSpPr>
          <p:spPr bwMode="auto">
            <a:xfrm>
              <a:off x="993" y="2809"/>
              <a:ext cx="38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9" name="Line 249"/>
            <p:cNvSpPr>
              <a:spLocks noChangeShapeType="1"/>
            </p:cNvSpPr>
            <p:nvPr/>
          </p:nvSpPr>
          <p:spPr bwMode="auto">
            <a:xfrm>
              <a:off x="997" y="2809"/>
              <a:ext cx="0" cy="8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0" name="Line 250"/>
            <p:cNvSpPr>
              <a:spLocks noChangeShapeType="1"/>
            </p:cNvSpPr>
            <p:nvPr/>
          </p:nvSpPr>
          <p:spPr bwMode="auto">
            <a:xfrm>
              <a:off x="997" y="3698"/>
              <a:ext cx="14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1" name="Line 251"/>
            <p:cNvSpPr>
              <a:spLocks noChangeShapeType="1"/>
            </p:cNvSpPr>
            <p:nvPr/>
          </p:nvSpPr>
          <p:spPr bwMode="auto">
            <a:xfrm>
              <a:off x="1009" y="3111"/>
              <a:ext cx="19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2" name="Oval 252"/>
            <p:cNvSpPr>
              <a:spLocks noChangeArrowheads="1"/>
            </p:cNvSpPr>
            <p:nvPr/>
          </p:nvSpPr>
          <p:spPr bwMode="auto">
            <a:xfrm>
              <a:off x="971" y="3090"/>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3" name="Line 253"/>
            <p:cNvSpPr>
              <a:spLocks noChangeShapeType="1"/>
            </p:cNvSpPr>
            <p:nvPr/>
          </p:nvSpPr>
          <p:spPr bwMode="auto">
            <a:xfrm>
              <a:off x="2255" y="1833"/>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4" name="Line 254"/>
            <p:cNvSpPr>
              <a:spLocks noChangeShapeType="1"/>
            </p:cNvSpPr>
            <p:nvPr/>
          </p:nvSpPr>
          <p:spPr bwMode="auto">
            <a:xfrm>
              <a:off x="2255" y="2576"/>
              <a:ext cx="0" cy="2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5" name="Oval 255"/>
            <p:cNvSpPr>
              <a:spLocks noChangeArrowheads="1"/>
            </p:cNvSpPr>
            <p:nvPr/>
          </p:nvSpPr>
          <p:spPr bwMode="auto">
            <a:xfrm>
              <a:off x="2233" y="2035"/>
              <a:ext cx="49" cy="48"/>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6" name="Oval 256"/>
            <p:cNvSpPr>
              <a:spLocks noChangeArrowheads="1"/>
            </p:cNvSpPr>
            <p:nvPr/>
          </p:nvSpPr>
          <p:spPr bwMode="auto">
            <a:xfrm>
              <a:off x="2230" y="2783"/>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7" name="Text Box 257"/>
            <p:cNvSpPr txBox="1">
              <a:spLocks noChangeArrowheads="1"/>
            </p:cNvSpPr>
            <p:nvPr/>
          </p:nvSpPr>
          <p:spPr bwMode="auto">
            <a:xfrm>
              <a:off x="4900" y="69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8" name="Text Box 258"/>
            <p:cNvSpPr txBox="1">
              <a:spLocks noChangeArrowheads="1"/>
            </p:cNvSpPr>
            <p:nvPr/>
          </p:nvSpPr>
          <p:spPr bwMode="auto">
            <a:xfrm>
              <a:off x="4896" y="1465"/>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9" name="Text Box 259"/>
            <p:cNvSpPr txBox="1">
              <a:spLocks noChangeArrowheads="1"/>
            </p:cNvSpPr>
            <p:nvPr/>
          </p:nvSpPr>
          <p:spPr bwMode="auto">
            <a:xfrm>
              <a:off x="4892" y="2222"/>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0" name="Text Box 260"/>
            <p:cNvSpPr txBox="1">
              <a:spLocks noChangeArrowheads="1"/>
            </p:cNvSpPr>
            <p:nvPr/>
          </p:nvSpPr>
          <p:spPr bwMode="auto">
            <a:xfrm>
              <a:off x="4886" y="2975"/>
              <a:ext cx="38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1" name="Text Box 261"/>
            <p:cNvSpPr txBox="1">
              <a:spLocks noChangeArrowheads="1"/>
            </p:cNvSpPr>
            <p:nvPr/>
          </p:nvSpPr>
          <p:spPr bwMode="auto">
            <a:xfrm>
              <a:off x="4837" y="3557"/>
              <a:ext cx="53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RCO</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2" name="Text Box 262"/>
            <p:cNvSpPr txBox="1">
              <a:spLocks noChangeArrowheads="1"/>
            </p:cNvSpPr>
            <p:nvPr/>
          </p:nvSpPr>
          <p:spPr bwMode="auto">
            <a:xfrm>
              <a:off x="0" y="0"/>
              <a:ext cx="4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CLK</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3" name="Text Box 263"/>
            <p:cNvSpPr txBox="1">
              <a:spLocks noChangeArrowheads="1"/>
            </p:cNvSpPr>
            <p:nvPr/>
          </p:nvSpPr>
          <p:spPr bwMode="auto">
            <a:xfrm>
              <a:off x="12" y="144"/>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/LD</a:t>
              </a:r>
              <a:endPar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endParaRPr>
            </a:p>
          </p:txBody>
        </p:sp>
        <p:sp>
          <p:nvSpPr>
            <p:cNvPr id="177384" name="Text Box 264"/>
            <p:cNvSpPr txBox="1">
              <a:spLocks noChangeArrowheads="1"/>
            </p:cNvSpPr>
            <p:nvPr/>
          </p:nvSpPr>
          <p:spPr bwMode="auto">
            <a:xfrm>
              <a:off x="0" y="468"/>
              <a:ext cx="5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/CLR</a:t>
              </a:r>
              <a:endPar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endParaRPr>
            </a:p>
          </p:txBody>
        </p:sp>
        <p:sp>
          <p:nvSpPr>
            <p:cNvPr id="177385" name="Text Box 265"/>
            <p:cNvSpPr txBox="1">
              <a:spLocks noChangeArrowheads="1"/>
            </p:cNvSpPr>
            <p:nvPr/>
          </p:nvSpPr>
          <p:spPr bwMode="auto">
            <a:xfrm>
              <a:off x="91" y="655"/>
              <a:ext cx="33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6" name="Text Box 266"/>
            <p:cNvSpPr txBox="1">
              <a:spLocks noChangeArrowheads="1"/>
            </p:cNvSpPr>
            <p:nvPr/>
          </p:nvSpPr>
          <p:spPr bwMode="auto">
            <a:xfrm>
              <a:off x="97" y="1404"/>
              <a:ext cx="335"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7" name="Text Box 267"/>
            <p:cNvSpPr txBox="1">
              <a:spLocks noChangeArrowheads="1"/>
            </p:cNvSpPr>
            <p:nvPr/>
          </p:nvSpPr>
          <p:spPr bwMode="auto">
            <a:xfrm>
              <a:off x="97" y="2147"/>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8" name="Text Box 268"/>
            <p:cNvSpPr txBox="1">
              <a:spLocks noChangeArrowheads="1"/>
            </p:cNvSpPr>
            <p:nvPr/>
          </p:nvSpPr>
          <p:spPr bwMode="auto">
            <a:xfrm>
              <a:off x="97" y="2901"/>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9" name="Text Box 269"/>
            <p:cNvSpPr txBox="1">
              <a:spLocks noChangeArrowheads="1"/>
            </p:cNvSpPr>
            <p:nvPr/>
          </p:nvSpPr>
          <p:spPr bwMode="auto">
            <a:xfrm>
              <a:off x="15" y="3752"/>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ENP</a:t>
              </a:r>
              <a:endPar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endParaRPr>
            </a:p>
          </p:txBody>
        </p:sp>
        <p:sp>
          <p:nvSpPr>
            <p:cNvPr id="177390" name="Text Box 270"/>
            <p:cNvSpPr txBox="1">
              <a:spLocks noChangeArrowheads="1"/>
            </p:cNvSpPr>
            <p:nvPr/>
          </p:nvSpPr>
          <p:spPr bwMode="auto">
            <a:xfrm>
              <a:off x="15" y="3927"/>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ENT</a:t>
              </a:r>
              <a:endPar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endParaRPr>
            </a:p>
          </p:txBody>
        </p:sp>
      </p:grpSp>
      <p:sp>
        <p:nvSpPr>
          <p:cNvPr id="177155" name="Rectangle 2"/>
          <p:cNvSpPr txBox="1"/>
          <p:nvPr/>
        </p:nvSpPr>
        <p:spPr>
          <a:xfrm>
            <a:off x="4897438" y="4718050"/>
            <a:ext cx="3962400" cy="381000"/>
          </a:xfrm>
          <a:prstGeom prst="rect">
            <a:avLst/>
          </a:prstGeom>
          <a:noFill/>
          <a:ln w="9525">
            <a:noFill/>
          </a:ln>
        </p:spPr>
        <p:txBody>
          <a:bodyPr/>
          <a:p>
            <a:pPr algn="r" defTabSz="685800" eaLnBrk="1" hangingPunct="1">
              <a:lnSpc>
                <a:spcPct val="90000"/>
              </a:lnSpc>
            </a:pPr>
            <a:r>
              <a:rPr lang="en-US" altLang="zh-CN" b="1">
                <a:latin typeface="华文新魏" panose="02010800040101010101" pitchFamily="2" charset="-122"/>
                <a:ea typeface="华文新魏" panose="02010800040101010101" pitchFamily="2" charset="-122"/>
              </a:rPr>
              <a:t>74LS163</a:t>
            </a:r>
            <a:r>
              <a:rPr lang="zh-CN" altLang="en-US" b="1" dirty="0">
                <a:latin typeface="华文新魏" panose="02010800040101010101" pitchFamily="2" charset="-122"/>
                <a:ea typeface="华文新魏" panose="02010800040101010101" pitchFamily="2" charset="-122"/>
              </a:rPr>
              <a:t>四位二进制同步计数器</a:t>
            </a:r>
            <a:endParaRPr lang="zh-CN" altLang="en-US"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a:xfrm>
            <a:off x="381000" y="1176338"/>
            <a:ext cx="4114800" cy="342900"/>
          </a:xfrm>
          <a:prstGeom prst="rect">
            <a:avLst/>
          </a:prstGeom>
          <a:noFill/>
          <a:ln w="28575">
            <a:noFill/>
          </a:ln>
        </p:spPr>
        <p:txBody>
          <a:bodyPr/>
          <a:p>
            <a:pPr eaLnBrk="1" hangingPunct="1">
              <a:buFont typeface="Wingdings" panose="05000000000000000000" pitchFamily="2" charset="2"/>
              <a:buChar char="Ø"/>
            </a:pPr>
            <a:r>
              <a:rPr lang="zh-CN" altLang="en-US" sz="2000" b="1" dirty="0">
                <a:solidFill>
                  <a:srgbClr val="FF0000"/>
                </a:solidFill>
                <a:latin typeface="华文新魏" panose="02010800040101010101" pitchFamily="2" charset="-122"/>
                <a:ea typeface="华文新魏" panose="02010800040101010101" pitchFamily="2" charset="-122"/>
              </a:rPr>
              <a:t>单片</a:t>
            </a:r>
            <a:r>
              <a:rPr lang="en-US" altLang="zh-CN" sz="2000" b="1">
                <a:solidFill>
                  <a:srgbClr val="FF0000"/>
                </a:solidFill>
                <a:latin typeface="华文新魏" panose="02010800040101010101" pitchFamily="2" charset="-122"/>
                <a:ea typeface="华文新魏" panose="02010800040101010101" pitchFamily="2" charset="-122"/>
              </a:rPr>
              <a:t>74LS163</a:t>
            </a:r>
            <a:r>
              <a:rPr lang="zh-CN" altLang="en-US" sz="2000" b="1" dirty="0">
                <a:solidFill>
                  <a:srgbClr val="FF0000"/>
                </a:solidFill>
                <a:latin typeface="华文新魏" panose="02010800040101010101" pitchFamily="2" charset="-122"/>
                <a:ea typeface="华文新魏" panose="02010800040101010101" pitchFamily="2" charset="-122"/>
              </a:rPr>
              <a:t>应用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78179" name="Group 3"/>
          <p:cNvGrpSpPr/>
          <p:nvPr/>
        </p:nvGrpSpPr>
        <p:grpSpPr>
          <a:xfrm>
            <a:off x="250825" y="2517458"/>
            <a:ext cx="8593138" cy="2627312"/>
            <a:chOff x="0" y="0"/>
            <a:chExt cx="13800" cy="3796"/>
          </a:xfrm>
        </p:grpSpPr>
        <p:sp>
          <p:nvSpPr>
            <p:cNvPr id="178229" name="Line 40"/>
            <p:cNvSpPr/>
            <p:nvPr/>
          </p:nvSpPr>
          <p:spPr>
            <a:xfrm>
              <a:off x="1200" y="450"/>
              <a:ext cx="340" cy="0"/>
            </a:xfrm>
            <a:prstGeom prst="line">
              <a:avLst/>
            </a:prstGeom>
            <a:ln w="28575" cap="flat" cmpd="sng">
              <a:solidFill>
                <a:schemeClr val="tx1"/>
              </a:solidFill>
              <a:prstDash val="solid"/>
              <a:headEnd type="none" w="med" len="med"/>
              <a:tailEnd type="none" w="med" len="med"/>
            </a:ln>
          </p:spPr>
        </p:sp>
        <p:sp>
          <p:nvSpPr>
            <p:cNvPr id="178230" name="Line 42"/>
            <p:cNvSpPr/>
            <p:nvPr/>
          </p:nvSpPr>
          <p:spPr>
            <a:xfrm>
              <a:off x="1540" y="90"/>
              <a:ext cx="0" cy="360"/>
            </a:xfrm>
            <a:prstGeom prst="line">
              <a:avLst/>
            </a:prstGeom>
            <a:ln w="28575" cap="flat" cmpd="sng">
              <a:solidFill>
                <a:schemeClr val="tx1"/>
              </a:solidFill>
              <a:prstDash val="solid"/>
              <a:headEnd type="none" w="med" len="med"/>
              <a:tailEnd type="none" w="med" len="med"/>
            </a:ln>
          </p:spPr>
        </p:sp>
        <p:sp>
          <p:nvSpPr>
            <p:cNvPr id="178231" name="Line 43"/>
            <p:cNvSpPr/>
            <p:nvPr/>
          </p:nvSpPr>
          <p:spPr>
            <a:xfrm>
              <a:off x="1555" y="90"/>
              <a:ext cx="282" cy="0"/>
            </a:xfrm>
            <a:prstGeom prst="line">
              <a:avLst/>
            </a:prstGeom>
            <a:ln w="28575" cap="flat" cmpd="sng">
              <a:solidFill>
                <a:schemeClr val="tx1"/>
              </a:solidFill>
              <a:prstDash val="solid"/>
              <a:headEnd type="none" w="med" len="med"/>
              <a:tailEnd type="none" w="med" len="med"/>
            </a:ln>
          </p:spPr>
        </p:sp>
        <p:sp>
          <p:nvSpPr>
            <p:cNvPr id="178232" name="Line 44"/>
            <p:cNvSpPr/>
            <p:nvPr/>
          </p:nvSpPr>
          <p:spPr>
            <a:xfrm>
              <a:off x="1850" y="90"/>
              <a:ext cx="0" cy="360"/>
            </a:xfrm>
            <a:prstGeom prst="line">
              <a:avLst/>
            </a:prstGeom>
            <a:ln w="28575" cap="flat" cmpd="sng">
              <a:solidFill>
                <a:schemeClr val="tx1"/>
              </a:solidFill>
              <a:prstDash val="solid"/>
              <a:headEnd type="none" w="med" len="med"/>
              <a:tailEnd type="none" w="med" len="med"/>
            </a:ln>
          </p:spPr>
        </p:sp>
        <p:sp>
          <p:nvSpPr>
            <p:cNvPr id="178233" name="Line 64"/>
            <p:cNvSpPr/>
            <p:nvPr/>
          </p:nvSpPr>
          <p:spPr>
            <a:xfrm>
              <a:off x="1870" y="450"/>
              <a:ext cx="340" cy="0"/>
            </a:xfrm>
            <a:prstGeom prst="line">
              <a:avLst/>
            </a:prstGeom>
            <a:ln w="28575" cap="flat" cmpd="sng">
              <a:solidFill>
                <a:schemeClr val="tx1"/>
              </a:solidFill>
              <a:prstDash val="solid"/>
              <a:headEnd type="none" w="med" len="med"/>
              <a:tailEnd type="none" w="med" len="med"/>
            </a:ln>
          </p:spPr>
        </p:sp>
        <p:sp>
          <p:nvSpPr>
            <p:cNvPr id="178234" name="Line 65"/>
            <p:cNvSpPr/>
            <p:nvPr/>
          </p:nvSpPr>
          <p:spPr>
            <a:xfrm>
              <a:off x="2210" y="90"/>
              <a:ext cx="0" cy="360"/>
            </a:xfrm>
            <a:prstGeom prst="line">
              <a:avLst/>
            </a:prstGeom>
            <a:ln w="28575" cap="flat" cmpd="sng">
              <a:solidFill>
                <a:schemeClr val="tx1"/>
              </a:solidFill>
              <a:prstDash val="solid"/>
              <a:headEnd type="none" w="med" len="med"/>
              <a:tailEnd type="none" w="med" len="med"/>
            </a:ln>
          </p:spPr>
        </p:sp>
        <p:sp>
          <p:nvSpPr>
            <p:cNvPr id="178235" name="Line 66"/>
            <p:cNvSpPr/>
            <p:nvPr/>
          </p:nvSpPr>
          <p:spPr>
            <a:xfrm>
              <a:off x="2225" y="90"/>
              <a:ext cx="282" cy="0"/>
            </a:xfrm>
            <a:prstGeom prst="line">
              <a:avLst/>
            </a:prstGeom>
            <a:ln w="28575" cap="flat" cmpd="sng">
              <a:solidFill>
                <a:schemeClr val="tx1"/>
              </a:solidFill>
              <a:prstDash val="solid"/>
              <a:headEnd type="none" w="med" len="med"/>
              <a:tailEnd type="none" w="med" len="med"/>
            </a:ln>
          </p:spPr>
        </p:sp>
        <p:sp>
          <p:nvSpPr>
            <p:cNvPr id="178236" name="Line 67"/>
            <p:cNvSpPr/>
            <p:nvPr/>
          </p:nvSpPr>
          <p:spPr>
            <a:xfrm>
              <a:off x="2520" y="90"/>
              <a:ext cx="0" cy="360"/>
            </a:xfrm>
            <a:prstGeom prst="line">
              <a:avLst/>
            </a:prstGeom>
            <a:ln w="28575" cap="flat" cmpd="sng">
              <a:solidFill>
                <a:schemeClr val="tx1"/>
              </a:solidFill>
              <a:prstDash val="solid"/>
              <a:headEnd type="none" w="med" len="med"/>
              <a:tailEnd type="none" w="med" len="med"/>
            </a:ln>
          </p:spPr>
        </p:sp>
        <p:sp>
          <p:nvSpPr>
            <p:cNvPr id="178237" name="Line 71"/>
            <p:cNvSpPr/>
            <p:nvPr/>
          </p:nvSpPr>
          <p:spPr>
            <a:xfrm>
              <a:off x="2520" y="450"/>
              <a:ext cx="340" cy="0"/>
            </a:xfrm>
            <a:prstGeom prst="line">
              <a:avLst/>
            </a:prstGeom>
            <a:ln w="28575" cap="flat" cmpd="sng">
              <a:solidFill>
                <a:schemeClr val="tx1"/>
              </a:solidFill>
              <a:prstDash val="solid"/>
              <a:headEnd type="none" w="med" len="med"/>
              <a:tailEnd type="none" w="med" len="med"/>
            </a:ln>
          </p:spPr>
        </p:sp>
        <p:sp>
          <p:nvSpPr>
            <p:cNvPr id="178238" name="Line 72"/>
            <p:cNvSpPr/>
            <p:nvPr/>
          </p:nvSpPr>
          <p:spPr>
            <a:xfrm>
              <a:off x="2860" y="90"/>
              <a:ext cx="0" cy="360"/>
            </a:xfrm>
            <a:prstGeom prst="line">
              <a:avLst/>
            </a:prstGeom>
            <a:ln w="28575" cap="flat" cmpd="sng">
              <a:solidFill>
                <a:schemeClr val="tx1"/>
              </a:solidFill>
              <a:prstDash val="solid"/>
              <a:headEnd type="none" w="med" len="med"/>
              <a:tailEnd type="none" w="med" len="med"/>
            </a:ln>
          </p:spPr>
        </p:sp>
        <p:sp>
          <p:nvSpPr>
            <p:cNvPr id="178239" name="Line 73"/>
            <p:cNvSpPr/>
            <p:nvPr/>
          </p:nvSpPr>
          <p:spPr>
            <a:xfrm>
              <a:off x="2875" y="90"/>
              <a:ext cx="282" cy="0"/>
            </a:xfrm>
            <a:prstGeom prst="line">
              <a:avLst/>
            </a:prstGeom>
            <a:ln w="28575" cap="flat" cmpd="sng">
              <a:solidFill>
                <a:schemeClr val="tx1"/>
              </a:solidFill>
              <a:prstDash val="solid"/>
              <a:headEnd type="none" w="med" len="med"/>
              <a:tailEnd type="none" w="med" len="med"/>
            </a:ln>
          </p:spPr>
        </p:sp>
        <p:sp>
          <p:nvSpPr>
            <p:cNvPr id="178240" name="Line 74"/>
            <p:cNvSpPr/>
            <p:nvPr/>
          </p:nvSpPr>
          <p:spPr>
            <a:xfrm>
              <a:off x="3170" y="90"/>
              <a:ext cx="0" cy="360"/>
            </a:xfrm>
            <a:prstGeom prst="line">
              <a:avLst/>
            </a:prstGeom>
            <a:ln w="28575" cap="flat" cmpd="sng">
              <a:solidFill>
                <a:schemeClr val="tx1"/>
              </a:solidFill>
              <a:prstDash val="solid"/>
              <a:headEnd type="none" w="med" len="med"/>
              <a:tailEnd type="none" w="med" len="med"/>
            </a:ln>
          </p:spPr>
        </p:sp>
        <p:sp>
          <p:nvSpPr>
            <p:cNvPr id="178241" name="Line 76"/>
            <p:cNvSpPr/>
            <p:nvPr/>
          </p:nvSpPr>
          <p:spPr>
            <a:xfrm>
              <a:off x="3190" y="450"/>
              <a:ext cx="340" cy="0"/>
            </a:xfrm>
            <a:prstGeom prst="line">
              <a:avLst/>
            </a:prstGeom>
            <a:ln w="28575" cap="flat" cmpd="sng">
              <a:solidFill>
                <a:schemeClr val="tx1"/>
              </a:solidFill>
              <a:prstDash val="solid"/>
              <a:headEnd type="none" w="med" len="med"/>
              <a:tailEnd type="none" w="med" len="med"/>
            </a:ln>
          </p:spPr>
        </p:sp>
        <p:sp>
          <p:nvSpPr>
            <p:cNvPr id="178242" name="Line 77"/>
            <p:cNvSpPr/>
            <p:nvPr/>
          </p:nvSpPr>
          <p:spPr>
            <a:xfrm>
              <a:off x="3530" y="90"/>
              <a:ext cx="0" cy="360"/>
            </a:xfrm>
            <a:prstGeom prst="line">
              <a:avLst/>
            </a:prstGeom>
            <a:ln w="28575" cap="flat" cmpd="sng">
              <a:solidFill>
                <a:schemeClr val="tx1"/>
              </a:solidFill>
              <a:prstDash val="solid"/>
              <a:headEnd type="none" w="med" len="med"/>
              <a:tailEnd type="none" w="med" len="med"/>
            </a:ln>
          </p:spPr>
        </p:sp>
        <p:sp>
          <p:nvSpPr>
            <p:cNvPr id="178243" name="Line 78"/>
            <p:cNvSpPr/>
            <p:nvPr/>
          </p:nvSpPr>
          <p:spPr>
            <a:xfrm>
              <a:off x="3545" y="90"/>
              <a:ext cx="282" cy="0"/>
            </a:xfrm>
            <a:prstGeom prst="line">
              <a:avLst/>
            </a:prstGeom>
            <a:ln w="28575" cap="flat" cmpd="sng">
              <a:solidFill>
                <a:schemeClr val="tx1"/>
              </a:solidFill>
              <a:prstDash val="solid"/>
              <a:headEnd type="none" w="med" len="med"/>
              <a:tailEnd type="none" w="med" len="med"/>
            </a:ln>
          </p:spPr>
        </p:sp>
        <p:sp>
          <p:nvSpPr>
            <p:cNvPr id="178244" name="Line 79"/>
            <p:cNvSpPr/>
            <p:nvPr/>
          </p:nvSpPr>
          <p:spPr>
            <a:xfrm>
              <a:off x="3840" y="90"/>
              <a:ext cx="0" cy="360"/>
            </a:xfrm>
            <a:prstGeom prst="line">
              <a:avLst/>
            </a:prstGeom>
            <a:ln w="28575" cap="flat" cmpd="sng">
              <a:solidFill>
                <a:schemeClr val="tx1"/>
              </a:solidFill>
              <a:prstDash val="solid"/>
              <a:headEnd type="none" w="med" len="med"/>
              <a:tailEnd type="none" w="med" len="med"/>
            </a:ln>
          </p:spPr>
        </p:sp>
        <p:sp>
          <p:nvSpPr>
            <p:cNvPr id="178245" name="Line 84"/>
            <p:cNvSpPr/>
            <p:nvPr/>
          </p:nvSpPr>
          <p:spPr>
            <a:xfrm>
              <a:off x="3840" y="450"/>
              <a:ext cx="340" cy="0"/>
            </a:xfrm>
            <a:prstGeom prst="line">
              <a:avLst/>
            </a:prstGeom>
            <a:ln w="28575" cap="flat" cmpd="sng">
              <a:solidFill>
                <a:schemeClr val="tx1"/>
              </a:solidFill>
              <a:prstDash val="solid"/>
              <a:headEnd type="none" w="med" len="med"/>
              <a:tailEnd type="none" w="med" len="med"/>
            </a:ln>
          </p:spPr>
        </p:sp>
        <p:sp>
          <p:nvSpPr>
            <p:cNvPr id="178246" name="Line 85"/>
            <p:cNvSpPr/>
            <p:nvPr/>
          </p:nvSpPr>
          <p:spPr>
            <a:xfrm>
              <a:off x="4180" y="90"/>
              <a:ext cx="0" cy="360"/>
            </a:xfrm>
            <a:prstGeom prst="line">
              <a:avLst/>
            </a:prstGeom>
            <a:ln w="28575" cap="flat" cmpd="sng">
              <a:solidFill>
                <a:schemeClr val="tx1"/>
              </a:solidFill>
              <a:prstDash val="solid"/>
              <a:headEnd type="none" w="med" len="med"/>
              <a:tailEnd type="none" w="med" len="med"/>
            </a:ln>
          </p:spPr>
        </p:sp>
        <p:sp>
          <p:nvSpPr>
            <p:cNvPr id="178247" name="Line 86"/>
            <p:cNvSpPr/>
            <p:nvPr/>
          </p:nvSpPr>
          <p:spPr>
            <a:xfrm>
              <a:off x="4195" y="90"/>
              <a:ext cx="282" cy="0"/>
            </a:xfrm>
            <a:prstGeom prst="line">
              <a:avLst/>
            </a:prstGeom>
            <a:ln w="28575" cap="flat" cmpd="sng">
              <a:solidFill>
                <a:schemeClr val="tx1"/>
              </a:solidFill>
              <a:prstDash val="solid"/>
              <a:headEnd type="none" w="med" len="med"/>
              <a:tailEnd type="none" w="med" len="med"/>
            </a:ln>
          </p:spPr>
        </p:sp>
        <p:sp>
          <p:nvSpPr>
            <p:cNvPr id="178248" name="Line 87"/>
            <p:cNvSpPr/>
            <p:nvPr/>
          </p:nvSpPr>
          <p:spPr>
            <a:xfrm>
              <a:off x="4490" y="90"/>
              <a:ext cx="0" cy="360"/>
            </a:xfrm>
            <a:prstGeom prst="line">
              <a:avLst/>
            </a:prstGeom>
            <a:ln w="28575" cap="flat" cmpd="sng">
              <a:solidFill>
                <a:schemeClr val="tx1"/>
              </a:solidFill>
              <a:prstDash val="solid"/>
              <a:headEnd type="none" w="med" len="med"/>
              <a:tailEnd type="none" w="med" len="med"/>
            </a:ln>
          </p:spPr>
        </p:sp>
        <p:sp>
          <p:nvSpPr>
            <p:cNvPr id="178249" name="Line 89"/>
            <p:cNvSpPr/>
            <p:nvPr/>
          </p:nvSpPr>
          <p:spPr>
            <a:xfrm>
              <a:off x="4510" y="450"/>
              <a:ext cx="340" cy="0"/>
            </a:xfrm>
            <a:prstGeom prst="line">
              <a:avLst/>
            </a:prstGeom>
            <a:ln w="28575" cap="flat" cmpd="sng">
              <a:solidFill>
                <a:schemeClr val="tx1"/>
              </a:solidFill>
              <a:prstDash val="solid"/>
              <a:headEnd type="none" w="med" len="med"/>
              <a:tailEnd type="none" w="med" len="med"/>
            </a:ln>
          </p:spPr>
        </p:sp>
        <p:sp>
          <p:nvSpPr>
            <p:cNvPr id="178250" name="Line 90"/>
            <p:cNvSpPr/>
            <p:nvPr/>
          </p:nvSpPr>
          <p:spPr>
            <a:xfrm>
              <a:off x="4850" y="90"/>
              <a:ext cx="0" cy="360"/>
            </a:xfrm>
            <a:prstGeom prst="line">
              <a:avLst/>
            </a:prstGeom>
            <a:ln w="28575" cap="flat" cmpd="sng">
              <a:solidFill>
                <a:schemeClr val="tx1"/>
              </a:solidFill>
              <a:prstDash val="solid"/>
              <a:headEnd type="none" w="med" len="med"/>
              <a:tailEnd type="none" w="med" len="med"/>
            </a:ln>
          </p:spPr>
        </p:sp>
        <p:sp>
          <p:nvSpPr>
            <p:cNvPr id="178251" name="Line 91"/>
            <p:cNvSpPr/>
            <p:nvPr/>
          </p:nvSpPr>
          <p:spPr>
            <a:xfrm>
              <a:off x="4865" y="90"/>
              <a:ext cx="282" cy="0"/>
            </a:xfrm>
            <a:prstGeom prst="line">
              <a:avLst/>
            </a:prstGeom>
            <a:ln w="28575" cap="flat" cmpd="sng">
              <a:solidFill>
                <a:schemeClr val="tx1"/>
              </a:solidFill>
              <a:prstDash val="solid"/>
              <a:headEnd type="none" w="med" len="med"/>
              <a:tailEnd type="none" w="med" len="med"/>
            </a:ln>
          </p:spPr>
        </p:sp>
        <p:sp>
          <p:nvSpPr>
            <p:cNvPr id="178252" name="Line 92"/>
            <p:cNvSpPr/>
            <p:nvPr/>
          </p:nvSpPr>
          <p:spPr>
            <a:xfrm>
              <a:off x="5160" y="90"/>
              <a:ext cx="0" cy="360"/>
            </a:xfrm>
            <a:prstGeom prst="line">
              <a:avLst/>
            </a:prstGeom>
            <a:ln w="28575" cap="flat" cmpd="sng">
              <a:solidFill>
                <a:schemeClr val="tx1"/>
              </a:solidFill>
              <a:prstDash val="solid"/>
              <a:headEnd type="none" w="med" len="med"/>
              <a:tailEnd type="none" w="med" len="med"/>
            </a:ln>
          </p:spPr>
        </p:sp>
        <p:sp>
          <p:nvSpPr>
            <p:cNvPr id="178253" name="Line 95"/>
            <p:cNvSpPr/>
            <p:nvPr/>
          </p:nvSpPr>
          <p:spPr>
            <a:xfrm>
              <a:off x="5160" y="450"/>
              <a:ext cx="340" cy="0"/>
            </a:xfrm>
            <a:prstGeom prst="line">
              <a:avLst/>
            </a:prstGeom>
            <a:ln w="28575" cap="flat" cmpd="sng">
              <a:solidFill>
                <a:schemeClr val="tx1"/>
              </a:solidFill>
              <a:prstDash val="solid"/>
              <a:headEnd type="none" w="med" len="med"/>
              <a:tailEnd type="none" w="med" len="med"/>
            </a:ln>
          </p:spPr>
        </p:sp>
        <p:sp>
          <p:nvSpPr>
            <p:cNvPr id="178254" name="Line 96"/>
            <p:cNvSpPr/>
            <p:nvPr/>
          </p:nvSpPr>
          <p:spPr>
            <a:xfrm>
              <a:off x="5500" y="90"/>
              <a:ext cx="0" cy="360"/>
            </a:xfrm>
            <a:prstGeom prst="line">
              <a:avLst/>
            </a:prstGeom>
            <a:ln w="28575" cap="flat" cmpd="sng">
              <a:solidFill>
                <a:schemeClr val="tx1"/>
              </a:solidFill>
              <a:prstDash val="solid"/>
              <a:headEnd type="none" w="med" len="med"/>
              <a:tailEnd type="none" w="med" len="med"/>
            </a:ln>
          </p:spPr>
        </p:sp>
        <p:sp>
          <p:nvSpPr>
            <p:cNvPr id="178255" name="Line 97"/>
            <p:cNvSpPr/>
            <p:nvPr/>
          </p:nvSpPr>
          <p:spPr>
            <a:xfrm>
              <a:off x="5515" y="90"/>
              <a:ext cx="282" cy="0"/>
            </a:xfrm>
            <a:prstGeom prst="line">
              <a:avLst/>
            </a:prstGeom>
            <a:ln w="28575" cap="flat" cmpd="sng">
              <a:solidFill>
                <a:schemeClr val="tx1"/>
              </a:solidFill>
              <a:prstDash val="solid"/>
              <a:headEnd type="none" w="med" len="med"/>
              <a:tailEnd type="none" w="med" len="med"/>
            </a:ln>
          </p:spPr>
        </p:sp>
        <p:sp>
          <p:nvSpPr>
            <p:cNvPr id="178256" name="Line 98"/>
            <p:cNvSpPr/>
            <p:nvPr/>
          </p:nvSpPr>
          <p:spPr>
            <a:xfrm>
              <a:off x="5810" y="90"/>
              <a:ext cx="0" cy="360"/>
            </a:xfrm>
            <a:prstGeom prst="line">
              <a:avLst/>
            </a:prstGeom>
            <a:ln w="28575" cap="flat" cmpd="sng">
              <a:solidFill>
                <a:schemeClr val="tx1"/>
              </a:solidFill>
              <a:prstDash val="solid"/>
              <a:headEnd type="none" w="med" len="med"/>
              <a:tailEnd type="none" w="med" len="med"/>
            </a:ln>
          </p:spPr>
        </p:sp>
        <p:sp>
          <p:nvSpPr>
            <p:cNvPr id="178257" name="Line 100"/>
            <p:cNvSpPr/>
            <p:nvPr/>
          </p:nvSpPr>
          <p:spPr>
            <a:xfrm>
              <a:off x="5830" y="450"/>
              <a:ext cx="340" cy="0"/>
            </a:xfrm>
            <a:prstGeom prst="line">
              <a:avLst/>
            </a:prstGeom>
            <a:ln w="28575" cap="flat" cmpd="sng">
              <a:solidFill>
                <a:schemeClr val="tx1"/>
              </a:solidFill>
              <a:prstDash val="solid"/>
              <a:headEnd type="none" w="med" len="med"/>
              <a:tailEnd type="none" w="med" len="med"/>
            </a:ln>
          </p:spPr>
        </p:sp>
        <p:sp>
          <p:nvSpPr>
            <p:cNvPr id="178258" name="Line 101"/>
            <p:cNvSpPr/>
            <p:nvPr/>
          </p:nvSpPr>
          <p:spPr>
            <a:xfrm>
              <a:off x="6170" y="90"/>
              <a:ext cx="0" cy="360"/>
            </a:xfrm>
            <a:prstGeom prst="line">
              <a:avLst/>
            </a:prstGeom>
            <a:ln w="28575" cap="flat" cmpd="sng">
              <a:solidFill>
                <a:schemeClr val="tx1"/>
              </a:solidFill>
              <a:prstDash val="solid"/>
              <a:headEnd type="none" w="med" len="med"/>
              <a:tailEnd type="none" w="med" len="med"/>
            </a:ln>
          </p:spPr>
        </p:sp>
        <p:sp>
          <p:nvSpPr>
            <p:cNvPr id="178259" name="Line 102"/>
            <p:cNvSpPr/>
            <p:nvPr/>
          </p:nvSpPr>
          <p:spPr>
            <a:xfrm>
              <a:off x="6185" y="90"/>
              <a:ext cx="282" cy="0"/>
            </a:xfrm>
            <a:prstGeom prst="line">
              <a:avLst/>
            </a:prstGeom>
            <a:ln w="28575" cap="flat" cmpd="sng">
              <a:solidFill>
                <a:schemeClr val="tx1"/>
              </a:solidFill>
              <a:prstDash val="solid"/>
              <a:headEnd type="none" w="med" len="med"/>
              <a:tailEnd type="none" w="med" len="med"/>
            </a:ln>
          </p:spPr>
        </p:sp>
        <p:sp>
          <p:nvSpPr>
            <p:cNvPr id="178260" name="Line 103"/>
            <p:cNvSpPr/>
            <p:nvPr/>
          </p:nvSpPr>
          <p:spPr>
            <a:xfrm>
              <a:off x="6480" y="90"/>
              <a:ext cx="0" cy="360"/>
            </a:xfrm>
            <a:prstGeom prst="line">
              <a:avLst/>
            </a:prstGeom>
            <a:ln w="28575" cap="flat" cmpd="sng">
              <a:solidFill>
                <a:schemeClr val="tx1"/>
              </a:solidFill>
              <a:prstDash val="solid"/>
              <a:headEnd type="none" w="med" len="med"/>
              <a:tailEnd type="none" w="med" len="med"/>
            </a:ln>
          </p:spPr>
        </p:sp>
        <p:sp>
          <p:nvSpPr>
            <p:cNvPr id="178261" name="Line 109"/>
            <p:cNvSpPr/>
            <p:nvPr/>
          </p:nvSpPr>
          <p:spPr>
            <a:xfrm>
              <a:off x="6455" y="450"/>
              <a:ext cx="340" cy="0"/>
            </a:xfrm>
            <a:prstGeom prst="line">
              <a:avLst/>
            </a:prstGeom>
            <a:ln w="28575" cap="flat" cmpd="sng">
              <a:solidFill>
                <a:schemeClr val="tx1"/>
              </a:solidFill>
              <a:prstDash val="solid"/>
              <a:headEnd type="none" w="med" len="med"/>
              <a:tailEnd type="none" w="med" len="med"/>
            </a:ln>
          </p:spPr>
        </p:sp>
        <p:sp>
          <p:nvSpPr>
            <p:cNvPr id="178262" name="Line 110"/>
            <p:cNvSpPr/>
            <p:nvPr/>
          </p:nvSpPr>
          <p:spPr>
            <a:xfrm>
              <a:off x="6795" y="90"/>
              <a:ext cx="0" cy="360"/>
            </a:xfrm>
            <a:prstGeom prst="line">
              <a:avLst/>
            </a:prstGeom>
            <a:ln w="28575" cap="flat" cmpd="sng">
              <a:solidFill>
                <a:schemeClr val="tx1"/>
              </a:solidFill>
              <a:prstDash val="solid"/>
              <a:headEnd type="none" w="med" len="med"/>
              <a:tailEnd type="none" w="med" len="med"/>
            </a:ln>
          </p:spPr>
        </p:sp>
        <p:sp>
          <p:nvSpPr>
            <p:cNvPr id="178263" name="Line 111"/>
            <p:cNvSpPr/>
            <p:nvPr/>
          </p:nvSpPr>
          <p:spPr>
            <a:xfrm>
              <a:off x="6810" y="90"/>
              <a:ext cx="282" cy="0"/>
            </a:xfrm>
            <a:prstGeom prst="line">
              <a:avLst/>
            </a:prstGeom>
            <a:ln w="28575" cap="flat" cmpd="sng">
              <a:solidFill>
                <a:schemeClr val="tx1"/>
              </a:solidFill>
              <a:prstDash val="solid"/>
              <a:headEnd type="none" w="med" len="med"/>
              <a:tailEnd type="none" w="med" len="med"/>
            </a:ln>
          </p:spPr>
        </p:sp>
        <p:sp>
          <p:nvSpPr>
            <p:cNvPr id="178264" name="Line 112"/>
            <p:cNvSpPr/>
            <p:nvPr/>
          </p:nvSpPr>
          <p:spPr>
            <a:xfrm>
              <a:off x="7105" y="90"/>
              <a:ext cx="0" cy="360"/>
            </a:xfrm>
            <a:prstGeom prst="line">
              <a:avLst/>
            </a:prstGeom>
            <a:ln w="28575" cap="flat" cmpd="sng">
              <a:solidFill>
                <a:schemeClr val="tx1"/>
              </a:solidFill>
              <a:prstDash val="solid"/>
              <a:headEnd type="none" w="med" len="med"/>
              <a:tailEnd type="none" w="med" len="med"/>
            </a:ln>
          </p:spPr>
        </p:sp>
        <p:sp>
          <p:nvSpPr>
            <p:cNvPr id="178265" name="Line 114"/>
            <p:cNvSpPr/>
            <p:nvPr/>
          </p:nvSpPr>
          <p:spPr>
            <a:xfrm>
              <a:off x="7125" y="450"/>
              <a:ext cx="340" cy="0"/>
            </a:xfrm>
            <a:prstGeom prst="line">
              <a:avLst/>
            </a:prstGeom>
            <a:ln w="28575" cap="flat" cmpd="sng">
              <a:solidFill>
                <a:schemeClr val="tx1"/>
              </a:solidFill>
              <a:prstDash val="solid"/>
              <a:headEnd type="none" w="med" len="med"/>
              <a:tailEnd type="none" w="med" len="med"/>
            </a:ln>
          </p:spPr>
        </p:sp>
        <p:sp>
          <p:nvSpPr>
            <p:cNvPr id="178266" name="Line 115"/>
            <p:cNvSpPr/>
            <p:nvPr/>
          </p:nvSpPr>
          <p:spPr>
            <a:xfrm>
              <a:off x="7465" y="90"/>
              <a:ext cx="0" cy="360"/>
            </a:xfrm>
            <a:prstGeom prst="line">
              <a:avLst/>
            </a:prstGeom>
            <a:ln w="28575" cap="flat" cmpd="sng">
              <a:solidFill>
                <a:schemeClr val="tx1"/>
              </a:solidFill>
              <a:prstDash val="solid"/>
              <a:headEnd type="none" w="med" len="med"/>
              <a:tailEnd type="none" w="med" len="med"/>
            </a:ln>
          </p:spPr>
        </p:sp>
        <p:sp>
          <p:nvSpPr>
            <p:cNvPr id="178267" name="Line 116"/>
            <p:cNvSpPr/>
            <p:nvPr/>
          </p:nvSpPr>
          <p:spPr>
            <a:xfrm>
              <a:off x="7480" y="90"/>
              <a:ext cx="282" cy="0"/>
            </a:xfrm>
            <a:prstGeom prst="line">
              <a:avLst/>
            </a:prstGeom>
            <a:ln w="28575" cap="flat" cmpd="sng">
              <a:solidFill>
                <a:schemeClr val="tx1"/>
              </a:solidFill>
              <a:prstDash val="solid"/>
              <a:headEnd type="none" w="med" len="med"/>
              <a:tailEnd type="none" w="med" len="med"/>
            </a:ln>
          </p:spPr>
        </p:sp>
        <p:sp>
          <p:nvSpPr>
            <p:cNvPr id="178268" name="Line 117"/>
            <p:cNvSpPr/>
            <p:nvPr/>
          </p:nvSpPr>
          <p:spPr>
            <a:xfrm>
              <a:off x="7775" y="90"/>
              <a:ext cx="0" cy="360"/>
            </a:xfrm>
            <a:prstGeom prst="line">
              <a:avLst/>
            </a:prstGeom>
            <a:ln w="28575" cap="flat" cmpd="sng">
              <a:solidFill>
                <a:schemeClr val="tx1"/>
              </a:solidFill>
              <a:prstDash val="solid"/>
              <a:headEnd type="none" w="med" len="med"/>
              <a:tailEnd type="none" w="med" len="med"/>
            </a:ln>
          </p:spPr>
        </p:sp>
        <p:sp>
          <p:nvSpPr>
            <p:cNvPr id="178269" name="Line 120"/>
            <p:cNvSpPr/>
            <p:nvPr/>
          </p:nvSpPr>
          <p:spPr>
            <a:xfrm>
              <a:off x="7775" y="450"/>
              <a:ext cx="340" cy="0"/>
            </a:xfrm>
            <a:prstGeom prst="line">
              <a:avLst/>
            </a:prstGeom>
            <a:ln w="28575" cap="flat" cmpd="sng">
              <a:solidFill>
                <a:schemeClr val="tx1"/>
              </a:solidFill>
              <a:prstDash val="solid"/>
              <a:headEnd type="none" w="med" len="med"/>
              <a:tailEnd type="none" w="med" len="med"/>
            </a:ln>
          </p:spPr>
        </p:sp>
        <p:sp>
          <p:nvSpPr>
            <p:cNvPr id="178270" name="Line 121"/>
            <p:cNvSpPr/>
            <p:nvPr/>
          </p:nvSpPr>
          <p:spPr>
            <a:xfrm>
              <a:off x="8115" y="90"/>
              <a:ext cx="0" cy="360"/>
            </a:xfrm>
            <a:prstGeom prst="line">
              <a:avLst/>
            </a:prstGeom>
            <a:ln w="28575" cap="flat" cmpd="sng">
              <a:solidFill>
                <a:schemeClr val="tx1"/>
              </a:solidFill>
              <a:prstDash val="solid"/>
              <a:headEnd type="none" w="med" len="med"/>
              <a:tailEnd type="none" w="med" len="med"/>
            </a:ln>
          </p:spPr>
        </p:sp>
        <p:sp>
          <p:nvSpPr>
            <p:cNvPr id="178271" name="Line 122"/>
            <p:cNvSpPr/>
            <p:nvPr/>
          </p:nvSpPr>
          <p:spPr>
            <a:xfrm>
              <a:off x="8130" y="90"/>
              <a:ext cx="282" cy="0"/>
            </a:xfrm>
            <a:prstGeom prst="line">
              <a:avLst/>
            </a:prstGeom>
            <a:ln w="28575" cap="flat" cmpd="sng">
              <a:solidFill>
                <a:schemeClr val="tx1"/>
              </a:solidFill>
              <a:prstDash val="solid"/>
              <a:headEnd type="none" w="med" len="med"/>
              <a:tailEnd type="none" w="med" len="med"/>
            </a:ln>
          </p:spPr>
        </p:sp>
        <p:sp>
          <p:nvSpPr>
            <p:cNvPr id="178272" name="Line 123"/>
            <p:cNvSpPr/>
            <p:nvPr/>
          </p:nvSpPr>
          <p:spPr>
            <a:xfrm>
              <a:off x="8425" y="90"/>
              <a:ext cx="0" cy="360"/>
            </a:xfrm>
            <a:prstGeom prst="line">
              <a:avLst/>
            </a:prstGeom>
            <a:ln w="28575" cap="flat" cmpd="sng">
              <a:solidFill>
                <a:schemeClr val="tx1"/>
              </a:solidFill>
              <a:prstDash val="solid"/>
              <a:headEnd type="none" w="med" len="med"/>
              <a:tailEnd type="none" w="med" len="med"/>
            </a:ln>
          </p:spPr>
        </p:sp>
        <p:sp>
          <p:nvSpPr>
            <p:cNvPr id="178273" name="Line 125"/>
            <p:cNvSpPr/>
            <p:nvPr/>
          </p:nvSpPr>
          <p:spPr>
            <a:xfrm>
              <a:off x="8445" y="450"/>
              <a:ext cx="340" cy="0"/>
            </a:xfrm>
            <a:prstGeom prst="line">
              <a:avLst/>
            </a:prstGeom>
            <a:ln w="28575" cap="flat" cmpd="sng">
              <a:solidFill>
                <a:schemeClr val="tx1"/>
              </a:solidFill>
              <a:prstDash val="solid"/>
              <a:headEnd type="none" w="med" len="med"/>
              <a:tailEnd type="none" w="med" len="med"/>
            </a:ln>
          </p:spPr>
        </p:sp>
        <p:sp>
          <p:nvSpPr>
            <p:cNvPr id="178274" name="Line 126"/>
            <p:cNvSpPr/>
            <p:nvPr/>
          </p:nvSpPr>
          <p:spPr>
            <a:xfrm>
              <a:off x="8785" y="90"/>
              <a:ext cx="0" cy="360"/>
            </a:xfrm>
            <a:prstGeom prst="line">
              <a:avLst/>
            </a:prstGeom>
            <a:ln w="28575" cap="flat" cmpd="sng">
              <a:solidFill>
                <a:schemeClr val="tx1"/>
              </a:solidFill>
              <a:prstDash val="solid"/>
              <a:headEnd type="none" w="med" len="med"/>
              <a:tailEnd type="none" w="med" len="med"/>
            </a:ln>
          </p:spPr>
        </p:sp>
        <p:sp>
          <p:nvSpPr>
            <p:cNvPr id="178275" name="Line 127"/>
            <p:cNvSpPr/>
            <p:nvPr/>
          </p:nvSpPr>
          <p:spPr>
            <a:xfrm>
              <a:off x="8800" y="90"/>
              <a:ext cx="282" cy="0"/>
            </a:xfrm>
            <a:prstGeom prst="line">
              <a:avLst/>
            </a:prstGeom>
            <a:ln w="28575" cap="flat" cmpd="sng">
              <a:solidFill>
                <a:schemeClr val="tx1"/>
              </a:solidFill>
              <a:prstDash val="solid"/>
              <a:headEnd type="none" w="med" len="med"/>
              <a:tailEnd type="none" w="med" len="med"/>
            </a:ln>
          </p:spPr>
        </p:sp>
        <p:sp>
          <p:nvSpPr>
            <p:cNvPr id="178276" name="Line 128"/>
            <p:cNvSpPr/>
            <p:nvPr/>
          </p:nvSpPr>
          <p:spPr>
            <a:xfrm>
              <a:off x="9095" y="90"/>
              <a:ext cx="0" cy="360"/>
            </a:xfrm>
            <a:prstGeom prst="line">
              <a:avLst/>
            </a:prstGeom>
            <a:ln w="28575" cap="flat" cmpd="sng">
              <a:solidFill>
                <a:schemeClr val="tx1"/>
              </a:solidFill>
              <a:prstDash val="solid"/>
              <a:headEnd type="none" w="med" len="med"/>
              <a:tailEnd type="none" w="med" len="med"/>
            </a:ln>
          </p:spPr>
        </p:sp>
        <p:sp>
          <p:nvSpPr>
            <p:cNvPr id="178277" name="Line 132"/>
            <p:cNvSpPr/>
            <p:nvPr/>
          </p:nvSpPr>
          <p:spPr>
            <a:xfrm>
              <a:off x="9095" y="450"/>
              <a:ext cx="340" cy="0"/>
            </a:xfrm>
            <a:prstGeom prst="line">
              <a:avLst/>
            </a:prstGeom>
            <a:ln w="28575" cap="flat" cmpd="sng">
              <a:solidFill>
                <a:schemeClr val="tx1"/>
              </a:solidFill>
              <a:prstDash val="solid"/>
              <a:headEnd type="none" w="med" len="med"/>
              <a:tailEnd type="none" w="med" len="med"/>
            </a:ln>
          </p:spPr>
        </p:sp>
        <p:sp>
          <p:nvSpPr>
            <p:cNvPr id="178278" name="Line 133"/>
            <p:cNvSpPr/>
            <p:nvPr/>
          </p:nvSpPr>
          <p:spPr>
            <a:xfrm>
              <a:off x="9435" y="90"/>
              <a:ext cx="0" cy="360"/>
            </a:xfrm>
            <a:prstGeom prst="line">
              <a:avLst/>
            </a:prstGeom>
            <a:ln w="28575" cap="flat" cmpd="sng">
              <a:solidFill>
                <a:schemeClr val="tx1"/>
              </a:solidFill>
              <a:prstDash val="solid"/>
              <a:headEnd type="none" w="med" len="med"/>
              <a:tailEnd type="none" w="med" len="med"/>
            </a:ln>
          </p:spPr>
        </p:sp>
        <p:sp>
          <p:nvSpPr>
            <p:cNvPr id="178279" name="Line 134"/>
            <p:cNvSpPr/>
            <p:nvPr/>
          </p:nvSpPr>
          <p:spPr>
            <a:xfrm>
              <a:off x="9450" y="90"/>
              <a:ext cx="282" cy="0"/>
            </a:xfrm>
            <a:prstGeom prst="line">
              <a:avLst/>
            </a:prstGeom>
            <a:ln w="28575" cap="flat" cmpd="sng">
              <a:solidFill>
                <a:schemeClr val="tx1"/>
              </a:solidFill>
              <a:prstDash val="solid"/>
              <a:headEnd type="none" w="med" len="med"/>
              <a:tailEnd type="none" w="med" len="med"/>
            </a:ln>
          </p:spPr>
        </p:sp>
        <p:sp>
          <p:nvSpPr>
            <p:cNvPr id="178280" name="Line 135"/>
            <p:cNvSpPr/>
            <p:nvPr/>
          </p:nvSpPr>
          <p:spPr>
            <a:xfrm>
              <a:off x="9745" y="90"/>
              <a:ext cx="0" cy="360"/>
            </a:xfrm>
            <a:prstGeom prst="line">
              <a:avLst/>
            </a:prstGeom>
            <a:ln w="28575" cap="flat" cmpd="sng">
              <a:solidFill>
                <a:schemeClr val="tx1"/>
              </a:solidFill>
              <a:prstDash val="solid"/>
              <a:headEnd type="none" w="med" len="med"/>
              <a:tailEnd type="none" w="med" len="med"/>
            </a:ln>
          </p:spPr>
        </p:sp>
        <p:sp>
          <p:nvSpPr>
            <p:cNvPr id="178281" name="Line 137"/>
            <p:cNvSpPr/>
            <p:nvPr/>
          </p:nvSpPr>
          <p:spPr>
            <a:xfrm>
              <a:off x="9765" y="450"/>
              <a:ext cx="340" cy="0"/>
            </a:xfrm>
            <a:prstGeom prst="line">
              <a:avLst/>
            </a:prstGeom>
            <a:ln w="28575" cap="flat" cmpd="sng">
              <a:solidFill>
                <a:schemeClr val="tx1"/>
              </a:solidFill>
              <a:prstDash val="solid"/>
              <a:headEnd type="none" w="med" len="med"/>
              <a:tailEnd type="none" w="med" len="med"/>
            </a:ln>
          </p:spPr>
        </p:sp>
        <p:sp>
          <p:nvSpPr>
            <p:cNvPr id="178282" name="Line 138"/>
            <p:cNvSpPr/>
            <p:nvPr/>
          </p:nvSpPr>
          <p:spPr>
            <a:xfrm>
              <a:off x="10105" y="90"/>
              <a:ext cx="0" cy="360"/>
            </a:xfrm>
            <a:prstGeom prst="line">
              <a:avLst/>
            </a:prstGeom>
            <a:ln w="28575" cap="flat" cmpd="sng">
              <a:solidFill>
                <a:schemeClr val="tx1"/>
              </a:solidFill>
              <a:prstDash val="solid"/>
              <a:headEnd type="none" w="med" len="med"/>
              <a:tailEnd type="none" w="med" len="med"/>
            </a:ln>
          </p:spPr>
        </p:sp>
        <p:sp>
          <p:nvSpPr>
            <p:cNvPr id="178283" name="Line 139"/>
            <p:cNvSpPr/>
            <p:nvPr/>
          </p:nvSpPr>
          <p:spPr>
            <a:xfrm>
              <a:off x="10120" y="90"/>
              <a:ext cx="282" cy="0"/>
            </a:xfrm>
            <a:prstGeom prst="line">
              <a:avLst/>
            </a:prstGeom>
            <a:ln w="28575" cap="flat" cmpd="sng">
              <a:solidFill>
                <a:schemeClr val="tx1"/>
              </a:solidFill>
              <a:prstDash val="solid"/>
              <a:headEnd type="none" w="med" len="med"/>
              <a:tailEnd type="none" w="med" len="med"/>
            </a:ln>
          </p:spPr>
        </p:sp>
        <p:sp>
          <p:nvSpPr>
            <p:cNvPr id="178284" name="Line 140"/>
            <p:cNvSpPr/>
            <p:nvPr/>
          </p:nvSpPr>
          <p:spPr>
            <a:xfrm>
              <a:off x="10415" y="90"/>
              <a:ext cx="0" cy="360"/>
            </a:xfrm>
            <a:prstGeom prst="line">
              <a:avLst/>
            </a:prstGeom>
            <a:ln w="28575" cap="flat" cmpd="sng">
              <a:solidFill>
                <a:schemeClr val="tx1"/>
              </a:solidFill>
              <a:prstDash val="solid"/>
              <a:headEnd type="none" w="med" len="med"/>
              <a:tailEnd type="none" w="med" len="med"/>
            </a:ln>
          </p:spPr>
        </p:sp>
        <p:sp>
          <p:nvSpPr>
            <p:cNvPr id="178285" name="Line 143"/>
            <p:cNvSpPr/>
            <p:nvPr/>
          </p:nvSpPr>
          <p:spPr>
            <a:xfrm>
              <a:off x="10415" y="450"/>
              <a:ext cx="340" cy="0"/>
            </a:xfrm>
            <a:prstGeom prst="line">
              <a:avLst/>
            </a:prstGeom>
            <a:ln w="28575" cap="flat" cmpd="sng">
              <a:solidFill>
                <a:schemeClr val="tx1"/>
              </a:solidFill>
              <a:prstDash val="solid"/>
              <a:headEnd type="none" w="med" len="med"/>
              <a:tailEnd type="none" w="med" len="med"/>
            </a:ln>
          </p:spPr>
        </p:sp>
        <p:sp>
          <p:nvSpPr>
            <p:cNvPr id="178286" name="Line 144"/>
            <p:cNvSpPr/>
            <p:nvPr/>
          </p:nvSpPr>
          <p:spPr>
            <a:xfrm>
              <a:off x="10755" y="90"/>
              <a:ext cx="0" cy="360"/>
            </a:xfrm>
            <a:prstGeom prst="line">
              <a:avLst/>
            </a:prstGeom>
            <a:ln w="28575" cap="flat" cmpd="sng">
              <a:solidFill>
                <a:schemeClr val="tx1"/>
              </a:solidFill>
              <a:prstDash val="solid"/>
              <a:headEnd type="none" w="med" len="med"/>
              <a:tailEnd type="none" w="med" len="med"/>
            </a:ln>
          </p:spPr>
        </p:sp>
        <p:sp>
          <p:nvSpPr>
            <p:cNvPr id="178287" name="Line 145"/>
            <p:cNvSpPr/>
            <p:nvPr/>
          </p:nvSpPr>
          <p:spPr>
            <a:xfrm>
              <a:off x="10770" y="90"/>
              <a:ext cx="282" cy="0"/>
            </a:xfrm>
            <a:prstGeom prst="line">
              <a:avLst/>
            </a:prstGeom>
            <a:ln w="28575" cap="flat" cmpd="sng">
              <a:solidFill>
                <a:schemeClr val="tx1"/>
              </a:solidFill>
              <a:prstDash val="solid"/>
              <a:headEnd type="none" w="med" len="med"/>
              <a:tailEnd type="none" w="med" len="med"/>
            </a:ln>
          </p:spPr>
        </p:sp>
        <p:sp>
          <p:nvSpPr>
            <p:cNvPr id="178288" name="Line 146"/>
            <p:cNvSpPr/>
            <p:nvPr/>
          </p:nvSpPr>
          <p:spPr>
            <a:xfrm>
              <a:off x="11065" y="90"/>
              <a:ext cx="0" cy="360"/>
            </a:xfrm>
            <a:prstGeom prst="line">
              <a:avLst/>
            </a:prstGeom>
            <a:ln w="28575" cap="flat" cmpd="sng">
              <a:solidFill>
                <a:schemeClr val="tx1"/>
              </a:solidFill>
              <a:prstDash val="solid"/>
              <a:headEnd type="none" w="med" len="med"/>
              <a:tailEnd type="none" w="med" len="med"/>
            </a:ln>
          </p:spPr>
        </p:sp>
        <p:sp>
          <p:nvSpPr>
            <p:cNvPr id="178289" name="Line 148"/>
            <p:cNvSpPr/>
            <p:nvPr/>
          </p:nvSpPr>
          <p:spPr>
            <a:xfrm>
              <a:off x="11085" y="450"/>
              <a:ext cx="340" cy="0"/>
            </a:xfrm>
            <a:prstGeom prst="line">
              <a:avLst/>
            </a:prstGeom>
            <a:ln w="28575" cap="flat" cmpd="sng">
              <a:solidFill>
                <a:schemeClr val="tx1"/>
              </a:solidFill>
              <a:prstDash val="solid"/>
              <a:headEnd type="none" w="med" len="med"/>
              <a:tailEnd type="none" w="med" len="med"/>
            </a:ln>
          </p:spPr>
        </p:sp>
        <p:sp>
          <p:nvSpPr>
            <p:cNvPr id="178290" name="Line 149"/>
            <p:cNvSpPr/>
            <p:nvPr/>
          </p:nvSpPr>
          <p:spPr>
            <a:xfrm>
              <a:off x="11425" y="90"/>
              <a:ext cx="0" cy="360"/>
            </a:xfrm>
            <a:prstGeom prst="line">
              <a:avLst/>
            </a:prstGeom>
            <a:ln w="28575" cap="flat" cmpd="sng">
              <a:solidFill>
                <a:schemeClr val="tx1"/>
              </a:solidFill>
              <a:prstDash val="solid"/>
              <a:headEnd type="none" w="med" len="med"/>
              <a:tailEnd type="none" w="med" len="med"/>
            </a:ln>
          </p:spPr>
        </p:sp>
        <p:sp>
          <p:nvSpPr>
            <p:cNvPr id="178291" name="Line 150"/>
            <p:cNvSpPr/>
            <p:nvPr/>
          </p:nvSpPr>
          <p:spPr>
            <a:xfrm>
              <a:off x="11440" y="90"/>
              <a:ext cx="282" cy="0"/>
            </a:xfrm>
            <a:prstGeom prst="line">
              <a:avLst/>
            </a:prstGeom>
            <a:ln w="28575" cap="flat" cmpd="sng">
              <a:solidFill>
                <a:schemeClr val="tx1"/>
              </a:solidFill>
              <a:prstDash val="solid"/>
              <a:headEnd type="none" w="med" len="med"/>
              <a:tailEnd type="none" w="med" len="med"/>
            </a:ln>
          </p:spPr>
        </p:sp>
        <p:sp>
          <p:nvSpPr>
            <p:cNvPr id="178292" name="Line 151"/>
            <p:cNvSpPr/>
            <p:nvPr/>
          </p:nvSpPr>
          <p:spPr>
            <a:xfrm>
              <a:off x="11735" y="90"/>
              <a:ext cx="0" cy="360"/>
            </a:xfrm>
            <a:prstGeom prst="line">
              <a:avLst/>
            </a:prstGeom>
            <a:ln w="28575" cap="flat" cmpd="sng">
              <a:solidFill>
                <a:schemeClr val="tx1"/>
              </a:solidFill>
              <a:prstDash val="solid"/>
              <a:headEnd type="none" w="med" len="med"/>
              <a:tailEnd type="none" w="med" len="med"/>
            </a:ln>
          </p:spPr>
        </p:sp>
        <p:sp>
          <p:nvSpPr>
            <p:cNvPr id="178293" name="Line 153"/>
            <p:cNvSpPr/>
            <p:nvPr/>
          </p:nvSpPr>
          <p:spPr>
            <a:xfrm>
              <a:off x="11760" y="450"/>
              <a:ext cx="340" cy="0"/>
            </a:xfrm>
            <a:prstGeom prst="line">
              <a:avLst/>
            </a:prstGeom>
            <a:ln w="28575" cap="flat" cmpd="sng">
              <a:solidFill>
                <a:schemeClr val="tx1"/>
              </a:solidFill>
              <a:prstDash val="solid"/>
              <a:headEnd type="none" w="med" len="med"/>
              <a:tailEnd type="none" w="med" len="med"/>
            </a:ln>
          </p:spPr>
        </p:sp>
        <p:sp>
          <p:nvSpPr>
            <p:cNvPr id="178294" name="Line 154"/>
            <p:cNvSpPr/>
            <p:nvPr/>
          </p:nvSpPr>
          <p:spPr>
            <a:xfrm>
              <a:off x="12100" y="90"/>
              <a:ext cx="0" cy="360"/>
            </a:xfrm>
            <a:prstGeom prst="line">
              <a:avLst/>
            </a:prstGeom>
            <a:ln w="28575" cap="flat" cmpd="sng">
              <a:solidFill>
                <a:schemeClr val="tx1"/>
              </a:solidFill>
              <a:prstDash val="solid"/>
              <a:headEnd type="none" w="med" len="med"/>
              <a:tailEnd type="none" w="med" len="med"/>
            </a:ln>
          </p:spPr>
        </p:sp>
        <p:sp>
          <p:nvSpPr>
            <p:cNvPr id="178295" name="Line 155"/>
            <p:cNvSpPr/>
            <p:nvPr/>
          </p:nvSpPr>
          <p:spPr>
            <a:xfrm>
              <a:off x="12115" y="90"/>
              <a:ext cx="282" cy="0"/>
            </a:xfrm>
            <a:prstGeom prst="line">
              <a:avLst/>
            </a:prstGeom>
            <a:ln w="28575" cap="flat" cmpd="sng">
              <a:solidFill>
                <a:schemeClr val="tx1"/>
              </a:solidFill>
              <a:prstDash val="solid"/>
              <a:headEnd type="none" w="med" len="med"/>
              <a:tailEnd type="none" w="med" len="med"/>
            </a:ln>
          </p:spPr>
        </p:sp>
        <p:sp>
          <p:nvSpPr>
            <p:cNvPr id="178296" name="Line 156"/>
            <p:cNvSpPr/>
            <p:nvPr/>
          </p:nvSpPr>
          <p:spPr>
            <a:xfrm>
              <a:off x="12410" y="90"/>
              <a:ext cx="0" cy="360"/>
            </a:xfrm>
            <a:prstGeom prst="line">
              <a:avLst/>
            </a:prstGeom>
            <a:ln w="28575" cap="flat" cmpd="sng">
              <a:solidFill>
                <a:schemeClr val="tx1"/>
              </a:solidFill>
              <a:prstDash val="solid"/>
              <a:headEnd type="none" w="med" len="med"/>
              <a:tailEnd type="none" w="med" len="med"/>
            </a:ln>
          </p:spPr>
        </p:sp>
        <p:sp>
          <p:nvSpPr>
            <p:cNvPr id="178297" name="Line 158"/>
            <p:cNvSpPr/>
            <p:nvPr/>
          </p:nvSpPr>
          <p:spPr>
            <a:xfrm>
              <a:off x="12410" y="450"/>
              <a:ext cx="340" cy="0"/>
            </a:xfrm>
            <a:prstGeom prst="line">
              <a:avLst/>
            </a:prstGeom>
            <a:ln w="28575" cap="flat" cmpd="sng">
              <a:solidFill>
                <a:schemeClr val="tx1"/>
              </a:solidFill>
              <a:prstDash val="solid"/>
              <a:headEnd type="none" w="med" len="med"/>
              <a:tailEnd type="none" w="med" len="med"/>
            </a:ln>
          </p:spPr>
        </p:sp>
        <p:sp>
          <p:nvSpPr>
            <p:cNvPr id="178298" name="Line 159"/>
            <p:cNvSpPr/>
            <p:nvPr/>
          </p:nvSpPr>
          <p:spPr>
            <a:xfrm>
              <a:off x="12750" y="90"/>
              <a:ext cx="0" cy="360"/>
            </a:xfrm>
            <a:prstGeom prst="line">
              <a:avLst/>
            </a:prstGeom>
            <a:ln w="28575" cap="flat" cmpd="sng">
              <a:solidFill>
                <a:schemeClr val="tx1"/>
              </a:solidFill>
              <a:prstDash val="solid"/>
              <a:headEnd type="none" w="med" len="med"/>
              <a:tailEnd type="none" w="med" len="med"/>
            </a:ln>
          </p:spPr>
        </p:sp>
        <p:sp>
          <p:nvSpPr>
            <p:cNvPr id="178299" name="Line 160"/>
            <p:cNvSpPr/>
            <p:nvPr/>
          </p:nvSpPr>
          <p:spPr>
            <a:xfrm>
              <a:off x="12765" y="90"/>
              <a:ext cx="282" cy="0"/>
            </a:xfrm>
            <a:prstGeom prst="line">
              <a:avLst/>
            </a:prstGeom>
            <a:ln w="28575" cap="flat" cmpd="sng">
              <a:solidFill>
                <a:schemeClr val="tx1"/>
              </a:solidFill>
              <a:prstDash val="solid"/>
              <a:headEnd type="none" w="med" len="med"/>
              <a:tailEnd type="none" w="med" len="med"/>
            </a:ln>
          </p:spPr>
        </p:sp>
        <p:sp>
          <p:nvSpPr>
            <p:cNvPr id="178300" name="Line 161"/>
            <p:cNvSpPr/>
            <p:nvPr/>
          </p:nvSpPr>
          <p:spPr>
            <a:xfrm>
              <a:off x="13060" y="90"/>
              <a:ext cx="0" cy="360"/>
            </a:xfrm>
            <a:prstGeom prst="line">
              <a:avLst/>
            </a:prstGeom>
            <a:ln w="28575" cap="flat" cmpd="sng">
              <a:solidFill>
                <a:schemeClr val="tx1"/>
              </a:solidFill>
              <a:prstDash val="solid"/>
              <a:headEnd type="none" w="med" len="med"/>
              <a:tailEnd type="none" w="med" len="med"/>
            </a:ln>
          </p:spPr>
        </p:sp>
        <p:sp>
          <p:nvSpPr>
            <p:cNvPr id="178301" name="Line 162"/>
            <p:cNvSpPr/>
            <p:nvPr/>
          </p:nvSpPr>
          <p:spPr>
            <a:xfrm>
              <a:off x="1535" y="450"/>
              <a:ext cx="0" cy="2881"/>
            </a:xfrm>
            <a:prstGeom prst="line">
              <a:avLst/>
            </a:prstGeom>
            <a:ln w="28575" cap="flat" cmpd="sng">
              <a:solidFill>
                <a:schemeClr val="tx1"/>
              </a:solidFill>
              <a:prstDash val="dash"/>
              <a:headEnd type="none" w="med" len="med"/>
              <a:tailEnd type="none" w="med" len="med"/>
            </a:ln>
          </p:spPr>
        </p:sp>
        <p:sp>
          <p:nvSpPr>
            <p:cNvPr id="178302" name="Line 164"/>
            <p:cNvSpPr/>
            <p:nvPr/>
          </p:nvSpPr>
          <p:spPr>
            <a:xfrm>
              <a:off x="2210" y="450"/>
              <a:ext cx="0" cy="2881"/>
            </a:xfrm>
            <a:prstGeom prst="line">
              <a:avLst/>
            </a:prstGeom>
            <a:ln w="28575" cap="flat" cmpd="sng">
              <a:solidFill>
                <a:schemeClr val="tx1"/>
              </a:solidFill>
              <a:prstDash val="dash"/>
              <a:headEnd type="none" w="med" len="med"/>
              <a:tailEnd type="none" w="med" len="med"/>
            </a:ln>
          </p:spPr>
        </p:sp>
        <p:sp>
          <p:nvSpPr>
            <p:cNvPr id="178303" name="Line 168"/>
            <p:cNvSpPr/>
            <p:nvPr/>
          </p:nvSpPr>
          <p:spPr>
            <a:xfrm>
              <a:off x="2855" y="450"/>
              <a:ext cx="0" cy="2881"/>
            </a:xfrm>
            <a:prstGeom prst="line">
              <a:avLst/>
            </a:prstGeom>
            <a:ln w="28575" cap="flat" cmpd="sng">
              <a:solidFill>
                <a:schemeClr val="tx1"/>
              </a:solidFill>
              <a:prstDash val="dash"/>
              <a:headEnd type="none" w="med" len="med"/>
              <a:tailEnd type="none" w="med" len="med"/>
            </a:ln>
          </p:spPr>
        </p:sp>
        <p:sp>
          <p:nvSpPr>
            <p:cNvPr id="178304" name="Line 170"/>
            <p:cNvSpPr/>
            <p:nvPr/>
          </p:nvSpPr>
          <p:spPr>
            <a:xfrm>
              <a:off x="3530" y="450"/>
              <a:ext cx="0" cy="2881"/>
            </a:xfrm>
            <a:prstGeom prst="line">
              <a:avLst/>
            </a:prstGeom>
            <a:ln w="28575" cap="flat" cmpd="sng">
              <a:solidFill>
                <a:schemeClr val="tx1"/>
              </a:solidFill>
              <a:prstDash val="dash"/>
              <a:headEnd type="none" w="med" len="med"/>
              <a:tailEnd type="none" w="med" len="med"/>
            </a:ln>
          </p:spPr>
        </p:sp>
        <p:sp>
          <p:nvSpPr>
            <p:cNvPr id="178305" name="Line 219"/>
            <p:cNvSpPr/>
            <p:nvPr/>
          </p:nvSpPr>
          <p:spPr>
            <a:xfrm>
              <a:off x="4175" y="450"/>
              <a:ext cx="0" cy="2881"/>
            </a:xfrm>
            <a:prstGeom prst="line">
              <a:avLst/>
            </a:prstGeom>
            <a:ln w="28575" cap="flat" cmpd="sng">
              <a:solidFill>
                <a:schemeClr val="tx1"/>
              </a:solidFill>
              <a:prstDash val="dash"/>
              <a:headEnd type="none" w="med" len="med"/>
              <a:tailEnd type="none" w="med" len="med"/>
            </a:ln>
          </p:spPr>
        </p:sp>
        <p:sp>
          <p:nvSpPr>
            <p:cNvPr id="178306" name="Line 220"/>
            <p:cNvSpPr/>
            <p:nvPr/>
          </p:nvSpPr>
          <p:spPr>
            <a:xfrm>
              <a:off x="4850" y="450"/>
              <a:ext cx="0" cy="2881"/>
            </a:xfrm>
            <a:prstGeom prst="line">
              <a:avLst/>
            </a:prstGeom>
            <a:ln w="28575" cap="flat" cmpd="sng">
              <a:solidFill>
                <a:schemeClr val="tx1"/>
              </a:solidFill>
              <a:prstDash val="dash"/>
              <a:headEnd type="none" w="med" len="med"/>
              <a:tailEnd type="none" w="med" len="med"/>
            </a:ln>
          </p:spPr>
        </p:sp>
        <p:sp>
          <p:nvSpPr>
            <p:cNvPr id="178307" name="Line 221"/>
            <p:cNvSpPr/>
            <p:nvPr/>
          </p:nvSpPr>
          <p:spPr>
            <a:xfrm>
              <a:off x="5495" y="450"/>
              <a:ext cx="0" cy="2881"/>
            </a:xfrm>
            <a:prstGeom prst="line">
              <a:avLst/>
            </a:prstGeom>
            <a:ln w="28575" cap="flat" cmpd="sng">
              <a:solidFill>
                <a:schemeClr val="tx1"/>
              </a:solidFill>
              <a:prstDash val="dash"/>
              <a:headEnd type="none" w="med" len="med"/>
              <a:tailEnd type="none" w="med" len="med"/>
            </a:ln>
          </p:spPr>
        </p:sp>
        <p:sp>
          <p:nvSpPr>
            <p:cNvPr id="178308" name="Line 222"/>
            <p:cNvSpPr/>
            <p:nvPr/>
          </p:nvSpPr>
          <p:spPr>
            <a:xfrm>
              <a:off x="6170" y="450"/>
              <a:ext cx="0" cy="2881"/>
            </a:xfrm>
            <a:prstGeom prst="line">
              <a:avLst/>
            </a:prstGeom>
            <a:ln w="28575" cap="flat" cmpd="sng">
              <a:solidFill>
                <a:schemeClr val="tx1"/>
              </a:solidFill>
              <a:prstDash val="dash"/>
              <a:headEnd type="none" w="med" len="med"/>
              <a:tailEnd type="none" w="med" len="med"/>
            </a:ln>
          </p:spPr>
        </p:sp>
        <p:sp>
          <p:nvSpPr>
            <p:cNvPr id="178309" name="Line 224"/>
            <p:cNvSpPr/>
            <p:nvPr/>
          </p:nvSpPr>
          <p:spPr>
            <a:xfrm>
              <a:off x="6790" y="450"/>
              <a:ext cx="0" cy="2881"/>
            </a:xfrm>
            <a:prstGeom prst="line">
              <a:avLst/>
            </a:prstGeom>
            <a:ln w="28575" cap="flat" cmpd="sng">
              <a:solidFill>
                <a:schemeClr val="tx1"/>
              </a:solidFill>
              <a:prstDash val="dash"/>
              <a:headEnd type="none" w="med" len="med"/>
              <a:tailEnd type="none" w="med" len="med"/>
            </a:ln>
          </p:spPr>
        </p:sp>
        <p:sp>
          <p:nvSpPr>
            <p:cNvPr id="178310" name="Line 225"/>
            <p:cNvSpPr/>
            <p:nvPr/>
          </p:nvSpPr>
          <p:spPr>
            <a:xfrm>
              <a:off x="7465" y="450"/>
              <a:ext cx="0" cy="2881"/>
            </a:xfrm>
            <a:prstGeom prst="line">
              <a:avLst/>
            </a:prstGeom>
            <a:ln w="28575" cap="flat" cmpd="sng">
              <a:solidFill>
                <a:schemeClr val="tx1"/>
              </a:solidFill>
              <a:prstDash val="dash"/>
              <a:headEnd type="none" w="med" len="med"/>
              <a:tailEnd type="none" w="med" len="med"/>
            </a:ln>
          </p:spPr>
        </p:sp>
        <p:sp>
          <p:nvSpPr>
            <p:cNvPr id="178311" name="Line 226"/>
            <p:cNvSpPr/>
            <p:nvPr/>
          </p:nvSpPr>
          <p:spPr>
            <a:xfrm>
              <a:off x="8110" y="450"/>
              <a:ext cx="0" cy="2881"/>
            </a:xfrm>
            <a:prstGeom prst="line">
              <a:avLst/>
            </a:prstGeom>
            <a:ln w="28575" cap="flat" cmpd="sng">
              <a:solidFill>
                <a:schemeClr val="tx1"/>
              </a:solidFill>
              <a:prstDash val="dash"/>
              <a:headEnd type="none" w="med" len="med"/>
              <a:tailEnd type="none" w="med" len="med"/>
            </a:ln>
          </p:spPr>
        </p:sp>
        <p:sp>
          <p:nvSpPr>
            <p:cNvPr id="178312" name="Line 227"/>
            <p:cNvSpPr/>
            <p:nvPr/>
          </p:nvSpPr>
          <p:spPr>
            <a:xfrm>
              <a:off x="8785" y="450"/>
              <a:ext cx="0" cy="2881"/>
            </a:xfrm>
            <a:prstGeom prst="line">
              <a:avLst/>
            </a:prstGeom>
            <a:ln w="28575" cap="flat" cmpd="sng">
              <a:solidFill>
                <a:schemeClr val="tx1"/>
              </a:solidFill>
              <a:prstDash val="dash"/>
              <a:headEnd type="none" w="med" len="med"/>
              <a:tailEnd type="none" w="med" len="med"/>
            </a:ln>
          </p:spPr>
        </p:sp>
        <p:sp>
          <p:nvSpPr>
            <p:cNvPr id="178313" name="Line 230"/>
            <p:cNvSpPr/>
            <p:nvPr/>
          </p:nvSpPr>
          <p:spPr>
            <a:xfrm>
              <a:off x="9430" y="450"/>
              <a:ext cx="0" cy="2881"/>
            </a:xfrm>
            <a:prstGeom prst="line">
              <a:avLst/>
            </a:prstGeom>
            <a:ln w="28575" cap="flat" cmpd="sng">
              <a:solidFill>
                <a:schemeClr val="tx1"/>
              </a:solidFill>
              <a:prstDash val="dash"/>
              <a:headEnd type="none" w="med" len="med"/>
              <a:tailEnd type="none" w="med" len="med"/>
            </a:ln>
          </p:spPr>
        </p:sp>
        <p:sp>
          <p:nvSpPr>
            <p:cNvPr id="178314" name="Line 231"/>
            <p:cNvSpPr/>
            <p:nvPr/>
          </p:nvSpPr>
          <p:spPr>
            <a:xfrm>
              <a:off x="10105" y="450"/>
              <a:ext cx="0" cy="2881"/>
            </a:xfrm>
            <a:prstGeom prst="line">
              <a:avLst/>
            </a:prstGeom>
            <a:ln w="28575" cap="flat" cmpd="sng">
              <a:solidFill>
                <a:schemeClr val="tx1"/>
              </a:solidFill>
              <a:prstDash val="dash"/>
              <a:headEnd type="none" w="med" len="med"/>
              <a:tailEnd type="none" w="med" len="med"/>
            </a:ln>
          </p:spPr>
        </p:sp>
        <p:sp>
          <p:nvSpPr>
            <p:cNvPr id="178315" name="Line 232"/>
            <p:cNvSpPr/>
            <p:nvPr/>
          </p:nvSpPr>
          <p:spPr>
            <a:xfrm>
              <a:off x="10750" y="450"/>
              <a:ext cx="0" cy="2881"/>
            </a:xfrm>
            <a:prstGeom prst="line">
              <a:avLst/>
            </a:prstGeom>
            <a:ln w="28575" cap="flat" cmpd="sng">
              <a:solidFill>
                <a:schemeClr val="tx1"/>
              </a:solidFill>
              <a:prstDash val="dash"/>
              <a:headEnd type="none" w="med" len="med"/>
              <a:tailEnd type="none" w="med" len="med"/>
            </a:ln>
          </p:spPr>
        </p:sp>
        <p:sp>
          <p:nvSpPr>
            <p:cNvPr id="178316" name="Line 233"/>
            <p:cNvSpPr/>
            <p:nvPr/>
          </p:nvSpPr>
          <p:spPr>
            <a:xfrm>
              <a:off x="11425" y="450"/>
              <a:ext cx="0" cy="2881"/>
            </a:xfrm>
            <a:prstGeom prst="line">
              <a:avLst/>
            </a:prstGeom>
            <a:ln w="28575" cap="flat" cmpd="sng">
              <a:solidFill>
                <a:schemeClr val="tx1"/>
              </a:solidFill>
              <a:prstDash val="dash"/>
              <a:headEnd type="none" w="med" len="med"/>
              <a:tailEnd type="none" w="med" len="med"/>
            </a:ln>
          </p:spPr>
        </p:sp>
        <p:sp>
          <p:nvSpPr>
            <p:cNvPr id="178317" name="Line 235"/>
            <p:cNvSpPr/>
            <p:nvPr/>
          </p:nvSpPr>
          <p:spPr>
            <a:xfrm>
              <a:off x="12095" y="450"/>
              <a:ext cx="0" cy="2772"/>
            </a:xfrm>
            <a:prstGeom prst="line">
              <a:avLst/>
            </a:prstGeom>
            <a:ln w="28575" cap="flat" cmpd="sng">
              <a:solidFill>
                <a:schemeClr val="tx1"/>
              </a:solidFill>
              <a:prstDash val="dash"/>
              <a:headEnd type="none" w="med" len="med"/>
              <a:tailEnd type="none" w="med" len="med"/>
            </a:ln>
          </p:spPr>
        </p:sp>
        <p:sp>
          <p:nvSpPr>
            <p:cNvPr id="178318" name="Line 236"/>
            <p:cNvSpPr/>
            <p:nvPr/>
          </p:nvSpPr>
          <p:spPr>
            <a:xfrm>
              <a:off x="12770" y="450"/>
              <a:ext cx="0" cy="2772"/>
            </a:xfrm>
            <a:prstGeom prst="line">
              <a:avLst/>
            </a:prstGeom>
            <a:ln w="28575" cap="flat" cmpd="sng">
              <a:solidFill>
                <a:schemeClr val="tx1"/>
              </a:solidFill>
              <a:prstDash val="dash"/>
              <a:headEnd type="none" w="med" len="med"/>
              <a:tailEnd type="none" w="med" len="med"/>
            </a:ln>
          </p:spPr>
        </p:sp>
        <p:sp>
          <p:nvSpPr>
            <p:cNvPr id="178319" name="Line 239"/>
            <p:cNvSpPr/>
            <p:nvPr/>
          </p:nvSpPr>
          <p:spPr>
            <a:xfrm>
              <a:off x="1200" y="630"/>
              <a:ext cx="340" cy="0"/>
            </a:xfrm>
            <a:prstGeom prst="line">
              <a:avLst/>
            </a:prstGeom>
            <a:ln w="28575" cap="flat" cmpd="sng">
              <a:solidFill>
                <a:schemeClr val="tx1"/>
              </a:solidFill>
              <a:prstDash val="solid"/>
              <a:headEnd type="none" w="med" len="med"/>
              <a:tailEnd type="none" w="med" len="med"/>
            </a:ln>
          </p:spPr>
        </p:sp>
        <p:sp>
          <p:nvSpPr>
            <p:cNvPr id="178320" name="Line 240"/>
            <p:cNvSpPr/>
            <p:nvPr/>
          </p:nvSpPr>
          <p:spPr>
            <a:xfrm>
              <a:off x="2185" y="630"/>
              <a:ext cx="680" cy="0"/>
            </a:xfrm>
            <a:prstGeom prst="line">
              <a:avLst/>
            </a:prstGeom>
            <a:ln w="28575" cap="flat" cmpd="sng">
              <a:solidFill>
                <a:schemeClr val="tx1"/>
              </a:solidFill>
              <a:prstDash val="solid"/>
              <a:headEnd type="none" w="med" len="med"/>
              <a:tailEnd type="none" w="med" len="med"/>
            </a:ln>
          </p:spPr>
        </p:sp>
        <p:sp>
          <p:nvSpPr>
            <p:cNvPr id="178321" name="Line 241"/>
            <p:cNvSpPr/>
            <p:nvPr/>
          </p:nvSpPr>
          <p:spPr>
            <a:xfrm>
              <a:off x="2210" y="630"/>
              <a:ext cx="0" cy="360"/>
            </a:xfrm>
            <a:prstGeom prst="line">
              <a:avLst/>
            </a:prstGeom>
            <a:ln w="28575" cap="flat" cmpd="sng">
              <a:solidFill>
                <a:schemeClr val="tx1"/>
              </a:solidFill>
              <a:prstDash val="solid"/>
              <a:headEnd type="none" w="med" len="med"/>
              <a:tailEnd type="none" w="med" len="med"/>
            </a:ln>
          </p:spPr>
        </p:sp>
        <p:sp>
          <p:nvSpPr>
            <p:cNvPr id="178322" name="Line 242"/>
            <p:cNvSpPr/>
            <p:nvPr/>
          </p:nvSpPr>
          <p:spPr>
            <a:xfrm>
              <a:off x="2855" y="630"/>
              <a:ext cx="0" cy="360"/>
            </a:xfrm>
            <a:prstGeom prst="line">
              <a:avLst/>
            </a:prstGeom>
            <a:ln w="28575" cap="flat" cmpd="sng">
              <a:solidFill>
                <a:schemeClr val="tx1"/>
              </a:solidFill>
              <a:prstDash val="solid"/>
              <a:headEnd type="none" w="med" len="med"/>
              <a:tailEnd type="none" w="med" len="med"/>
            </a:ln>
          </p:spPr>
        </p:sp>
        <p:sp>
          <p:nvSpPr>
            <p:cNvPr id="178323" name="Line 243"/>
            <p:cNvSpPr/>
            <p:nvPr/>
          </p:nvSpPr>
          <p:spPr>
            <a:xfrm>
              <a:off x="1510" y="971"/>
              <a:ext cx="680" cy="0"/>
            </a:xfrm>
            <a:prstGeom prst="line">
              <a:avLst/>
            </a:prstGeom>
            <a:ln w="28575" cap="flat" cmpd="sng">
              <a:solidFill>
                <a:schemeClr val="tx1"/>
              </a:solidFill>
              <a:prstDash val="solid"/>
              <a:headEnd type="none" w="med" len="med"/>
              <a:tailEnd type="none" w="med" len="med"/>
            </a:ln>
          </p:spPr>
        </p:sp>
        <p:sp>
          <p:nvSpPr>
            <p:cNvPr id="178324" name="Line 246"/>
            <p:cNvSpPr/>
            <p:nvPr/>
          </p:nvSpPr>
          <p:spPr>
            <a:xfrm>
              <a:off x="3505" y="630"/>
              <a:ext cx="680" cy="0"/>
            </a:xfrm>
            <a:prstGeom prst="line">
              <a:avLst/>
            </a:prstGeom>
            <a:ln w="28575" cap="flat" cmpd="sng">
              <a:solidFill>
                <a:schemeClr val="tx1"/>
              </a:solidFill>
              <a:prstDash val="solid"/>
              <a:headEnd type="none" w="med" len="med"/>
              <a:tailEnd type="none" w="med" len="med"/>
            </a:ln>
          </p:spPr>
        </p:sp>
        <p:sp>
          <p:nvSpPr>
            <p:cNvPr id="178325" name="Line 247"/>
            <p:cNvSpPr/>
            <p:nvPr/>
          </p:nvSpPr>
          <p:spPr>
            <a:xfrm>
              <a:off x="3530" y="630"/>
              <a:ext cx="0" cy="360"/>
            </a:xfrm>
            <a:prstGeom prst="line">
              <a:avLst/>
            </a:prstGeom>
            <a:ln w="28575" cap="flat" cmpd="sng">
              <a:solidFill>
                <a:schemeClr val="tx1"/>
              </a:solidFill>
              <a:prstDash val="solid"/>
              <a:headEnd type="none" w="med" len="med"/>
              <a:tailEnd type="none" w="med" len="med"/>
            </a:ln>
          </p:spPr>
        </p:sp>
        <p:sp>
          <p:nvSpPr>
            <p:cNvPr id="178326" name="Line 248"/>
            <p:cNvSpPr/>
            <p:nvPr/>
          </p:nvSpPr>
          <p:spPr>
            <a:xfrm>
              <a:off x="4175" y="630"/>
              <a:ext cx="0" cy="360"/>
            </a:xfrm>
            <a:prstGeom prst="line">
              <a:avLst/>
            </a:prstGeom>
            <a:ln w="28575" cap="flat" cmpd="sng">
              <a:solidFill>
                <a:schemeClr val="tx1"/>
              </a:solidFill>
              <a:prstDash val="solid"/>
              <a:headEnd type="none" w="med" len="med"/>
              <a:tailEnd type="none" w="med" len="med"/>
            </a:ln>
          </p:spPr>
        </p:sp>
        <p:sp>
          <p:nvSpPr>
            <p:cNvPr id="178327" name="Line 249"/>
            <p:cNvSpPr/>
            <p:nvPr/>
          </p:nvSpPr>
          <p:spPr>
            <a:xfrm>
              <a:off x="2830" y="971"/>
              <a:ext cx="680" cy="0"/>
            </a:xfrm>
            <a:prstGeom prst="line">
              <a:avLst/>
            </a:prstGeom>
            <a:ln w="28575" cap="flat" cmpd="sng">
              <a:solidFill>
                <a:schemeClr val="tx1"/>
              </a:solidFill>
              <a:prstDash val="solid"/>
              <a:headEnd type="none" w="med" len="med"/>
              <a:tailEnd type="none" w="med" len="med"/>
            </a:ln>
          </p:spPr>
        </p:sp>
        <p:sp>
          <p:nvSpPr>
            <p:cNvPr id="178328" name="Line 253"/>
            <p:cNvSpPr/>
            <p:nvPr/>
          </p:nvSpPr>
          <p:spPr>
            <a:xfrm>
              <a:off x="4825" y="630"/>
              <a:ext cx="680" cy="0"/>
            </a:xfrm>
            <a:prstGeom prst="line">
              <a:avLst/>
            </a:prstGeom>
            <a:ln w="28575" cap="flat" cmpd="sng">
              <a:solidFill>
                <a:schemeClr val="tx1"/>
              </a:solidFill>
              <a:prstDash val="solid"/>
              <a:headEnd type="none" w="med" len="med"/>
              <a:tailEnd type="none" w="med" len="med"/>
            </a:ln>
          </p:spPr>
        </p:sp>
        <p:sp>
          <p:nvSpPr>
            <p:cNvPr id="178329" name="Line 254"/>
            <p:cNvSpPr/>
            <p:nvPr/>
          </p:nvSpPr>
          <p:spPr>
            <a:xfrm>
              <a:off x="4850" y="630"/>
              <a:ext cx="0" cy="360"/>
            </a:xfrm>
            <a:prstGeom prst="line">
              <a:avLst/>
            </a:prstGeom>
            <a:ln w="28575" cap="flat" cmpd="sng">
              <a:solidFill>
                <a:schemeClr val="tx1"/>
              </a:solidFill>
              <a:prstDash val="solid"/>
              <a:headEnd type="none" w="med" len="med"/>
              <a:tailEnd type="none" w="med" len="med"/>
            </a:ln>
          </p:spPr>
        </p:sp>
        <p:sp>
          <p:nvSpPr>
            <p:cNvPr id="178330" name="Line 255"/>
            <p:cNvSpPr/>
            <p:nvPr/>
          </p:nvSpPr>
          <p:spPr>
            <a:xfrm>
              <a:off x="5495" y="630"/>
              <a:ext cx="0" cy="360"/>
            </a:xfrm>
            <a:prstGeom prst="line">
              <a:avLst/>
            </a:prstGeom>
            <a:ln w="28575" cap="flat" cmpd="sng">
              <a:solidFill>
                <a:schemeClr val="tx1"/>
              </a:solidFill>
              <a:prstDash val="solid"/>
              <a:headEnd type="none" w="med" len="med"/>
              <a:tailEnd type="none" w="med" len="med"/>
            </a:ln>
          </p:spPr>
        </p:sp>
        <p:sp>
          <p:nvSpPr>
            <p:cNvPr id="178331" name="Line 256"/>
            <p:cNvSpPr/>
            <p:nvPr/>
          </p:nvSpPr>
          <p:spPr>
            <a:xfrm>
              <a:off x="4150" y="971"/>
              <a:ext cx="680" cy="0"/>
            </a:xfrm>
            <a:prstGeom prst="line">
              <a:avLst/>
            </a:prstGeom>
            <a:ln w="28575" cap="flat" cmpd="sng">
              <a:solidFill>
                <a:schemeClr val="tx1"/>
              </a:solidFill>
              <a:prstDash val="solid"/>
              <a:headEnd type="none" w="med" len="med"/>
              <a:tailEnd type="none" w="med" len="med"/>
            </a:ln>
          </p:spPr>
        </p:sp>
        <p:sp>
          <p:nvSpPr>
            <p:cNvPr id="178332" name="Line 258"/>
            <p:cNvSpPr/>
            <p:nvPr/>
          </p:nvSpPr>
          <p:spPr>
            <a:xfrm>
              <a:off x="6145" y="630"/>
              <a:ext cx="680" cy="0"/>
            </a:xfrm>
            <a:prstGeom prst="line">
              <a:avLst/>
            </a:prstGeom>
            <a:ln w="28575" cap="flat" cmpd="sng">
              <a:solidFill>
                <a:schemeClr val="tx1"/>
              </a:solidFill>
              <a:prstDash val="solid"/>
              <a:headEnd type="none" w="med" len="med"/>
              <a:tailEnd type="none" w="med" len="med"/>
            </a:ln>
          </p:spPr>
        </p:sp>
        <p:sp>
          <p:nvSpPr>
            <p:cNvPr id="178333" name="Line 259"/>
            <p:cNvSpPr/>
            <p:nvPr/>
          </p:nvSpPr>
          <p:spPr>
            <a:xfrm>
              <a:off x="6170" y="630"/>
              <a:ext cx="0" cy="360"/>
            </a:xfrm>
            <a:prstGeom prst="line">
              <a:avLst/>
            </a:prstGeom>
            <a:ln w="28575" cap="flat" cmpd="sng">
              <a:solidFill>
                <a:schemeClr val="tx1"/>
              </a:solidFill>
              <a:prstDash val="solid"/>
              <a:headEnd type="none" w="med" len="med"/>
              <a:tailEnd type="none" w="med" len="med"/>
            </a:ln>
          </p:spPr>
        </p:sp>
        <p:sp>
          <p:nvSpPr>
            <p:cNvPr id="178334" name="Line 260"/>
            <p:cNvSpPr/>
            <p:nvPr/>
          </p:nvSpPr>
          <p:spPr>
            <a:xfrm>
              <a:off x="6815" y="630"/>
              <a:ext cx="0" cy="360"/>
            </a:xfrm>
            <a:prstGeom prst="line">
              <a:avLst/>
            </a:prstGeom>
            <a:ln w="28575" cap="flat" cmpd="sng">
              <a:solidFill>
                <a:schemeClr val="tx1"/>
              </a:solidFill>
              <a:prstDash val="solid"/>
              <a:headEnd type="none" w="med" len="med"/>
              <a:tailEnd type="none" w="med" len="med"/>
            </a:ln>
          </p:spPr>
        </p:sp>
        <p:sp>
          <p:nvSpPr>
            <p:cNvPr id="178335" name="Line 261"/>
            <p:cNvSpPr/>
            <p:nvPr/>
          </p:nvSpPr>
          <p:spPr>
            <a:xfrm>
              <a:off x="5470" y="971"/>
              <a:ext cx="680" cy="0"/>
            </a:xfrm>
            <a:prstGeom prst="line">
              <a:avLst/>
            </a:prstGeom>
            <a:ln w="28575" cap="flat" cmpd="sng">
              <a:solidFill>
                <a:schemeClr val="tx1"/>
              </a:solidFill>
              <a:prstDash val="solid"/>
              <a:headEnd type="none" w="med" len="med"/>
              <a:tailEnd type="none" w="med" len="med"/>
            </a:ln>
          </p:spPr>
        </p:sp>
        <p:sp>
          <p:nvSpPr>
            <p:cNvPr id="178336" name="Line 264"/>
            <p:cNvSpPr/>
            <p:nvPr/>
          </p:nvSpPr>
          <p:spPr>
            <a:xfrm>
              <a:off x="7445" y="630"/>
              <a:ext cx="680" cy="0"/>
            </a:xfrm>
            <a:prstGeom prst="line">
              <a:avLst/>
            </a:prstGeom>
            <a:ln w="28575" cap="flat" cmpd="sng">
              <a:solidFill>
                <a:schemeClr val="tx1"/>
              </a:solidFill>
              <a:prstDash val="solid"/>
              <a:headEnd type="none" w="med" len="med"/>
              <a:tailEnd type="none" w="med" len="med"/>
            </a:ln>
          </p:spPr>
        </p:sp>
        <p:sp>
          <p:nvSpPr>
            <p:cNvPr id="178337" name="Line 265"/>
            <p:cNvSpPr/>
            <p:nvPr/>
          </p:nvSpPr>
          <p:spPr>
            <a:xfrm>
              <a:off x="7470" y="630"/>
              <a:ext cx="0" cy="360"/>
            </a:xfrm>
            <a:prstGeom prst="line">
              <a:avLst/>
            </a:prstGeom>
            <a:ln w="28575" cap="flat" cmpd="sng">
              <a:solidFill>
                <a:schemeClr val="tx1"/>
              </a:solidFill>
              <a:prstDash val="solid"/>
              <a:headEnd type="none" w="med" len="med"/>
              <a:tailEnd type="none" w="med" len="med"/>
            </a:ln>
          </p:spPr>
        </p:sp>
        <p:sp>
          <p:nvSpPr>
            <p:cNvPr id="178338" name="Line 266"/>
            <p:cNvSpPr/>
            <p:nvPr/>
          </p:nvSpPr>
          <p:spPr>
            <a:xfrm>
              <a:off x="8115" y="630"/>
              <a:ext cx="0" cy="360"/>
            </a:xfrm>
            <a:prstGeom prst="line">
              <a:avLst/>
            </a:prstGeom>
            <a:ln w="28575" cap="flat" cmpd="sng">
              <a:solidFill>
                <a:schemeClr val="tx1"/>
              </a:solidFill>
              <a:prstDash val="solid"/>
              <a:headEnd type="none" w="med" len="med"/>
              <a:tailEnd type="none" w="med" len="med"/>
            </a:ln>
          </p:spPr>
        </p:sp>
        <p:sp>
          <p:nvSpPr>
            <p:cNvPr id="178339" name="Line 267"/>
            <p:cNvSpPr/>
            <p:nvPr/>
          </p:nvSpPr>
          <p:spPr>
            <a:xfrm>
              <a:off x="6790" y="971"/>
              <a:ext cx="680" cy="0"/>
            </a:xfrm>
            <a:prstGeom prst="line">
              <a:avLst/>
            </a:prstGeom>
            <a:ln w="28575" cap="flat" cmpd="sng">
              <a:solidFill>
                <a:schemeClr val="tx1"/>
              </a:solidFill>
              <a:prstDash val="solid"/>
              <a:headEnd type="none" w="med" len="med"/>
              <a:tailEnd type="none" w="med" len="med"/>
            </a:ln>
          </p:spPr>
        </p:sp>
        <p:sp>
          <p:nvSpPr>
            <p:cNvPr id="178340" name="Line 269"/>
            <p:cNvSpPr/>
            <p:nvPr/>
          </p:nvSpPr>
          <p:spPr>
            <a:xfrm>
              <a:off x="8765" y="630"/>
              <a:ext cx="680" cy="0"/>
            </a:xfrm>
            <a:prstGeom prst="line">
              <a:avLst/>
            </a:prstGeom>
            <a:ln w="28575" cap="flat" cmpd="sng">
              <a:solidFill>
                <a:schemeClr val="tx1"/>
              </a:solidFill>
              <a:prstDash val="solid"/>
              <a:headEnd type="none" w="med" len="med"/>
              <a:tailEnd type="none" w="med" len="med"/>
            </a:ln>
          </p:spPr>
        </p:sp>
        <p:sp>
          <p:nvSpPr>
            <p:cNvPr id="178341" name="Line 270"/>
            <p:cNvSpPr/>
            <p:nvPr/>
          </p:nvSpPr>
          <p:spPr>
            <a:xfrm>
              <a:off x="8790" y="630"/>
              <a:ext cx="0" cy="360"/>
            </a:xfrm>
            <a:prstGeom prst="line">
              <a:avLst/>
            </a:prstGeom>
            <a:ln w="28575" cap="flat" cmpd="sng">
              <a:solidFill>
                <a:schemeClr val="tx1"/>
              </a:solidFill>
              <a:prstDash val="solid"/>
              <a:headEnd type="none" w="med" len="med"/>
              <a:tailEnd type="none" w="med" len="med"/>
            </a:ln>
          </p:spPr>
        </p:sp>
        <p:sp>
          <p:nvSpPr>
            <p:cNvPr id="178342" name="Line 271"/>
            <p:cNvSpPr/>
            <p:nvPr/>
          </p:nvSpPr>
          <p:spPr>
            <a:xfrm>
              <a:off x="9435" y="630"/>
              <a:ext cx="0" cy="360"/>
            </a:xfrm>
            <a:prstGeom prst="line">
              <a:avLst/>
            </a:prstGeom>
            <a:ln w="28575" cap="flat" cmpd="sng">
              <a:solidFill>
                <a:schemeClr val="tx1"/>
              </a:solidFill>
              <a:prstDash val="solid"/>
              <a:headEnd type="none" w="med" len="med"/>
              <a:tailEnd type="none" w="med" len="med"/>
            </a:ln>
          </p:spPr>
        </p:sp>
        <p:sp>
          <p:nvSpPr>
            <p:cNvPr id="178343" name="Line 272"/>
            <p:cNvSpPr/>
            <p:nvPr/>
          </p:nvSpPr>
          <p:spPr>
            <a:xfrm>
              <a:off x="8090" y="971"/>
              <a:ext cx="680" cy="0"/>
            </a:xfrm>
            <a:prstGeom prst="line">
              <a:avLst/>
            </a:prstGeom>
            <a:ln w="28575" cap="flat" cmpd="sng">
              <a:solidFill>
                <a:schemeClr val="tx1"/>
              </a:solidFill>
              <a:prstDash val="solid"/>
              <a:headEnd type="none" w="med" len="med"/>
              <a:tailEnd type="none" w="med" len="med"/>
            </a:ln>
          </p:spPr>
        </p:sp>
        <p:sp>
          <p:nvSpPr>
            <p:cNvPr id="178344" name="Line 275"/>
            <p:cNvSpPr/>
            <p:nvPr/>
          </p:nvSpPr>
          <p:spPr>
            <a:xfrm>
              <a:off x="10085" y="630"/>
              <a:ext cx="680" cy="0"/>
            </a:xfrm>
            <a:prstGeom prst="line">
              <a:avLst/>
            </a:prstGeom>
            <a:ln w="28575" cap="flat" cmpd="sng">
              <a:solidFill>
                <a:schemeClr val="tx1"/>
              </a:solidFill>
              <a:prstDash val="solid"/>
              <a:headEnd type="none" w="med" len="med"/>
              <a:tailEnd type="none" w="med" len="med"/>
            </a:ln>
          </p:spPr>
        </p:sp>
        <p:sp>
          <p:nvSpPr>
            <p:cNvPr id="178345" name="Line 276"/>
            <p:cNvSpPr/>
            <p:nvPr/>
          </p:nvSpPr>
          <p:spPr>
            <a:xfrm>
              <a:off x="10110" y="630"/>
              <a:ext cx="0" cy="360"/>
            </a:xfrm>
            <a:prstGeom prst="line">
              <a:avLst/>
            </a:prstGeom>
            <a:ln w="28575" cap="flat" cmpd="sng">
              <a:solidFill>
                <a:schemeClr val="tx1"/>
              </a:solidFill>
              <a:prstDash val="solid"/>
              <a:headEnd type="none" w="med" len="med"/>
              <a:tailEnd type="none" w="med" len="med"/>
            </a:ln>
          </p:spPr>
        </p:sp>
        <p:sp>
          <p:nvSpPr>
            <p:cNvPr id="178346" name="Line 277"/>
            <p:cNvSpPr/>
            <p:nvPr/>
          </p:nvSpPr>
          <p:spPr>
            <a:xfrm>
              <a:off x="10755" y="630"/>
              <a:ext cx="0" cy="360"/>
            </a:xfrm>
            <a:prstGeom prst="line">
              <a:avLst/>
            </a:prstGeom>
            <a:ln w="28575" cap="flat" cmpd="sng">
              <a:solidFill>
                <a:schemeClr val="tx1"/>
              </a:solidFill>
              <a:prstDash val="solid"/>
              <a:headEnd type="none" w="med" len="med"/>
              <a:tailEnd type="none" w="med" len="med"/>
            </a:ln>
          </p:spPr>
        </p:sp>
        <p:sp>
          <p:nvSpPr>
            <p:cNvPr id="178347" name="Line 278"/>
            <p:cNvSpPr/>
            <p:nvPr/>
          </p:nvSpPr>
          <p:spPr>
            <a:xfrm>
              <a:off x="9430" y="971"/>
              <a:ext cx="680" cy="0"/>
            </a:xfrm>
            <a:prstGeom prst="line">
              <a:avLst/>
            </a:prstGeom>
            <a:ln w="28575" cap="flat" cmpd="sng">
              <a:solidFill>
                <a:schemeClr val="tx1"/>
              </a:solidFill>
              <a:prstDash val="solid"/>
              <a:headEnd type="none" w="med" len="med"/>
              <a:tailEnd type="none" w="med" len="med"/>
            </a:ln>
          </p:spPr>
        </p:sp>
        <p:sp>
          <p:nvSpPr>
            <p:cNvPr id="178348" name="Line 280"/>
            <p:cNvSpPr/>
            <p:nvPr/>
          </p:nvSpPr>
          <p:spPr>
            <a:xfrm>
              <a:off x="11405" y="630"/>
              <a:ext cx="680" cy="0"/>
            </a:xfrm>
            <a:prstGeom prst="line">
              <a:avLst/>
            </a:prstGeom>
            <a:ln w="28575" cap="flat" cmpd="sng">
              <a:solidFill>
                <a:schemeClr val="tx1"/>
              </a:solidFill>
              <a:prstDash val="solid"/>
              <a:headEnd type="none" w="med" len="med"/>
              <a:tailEnd type="none" w="med" len="med"/>
            </a:ln>
          </p:spPr>
        </p:sp>
        <p:sp>
          <p:nvSpPr>
            <p:cNvPr id="178349" name="Line 281"/>
            <p:cNvSpPr/>
            <p:nvPr/>
          </p:nvSpPr>
          <p:spPr>
            <a:xfrm>
              <a:off x="11430" y="630"/>
              <a:ext cx="0" cy="360"/>
            </a:xfrm>
            <a:prstGeom prst="line">
              <a:avLst/>
            </a:prstGeom>
            <a:ln w="28575" cap="flat" cmpd="sng">
              <a:solidFill>
                <a:schemeClr val="tx1"/>
              </a:solidFill>
              <a:prstDash val="solid"/>
              <a:headEnd type="none" w="med" len="med"/>
              <a:tailEnd type="none" w="med" len="med"/>
            </a:ln>
          </p:spPr>
        </p:sp>
        <p:sp>
          <p:nvSpPr>
            <p:cNvPr id="178350" name="Line 282"/>
            <p:cNvSpPr/>
            <p:nvPr/>
          </p:nvSpPr>
          <p:spPr>
            <a:xfrm>
              <a:off x="12095" y="630"/>
              <a:ext cx="0" cy="360"/>
            </a:xfrm>
            <a:prstGeom prst="line">
              <a:avLst/>
            </a:prstGeom>
            <a:ln w="28575" cap="flat" cmpd="sng">
              <a:solidFill>
                <a:schemeClr val="tx1"/>
              </a:solidFill>
              <a:prstDash val="solid"/>
              <a:headEnd type="none" w="med" len="med"/>
              <a:tailEnd type="none" w="med" len="med"/>
            </a:ln>
          </p:spPr>
        </p:sp>
        <p:sp>
          <p:nvSpPr>
            <p:cNvPr id="178351" name="Line 283"/>
            <p:cNvSpPr/>
            <p:nvPr/>
          </p:nvSpPr>
          <p:spPr>
            <a:xfrm>
              <a:off x="10730" y="971"/>
              <a:ext cx="680" cy="0"/>
            </a:xfrm>
            <a:prstGeom prst="line">
              <a:avLst/>
            </a:prstGeom>
            <a:ln w="28575" cap="flat" cmpd="sng">
              <a:solidFill>
                <a:schemeClr val="tx1"/>
              </a:solidFill>
              <a:prstDash val="solid"/>
              <a:headEnd type="none" w="med" len="med"/>
              <a:tailEnd type="none" w="med" len="med"/>
            </a:ln>
          </p:spPr>
        </p:sp>
        <p:sp>
          <p:nvSpPr>
            <p:cNvPr id="178352" name="Line 286"/>
            <p:cNvSpPr/>
            <p:nvPr/>
          </p:nvSpPr>
          <p:spPr>
            <a:xfrm>
              <a:off x="12770" y="611"/>
              <a:ext cx="0" cy="360"/>
            </a:xfrm>
            <a:prstGeom prst="line">
              <a:avLst/>
            </a:prstGeom>
            <a:ln w="28575" cap="flat" cmpd="sng">
              <a:solidFill>
                <a:schemeClr val="tx1"/>
              </a:solidFill>
              <a:prstDash val="solid"/>
              <a:headEnd type="none" w="med" len="med"/>
              <a:tailEnd type="none" w="med" len="med"/>
            </a:ln>
          </p:spPr>
        </p:sp>
        <p:sp>
          <p:nvSpPr>
            <p:cNvPr id="178353" name="Line 288"/>
            <p:cNvSpPr/>
            <p:nvPr/>
          </p:nvSpPr>
          <p:spPr>
            <a:xfrm>
              <a:off x="12090" y="952"/>
              <a:ext cx="680" cy="0"/>
            </a:xfrm>
            <a:prstGeom prst="line">
              <a:avLst/>
            </a:prstGeom>
            <a:ln w="28575" cap="flat" cmpd="sng">
              <a:solidFill>
                <a:schemeClr val="tx1"/>
              </a:solidFill>
              <a:prstDash val="solid"/>
              <a:headEnd type="none" w="med" len="med"/>
              <a:tailEnd type="none" w="med" len="med"/>
            </a:ln>
          </p:spPr>
        </p:sp>
        <p:sp>
          <p:nvSpPr>
            <p:cNvPr id="178354" name="Line 289"/>
            <p:cNvSpPr/>
            <p:nvPr/>
          </p:nvSpPr>
          <p:spPr>
            <a:xfrm>
              <a:off x="1560" y="611"/>
              <a:ext cx="0" cy="360"/>
            </a:xfrm>
            <a:prstGeom prst="line">
              <a:avLst/>
            </a:prstGeom>
            <a:ln w="28575" cap="flat" cmpd="sng">
              <a:solidFill>
                <a:schemeClr val="tx1"/>
              </a:solidFill>
              <a:prstDash val="solid"/>
              <a:headEnd type="none" w="med" len="med"/>
              <a:tailEnd type="none" w="med" len="med"/>
            </a:ln>
          </p:spPr>
        </p:sp>
        <p:sp>
          <p:nvSpPr>
            <p:cNvPr id="178355" name="Line 290"/>
            <p:cNvSpPr/>
            <p:nvPr/>
          </p:nvSpPr>
          <p:spPr>
            <a:xfrm>
              <a:off x="12765" y="630"/>
              <a:ext cx="340" cy="0"/>
            </a:xfrm>
            <a:prstGeom prst="line">
              <a:avLst/>
            </a:prstGeom>
            <a:ln w="28575" cap="flat" cmpd="sng">
              <a:solidFill>
                <a:schemeClr val="tx1"/>
              </a:solidFill>
              <a:prstDash val="solid"/>
              <a:headEnd type="none" w="med" len="med"/>
              <a:tailEnd type="none" w="med" len="med"/>
            </a:ln>
          </p:spPr>
        </p:sp>
        <p:sp>
          <p:nvSpPr>
            <p:cNvPr id="178356" name="Line 291"/>
            <p:cNvSpPr/>
            <p:nvPr/>
          </p:nvSpPr>
          <p:spPr>
            <a:xfrm>
              <a:off x="1195" y="1193"/>
              <a:ext cx="340" cy="0"/>
            </a:xfrm>
            <a:prstGeom prst="line">
              <a:avLst/>
            </a:prstGeom>
            <a:ln w="28575" cap="flat" cmpd="sng">
              <a:solidFill>
                <a:schemeClr val="tx1"/>
              </a:solidFill>
              <a:prstDash val="solid"/>
              <a:headEnd type="none" w="med" len="med"/>
              <a:tailEnd type="none" w="med" len="med"/>
            </a:ln>
          </p:spPr>
        </p:sp>
        <p:sp>
          <p:nvSpPr>
            <p:cNvPr id="178357" name="Line 292"/>
            <p:cNvSpPr/>
            <p:nvPr/>
          </p:nvSpPr>
          <p:spPr>
            <a:xfrm>
              <a:off x="1535" y="1166"/>
              <a:ext cx="0" cy="360"/>
            </a:xfrm>
            <a:prstGeom prst="line">
              <a:avLst/>
            </a:prstGeom>
            <a:ln w="28575" cap="flat" cmpd="sng">
              <a:solidFill>
                <a:schemeClr val="tx1"/>
              </a:solidFill>
              <a:prstDash val="solid"/>
              <a:headEnd type="none" w="med" len="med"/>
              <a:tailEnd type="none" w="med" len="med"/>
            </a:ln>
          </p:spPr>
        </p:sp>
        <p:sp>
          <p:nvSpPr>
            <p:cNvPr id="178358" name="Line 293"/>
            <p:cNvSpPr/>
            <p:nvPr/>
          </p:nvSpPr>
          <p:spPr>
            <a:xfrm>
              <a:off x="1535" y="1511"/>
              <a:ext cx="1360" cy="0"/>
            </a:xfrm>
            <a:prstGeom prst="line">
              <a:avLst/>
            </a:prstGeom>
            <a:ln w="28575" cap="flat" cmpd="sng">
              <a:solidFill>
                <a:schemeClr val="tx1"/>
              </a:solidFill>
              <a:prstDash val="solid"/>
              <a:headEnd type="none" w="med" len="med"/>
              <a:tailEnd type="none" w="med" len="med"/>
            </a:ln>
          </p:spPr>
        </p:sp>
        <p:sp>
          <p:nvSpPr>
            <p:cNvPr id="178359" name="Line 294"/>
            <p:cNvSpPr/>
            <p:nvPr/>
          </p:nvSpPr>
          <p:spPr>
            <a:xfrm>
              <a:off x="2855" y="1170"/>
              <a:ext cx="0" cy="360"/>
            </a:xfrm>
            <a:prstGeom prst="line">
              <a:avLst/>
            </a:prstGeom>
            <a:ln w="28575" cap="flat" cmpd="sng">
              <a:solidFill>
                <a:schemeClr val="tx1"/>
              </a:solidFill>
              <a:prstDash val="solid"/>
              <a:headEnd type="none" w="med" len="med"/>
              <a:tailEnd type="none" w="med" len="med"/>
            </a:ln>
          </p:spPr>
        </p:sp>
        <p:sp>
          <p:nvSpPr>
            <p:cNvPr id="178360" name="Line 295"/>
            <p:cNvSpPr/>
            <p:nvPr/>
          </p:nvSpPr>
          <p:spPr>
            <a:xfrm>
              <a:off x="2835" y="1189"/>
              <a:ext cx="1077" cy="0"/>
            </a:xfrm>
            <a:prstGeom prst="line">
              <a:avLst/>
            </a:prstGeom>
            <a:ln w="28575" cap="flat" cmpd="sng">
              <a:solidFill>
                <a:schemeClr val="tx1"/>
              </a:solidFill>
              <a:prstDash val="solid"/>
              <a:headEnd type="none" w="med" len="med"/>
              <a:tailEnd type="none" w="med" len="med"/>
            </a:ln>
          </p:spPr>
        </p:sp>
        <p:sp>
          <p:nvSpPr>
            <p:cNvPr id="178361" name="Line 332"/>
            <p:cNvSpPr/>
            <p:nvPr/>
          </p:nvSpPr>
          <p:spPr>
            <a:xfrm>
              <a:off x="3832" y="1178"/>
              <a:ext cx="340" cy="0"/>
            </a:xfrm>
            <a:prstGeom prst="line">
              <a:avLst/>
            </a:prstGeom>
            <a:ln w="28575" cap="flat" cmpd="sng">
              <a:solidFill>
                <a:schemeClr val="tx1"/>
              </a:solidFill>
              <a:prstDash val="solid"/>
              <a:headEnd type="none" w="med" len="med"/>
              <a:tailEnd type="none" w="med" len="med"/>
            </a:ln>
          </p:spPr>
        </p:sp>
        <p:sp>
          <p:nvSpPr>
            <p:cNvPr id="178362" name="Line 333"/>
            <p:cNvSpPr/>
            <p:nvPr/>
          </p:nvSpPr>
          <p:spPr>
            <a:xfrm>
              <a:off x="4172" y="1151"/>
              <a:ext cx="0" cy="360"/>
            </a:xfrm>
            <a:prstGeom prst="line">
              <a:avLst/>
            </a:prstGeom>
            <a:ln w="28575" cap="flat" cmpd="sng">
              <a:solidFill>
                <a:schemeClr val="tx1"/>
              </a:solidFill>
              <a:prstDash val="solid"/>
              <a:headEnd type="none" w="med" len="med"/>
              <a:tailEnd type="none" w="med" len="med"/>
            </a:ln>
          </p:spPr>
        </p:sp>
        <p:sp>
          <p:nvSpPr>
            <p:cNvPr id="178363" name="Line 334"/>
            <p:cNvSpPr/>
            <p:nvPr/>
          </p:nvSpPr>
          <p:spPr>
            <a:xfrm>
              <a:off x="4172" y="1496"/>
              <a:ext cx="1360" cy="0"/>
            </a:xfrm>
            <a:prstGeom prst="line">
              <a:avLst/>
            </a:prstGeom>
            <a:ln w="28575" cap="flat" cmpd="sng">
              <a:solidFill>
                <a:schemeClr val="tx1"/>
              </a:solidFill>
              <a:prstDash val="solid"/>
              <a:headEnd type="none" w="med" len="med"/>
              <a:tailEnd type="none" w="med" len="med"/>
            </a:ln>
          </p:spPr>
        </p:sp>
        <p:sp>
          <p:nvSpPr>
            <p:cNvPr id="178364" name="Line 335"/>
            <p:cNvSpPr/>
            <p:nvPr/>
          </p:nvSpPr>
          <p:spPr>
            <a:xfrm>
              <a:off x="5492" y="1155"/>
              <a:ext cx="0" cy="360"/>
            </a:xfrm>
            <a:prstGeom prst="line">
              <a:avLst/>
            </a:prstGeom>
            <a:ln w="28575" cap="flat" cmpd="sng">
              <a:solidFill>
                <a:schemeClr val="tx1"/>
              </a:solidFill>
              <a:prstDash val="solid"/>
              <a:headEnd type="none" w="med" len="med"/>
              <a:tailEnd type="none" w="med" len="med"/>
            </a:ln>
          </p:spPr>
        </p:sp>
        <p:sp>
          <p:nvSpPr>
            <p:cNvPr id="178365" name="Line 336"/>
            <p:cNvSpPr/>
            <p:nvPr/>
          </p:nvSpPr>
          <p:spPr>
            <a:xfrm>
              <a:off x="5472" y="1174"/>
              <a:ext cx="1303" cy="0"/>
            </a:xfrm>
            <a:prstGeom prst="line">
              <a:avLst/>
            </a:prstGeom>
            <a:ln w="28575" cap="flat" cmpd="sng">
              <a:solidFill>
                <a:schemeClr val="tx1"/>
              </a:solidFill>
              <a:prstDash val="solid"/>
              <a:headEnd type="none" w="med" len="med"/>
              <a:tailEnd type="none" w="med" len="med"/>
            </a:ln>
          </p:spPr>
        </p:sp>
        <p:sp>
          <p:nvSpPr>
            <p:cNvPr id="178366" name="Line 339"/>
            <p:cNvSpPr/>
            <p:nvPr/>
          </p:nvSpPr>
          <p:spPr>
            <a:xfrm>
              <a:off x="6792" y="1157"/>
              <a:ext cx="0" cy="360"/>
            </a:xfrm>
            <a:prstGeom prst="line">
              <a:avLst/>
            </a:prstGeom>
            <a:ln w="28575" cap="flat" cmpd="sng">
              <a:solidFill>
                <a:schemeClr val="tx1"/>
              </a:solidFill>
              <a:prstDash val="solid"/>
              <a:headEnd type="none" w="med" len="med"/>
              <a:tailEnd type="none" w="med" len="med"/>
            </a:ln>
          </p:spPr>
        </p:sp>
        <p:sp>
          <p:nvSpPr>
            <p:cNvPr id="178367" name="Line 340"/>
            <p:cNvSpPr/>
            <p:nvPr/>
          </p:nvSpPr>
          <p:spPr>
            <a:xfrm>
              <a:off x="6792" y="1502"/>
              <a:ext cx="1360" cy="0"/>
            </a:xfrm>
            <a:prstGeom prst="line">
              <a:avLst/>
            </a:prstGeom>
            <a:ln w="28575" cap="flat" cmpd="sng">
              <a:solidFill>
                <a:schemeClr val="tx1"/>
              </a:solidFill>
              <a:prstDash val="solid"/>
              <a:headEnd type="none" w="med" len="med"/>
              <a:tailEnd type="none" w="med" len="med"/>
            </a:ln>
          </p:spPr>
        </p:sp>
        <p:sp>
          <p:nvSpPr>
            <p:cNvPr id="178368" name="Line 341"/>
            <p:cNvSpPr/>
            <p:nvPr/>
          </p:nvSpPr>
          <p:spPr>
            <a:xfrm>
              <a:off x="8112" y="1161"/>
              <a:ext cx="0" cy="360"/>
            </a:xfrm>
            <a:prstGeom prst="line">
              <a:avLst/>
            </a:prstGeom>
            <a:ln w="28575" cap="flat" cmpd="sng">
              <a:solidFill>
                <a:schemeClr val="tx1"/>
              </a:solidFill>
              <a:prstDash val="solid"/>
              <a:headEnd type="none" w="med" len="med"/>
              <a:tailEnd type="none" w="med" len="med"/>
            </a:ln>
          </p:spPr>
        </p:sp>
        <p:sp>
          <p:nvSpPr>
            <p:cNvPr id="178369" name="Line 342"/>
            <p:cNvSpPr/>
            <p:nvPr/>
          </p:nvSpPr>
          <p:spPr>
            <a:xfrm>
              <a:off x="8092" y="1179"/>
              <a:ext cx="1303" cy="0"/>
            </a:xfrm>
            <a:prstGeom prst="line">
              <a:avLst/>
            </a:prstGeom>
            <a:ln w="28575" cap="flat" cmpd="sng">
              <a:solidFill>
                <a:schemeClr val="tx1"/>
              </a:solidFill>
              <a:prstDash val="solid"/>
              <a:headEnd type="none" w="med" len="med"/>
              <a:tailEnd type="none" w="med" len="med"/>
            </a:ln>
          </p:spPr>
        </p:sp>
        <p:sp>
          <p:nvSpPr>
            <p:cNvPr id="178370" name="Line 345"/>
            <p:cNvSpPr/>
            <p:nvPr/>
          </p:nvSpPr>
          <p:spPr>
            <a:xfrm>
              <a:off x="9437" y="1142"/>
              <a:ext cx="0" cy="360"/>
            </a:xfrm>
            <a:prstGeom prst="line">
              <a:avLst/>
            </a:prstGeom>
            <a:ln w="28575" cap="flat" cmpd="sng">
              <a:solidFill>
                <a:schemeClr val="tx1"/>
              </a:solidFill>
              <a:prstDash val="solid"/>
              <a:headEnd type="none" w="med" len="med"/>
              <a:tailEnd type="none" w="med" len="med"/>
            </a:ln>
          </p:spPr>
        </p:sp>
        <p:sp>
          <p:nvSpPr>
            <p:cNvPr id="178371" name="Line 346"/>
            <p:cNvSpPr/>
            <p:nvPr/>
          </p:nvSpPr>
          <p:spPr>
            <a:xfrm>
              <a:off x="9437" y="1487"/>
              <a:ext cx="1303" cy="0"/>
            </a:xfrm>
            <a:prstGeom prst="line">
              <a:avLst/>
            </a:prstGeom>
            <a:ln w="28575" cap="flat" cmpd="sng">
              <a:solidFill>
                <a:schemeClr val="tx1"/>
              </a:solidFill>
              <a:prstDash val="solid"/>
              <a:headEnd type="none" w="med" len="med"/>
              <a:tailEnd type="none" w="med" len="med"/>
            </a:ln>
          </p:spPr>
        </p:sp>
        <p:sp>
          <p:nvSpPr>
            <p:cNvPr id="178372" name="Line 347"/>
            <p:cNvSpPr/>
            <p:nvPr/>
          </p:nvSpPr>
          <p:spPr>
            <a:xfrm>
              <a:off x="10757" y="1146"/>
              <a:ext cx="0" cy="360"/>
            </a:xfrm>
            <a:prstGeom prst="line">
              <a:avLst/>
            </a:prstGeom>
            <a:ln w="28575" cap="flat" cmpd="sng">
              <a:solidFill>
                <a:schemeClr val="tx1"/>
              </a:solidFill>
              <a:prstDash val="solid"/>
              <a:headEnd type="none" w="med" len="med"/>
              <a:tailEnd type="none" w="med" len="med"/>
            </a:ln>
          </p:spPr>
        </p:sp>
        <p:sp>
          <p:nvSpPr>
            <p:cNvPr id="178373" name="Line 348"/>
            <p:cNvSpPr/>
            <p:nvPr/>
          </p:nvSpPr>
          <p:spPr>
            <a:xfrm>
              <a:off x="10757" y="1164"/>
              <a:ext cx="1360" cy="0"/>
            </a:xfrm>
            <a:prstGeom prst="line">
              <a:avLst/>
            </a:prstGeom>
            <a:ln w="28575" cap="flat" cmpd="sng">
              <a:solidFill>
                <a:schemeClr val="tx1"/>
              </a:solidFill>
              <a:prstDash val="solid"/>
              <a:headEnd type="none" w="med" len="med"/>
              <a:tailEnd type="none" w="med" len="med"/>
            </a:ln>
          </p:spPr>
        </p:sp>
        <p:sp>
          <p:nvSpPr>
            <p:cNvPr id="178374" name="Line 351"/>
            <p:cNvSpPr/>
            <p:nvPr/>
          </p:nvSpPr>
          <p:spPr>
            <a:xfrm>
              <a:off x="12097" y="1118"/>
              <a:ext cx="0" cy="360"/>
            </a:xfrm>
            <a:prstGeom prst="line">
              <a:avLst/>
            </a:prstGeom>
            <a:ln w="28575" cap="flat" cmpd="sng">
              <a:solidFill>
                <a:schemeClr val="tx1"/>
              </a:solidFill>
              <a:prstDash val="solid"/>
              <a:headEnd type="none" w="med" len="med"/>
              <a:tailEnd type="none" w="med" len="med"/>
            </a:ln>
          </p:spPr>
        </p:sp>
        <p:sp>
          <p:nvSpPr>
            <p:cNvPr id="178375" name="Line 352"/>
            <p:cNvSpPr/>
            <p:nvPr/>
          </p:nvSpPr>
          <p:spPr>
            <a:xfrm>
              <a:off x="12097" y="1463"/>
              <a:ext cx="1020" cy="0"/>
            </a:xfrm>
            <a:prstGeom prst="line">
              <a:avLst/>
            </a:prstGeom>
            <a:ln w="28575" cap="flat" cmpd="sng">
              <a:solidFill>
                <a:schemeClr val="tx1"/>
              </a:solidFill>
              <a:prstDash val="solid"/>
              <a:headEnd type="none" w="med" len="med"/>
              <a:tailEnd type="none" w="med" len="med"/>
            </a:ln>
          </p:spPr>
        </p:sp>
        <p:sp>
          <p:nvSpPr>
            <p:cNvPr id="178376" name="Line 355"/>
            <p:cNvSpPr/>
            <p:nvPr/>
          </p:nvSpPr>
          <p:spPr>
            <a:xfrm>
              <a:off x="1200" y="1710"/>
              <a:ext cx="340" cy="0"/>
            </a:xfrm>
            <a:prstGeom prst="line">
              <a:avLst/>
            </a:prstGeom>
            <a:ln w="28575" cap="flat" cmpd="sng">
              <a:solidFill>
                <a:schemeClr val="tx1"/>
              </a:solidFill>
              <a:prstDash val="solid"/>
              <a:headEnd type="none" w="med" len="med"/>
              <a:tailEnd type="none" w="med" len="med"/>
            </a:ln>
          </p:spPr>
        </p:sp>
        <p:sp>
          <p:nvSpPr>
            <p:cNvPr id="178377" name="Line 356"/>
            <p:cNvSpPr/>
            <p:nvPr/>
          </p:nvSpPr>
          <p:spPr>
            <a:xfrm>
              <a:off x="1535" y="1695"/>
              <a:ext cx="0" cy="360"/>
            </a:xfrm>
            <a:prstGeom prst="line">
              <a:avLst/>
            </a:prstGeom>
            <a:ln w="28575" cap="flat" cmpd="sng">
              <a:solidFill>
                <a:schemeClr val="tx1"/>
              </a:solidFill>
              <a:prstDash val="solid"/>
              <a:headEnd type="none" w="med" len="med"/>
              <a:tailEnd type="none" w="med" len="med"/>
            </a:ln>
          </p:spPr>
        </p:sp>
        <p:sp>
          <p:nvSpPr>
            <p:cNvPr id="178378" name="Line 357"/>
            <p:cNvSpPr/>
            <p:nvPr/>
          </p:nvSpPr>
          <p:spPr>
            <a:xfrm>
              <a:off x="1535" y="2033"/>
              <a:ext cx="2662" cy="0"/>
            </a:xfrm>
            <a:prstGeom prst="line">
              <a:avLst/>
            </a:prstGeom>
            <a:ln w="28575" cap="flat" cmpd="sng">
              <a:solidFill>
                <a:schemeClr val="tx1"/>
              </a:solidFill>
              <a:prstDash val="solid"/>
              <a:headEnd type="none" w="med" len="med"/>
              <a:tailEnd type="none" w="med" len="med"/>
            </a:ln>
          </p:spPr>
        </p:sp>
        <p:sp>
          <p:nvSpPr>
            <p:cNvPr id="178379" name="Line 358"/>
            <p:cNvSpPr/>
            <p:nvPr/>
          </p:nvSpPr>
          <p:spPr>
            <a:xfrm>
              <a:off x="4175" y="1673"/>
              <a:ext cx="0" cy="360"/>
            </a:xfrm>
            <a:prstGeom prst="line">
              <a:avLst/>
            </a:prstGeom>
            <a:ln w="28575" cap="flat" cmpd="sng">
              <a:solidFill>
                <a:schemeClr val="tx1"/>
              </a:solidFill>
              <a:prstDash val="solid"/>
              <a:headEnd type="none" w="med" len="med"/>
              <a:tailEnd type="none" w="med" len="med"/>
            </a:ln>
          </p:spPr>
        </p:sp>
        <p:sp>
          <p:nvSpPr>
            <p:cNvPr id="178380" name="Line 359"/>
            <p:cNvSpPr/>
            <p:nvPr/>
          </p:nvSpPr>
          <p:spPr>
            <a:xfrm>
              <a:off x="4175" y="1692"/>
              <a:ext cx="2607" cy="0"/>
            </a:xfrm>
            <a:prstGeom prst="line">
              <a:avLst/>
            </a:prstGeom>
            <a:ln w="28575" cap="flat" cmpd="sng">
              <a:solidFill>
                <a:schemeClr val="tx1"/>
              </a:solidFill>
              <a:prstDash val="solid"/>
              <a:headEnd type="none" w="med" len="med"/>
              <a:tailEnd type="none" w="med" len="med"/>
            </a:ln>
          </p:spPr>
        </p:sp>
        <p:sp>
          <p:nvSpPr>
            <p:cNvPr id="178381" name="Line 363"/>
            <p:cNvSpPr/>
            <p:nvPr/>
          </p:nvSpPr>
          <p:spPr>
            <a:xfrm>
              <a:off x="6802" y="1680"/>
              <a:ext cx="0" cy="360"/>
            </a:xfrm>
            <a:prstGeom prst="line">
              <a:avLst/>
            </a:prstGeom>
            <a:ln w="28575" cap="flat" cmpd="sng">
              <a:solidFill>
                <a:schemeClr val="tx1"/>
              </a:solidFill>
              <a:prstDash val="solid"/>
              <a:headEnd type="none" w="med" len="med"/>
              <a:tailEnd type="none" w="med" len="med"/>
            </a:ln>
          </p:spPr>
        </p:sp>
        <p:sp>
          <p:nvSpPr>
            <p:cNvPr id="178382" name="Line 364"/>
            <p:cNvSpPr/>
            <p:nvPr/>
          </p:nvSpPr>
          <p:spPr>
            <a:xfrm>
              <a:off x="6802" y="2018"/>
              <a:ext cx="2663" cy="0"/>
            </a:xfrm>
            <a:prstGeom prst="line">
              <a:avLst/>
            </a:prstGeom>
            <a:ln w="28575" cap="flat" cmpd="sng">
              <a:solidFill>
                <a:schemeClr val="tx1"/>
              </a:solidFill>
              <a:prstDash val="solid"/>
              <a:headEnd type="none" w="med" len="med"/>
              <a:tailEnd type="none" w="med" len="med"/>
            </a:ln>
          </p:spPr>
        </p:sp>
        <p:sp>
          <p:nvSpPr>
            <p:cNvPr id="178383" name="Line 365"/>
            <p:cNvSpPr/>
            <p:nvPr/>
          </p:nvSpPr>
          <p:spPr>
            <a:xfrm>
              <a:off x="9442" y="1658"/>
              <a:ext cx="0" cy="360"/>
            </a:xfrm>
            <a:prstGeom prst="line">
              <a:avLst/>
            </a:prstGeom>
            <a:ln w="28575" cap="flat" cmpd="sng">
              <a:solidFill>
                <a:schemeClr val="tx1"/>
              </a:solidFill>
              <a:prstDash val="solid"/>
              <a:headEnd type="none" w="med" len="med"/>
              <a:tailEnd type="none" w="med" len="med"/>
            </a:ln>
          </p:spPr>
        </p:sp>
        <p:sp>
          <p:nvSpPr>
            <p:cNvPr id="178384" name="Line 366"/>
            <p:cNvSpPr/>
            <p:nvPr/>
          </p:nvSpPr>
          <p:spPr>
            <a:xfrm>
              <a:off x="9442" y="1677"/>
              <a:ext cx="2663" cy="0"/>
            </a:xfrm>
            <a:prstGeom prst="line">
              <a:avLst/>
            </a:prstGeom>
            <a:ln w="28575" cap="flat" cmpd="sng">
              <a:solidFill>
                <a:schemeClr val="tx1"/>
              </a:solidFill>
              <a:prstDash val="solid"/>
              <a:headEnd type="none" w="med" len="med"/>
              <a:tailEnd type="none" w="med" len="med"/>
            </a:ln>
          </p:spPr>
        </p:sp>
        <p:sp>
          <p:nvSpPr>
            <p:cNvPr id="178385" name="Line 367"/>
            <p:cNvSpPr/>
            <p:nvPr/>
          </p:nvSpPr>
          <p:spPr>
            <a:xfrm>
              <a:off x="12095" y="1673"/>
              <a:ext cx="0" cy="360"/>
            </a:xfrm>
            <a:prstGeom prst="line">
              <a:avLst/>
            </a:prstGeom>
            <a:ln w="28575" cap="flat" cmpd="sng">
              <a:solidFill>
                <a:schemeClr val="tx1"/>
              </a:solidFill>
              <a:prstDash val="solid"/>
              <a:headEnd type="none" w="med" len="med"/>
              <a:tailEnd type="none" w="med" len="med"/>
            </a:ln>
          </p:spPr>
        </p:sp>
        <p:sp>
          <p:nvSpPr>
            <p:cNvPr id="178386" name="Line 368"/>
            <p:cNvSpPr/>
            <p:nvPr/>
          </p:nvSpPr>
          <p:spPr>
            <a:xfrm>
              <a:off x="12095" y="2018"/>
              <a:ext cx="1020" cy="0"/>
            </a:xfrm>
            <a:prstGeom prst="line">
              <a:avLst/>
            </a:prstGeom>
            <a:ln w="28575" cap="flat" cmpd="sng">
              <a:solidFill>
                <a:schemeClr val="tx1"/>
              </a:solidFill>
              <a:prstDash val="solid"/>
              <a:headEnd type="none" w="med" len="med"/>
              <a:tailEnd type="none" w="med" len="med"/>
            </a:ln>
          </p:spPr>
        </p:sp>
        <p:sp>
          <p:nvSpPr>
            <p:cNvPr id="178387" name="Line 369"/>
            <p:cNvSpPr/>
            <p:nvPr/>
          </p:nvSpPr>
          <p:spPr>
            <a:xfrm>
              <a:off x="1200" y="2269"/>
              <a:ext cx="340" cy="0"/>
            </a:xfrm>
            <a:prstGeom prst="line">
              <a:avLst/>
            </a:prstGeom>
            <a:ln w="28575" cap="flat" cmpd="sng">
              <a:solidFill>
                <a:schemeClr val="tx1"/>
              </a:solidFill>
              <a:prstDash val="solid"/>
              <a:headEnd type="none" w="med" len="med"/>
              <a:tailEnd type="none" w="med" len="med"/>
            </a:ln>
          </p:spPr>
        </p:sp>
        <p:sp>
          <p:nvSpPr>
            <p:cNvPr id="178388" name="Line 370"/>
            <p:cNvSpPr/>
            <p:nvPr/>
          </p:nvSpPr>
          <p:spPr>
            <a:xfrm>
              <a:off x="1535" y="2269"/>
              <a:ext cx="0" cy="360"/>
            </a:xfrm>
            <a:prstGeom prst="line">
              <a:avLst/>
            </a:prstGeom>
            <a:ln w="28575" cap="flat" cmpd="sng">
              <a:solidFill>
                <a:schemeClr val="tx1"/>
              </a:solidFill>
              <a:prstDash val="solid"/>
              <a:headEnd type="none" w="med" len="med"/>
              <a:tailEnd type="none" w="med" len="med"/>
            </a:ln>
          </p:spPr>
        </p:sp>
        <p:sp>
          <p:nvSpPr>
            <p:cNvPr id="178389" name="Line 371"/>
            <p:cNvSpPr/>
            <p:nvPr/>
          </p:nvSpPr>
          <p:spPr>
            <a:xfrm>
              <a:off x="1510" y="2611"/>
              <a:ext cx="5327" cy="0"/>
            </a:xfrm>
            <a:prstGeom prst="line">
              <a:avLst/>
            </a:prstGeom>
            <a:ln w="28575" cap="flat" cmpd="sng">
              <a:solidFill>
                <a:schemeClr val="tx1"/>
              </a:solidFill>
              <a:prstDash val="solid"/>
              <a:headEnd type="none" w="med" len="med"/>
              <a:tailEnd type="none" w="med" len="med"/>
            </a:ln>
          </p:spPr>
        </p:sp>
        <p:sp>
          <p:nvSpPr>
            <p:cNvPr id="178390" name="Line 372"/>
            <p:cNvSpPr/>
            <p:nvPr/>
          </p:nvSpPr>
          <p:spPr>
            <a:xfrm>
              <a:off x="6795" y="2251"/>
              <a:ext cx="0" cy="360"/>
            </a:xfrm>
            <a:prstGeom prst="line">
              <a:avLst/>
            </a:prstGeom>
            <a:ln w="28575" cap="flat" cmpd="sng">
              <a:solidFill>
                <a:schemeClr val="tx1"/>
              </a:solidFill>
              <a:prstDash val="solid"/>
              <a:headEnd type="none" w="med" len="med"/>
              <a:tailEnd type="none" w="med" len="med"/>
            </a:ln>
          </p:spPr>
        </p:sp>
        <p:sp>
          <p:nvSpPr>
            <p:cNvPr id="178391" name="Line 373"/>
            <p:cNvSpPr/>
            <p:nvPr/>
          </p:nvSpPr>
          <p:spPr>
            <a:xfrm>
              <a:off x="6770" y="2251"/>
              <a:ext cx="5327" cy="0"/>
            </a:xfrm>
            <a:prstGeom prst="line">
              <a:avLst/>
            </a:prstGeom>
            <a:ln w="28575" cap="flat" cmpd="sng">
              <a:solidFill>
                <a:schemeClr val="tx1"/>
              </a:solidFill>
              <a:prstDash val="solid"/>
              <a:headEnd type="none" w="med" len="med"/>
              <a:tailEnd type="none" w="med" len="med"/>
            </a:ln>
          </p:spPr>
        </p:sp>
        <p:sp>
          <p:nvSpPr>
            <p:cNvPr id="178392" name="Line 374"/>
            <p:cNvSpPr/>
            <p:nvPr/>
          </p:nvSpPr>
          <p:spPr>
            <a:xfrm>
              <a:off x="12095" y="2251"/>
              <a:ext cx="0" cy="360"/>
            </a:xfrm>
            <a:prstGeom prst="line">
              <a:avLst/>
            </a:prstGeom>
            <a:ln w="28575" cap="flat" cmpd="sng">
              <a:solidFill>
                <a:schemeClr val="tx1"/>
              </a:solidFill>
              <a:prstDash val="solid"/>
              <a:headEnd type="none" w="med" len="med"/>
              <a:tailEnd type="none" w="med" len="med"/>
            </a:ln>
          </p:spPr>
        </p:sp>
        <p:sp>
          <p:nvSpPr>
            <p:cNvPr id="178393" name="Line 375"/>
            <p:cNvSpPr/>
            <p:nvPr/>
          </p:nvSpPr>
          <p:spPr>
            <a:xfrm>
              <a:off x="12095" y="2577"/>
              <a:ext cx="1020" cy="0"/>
            </a:xfrm>
            <a:prstGeom prst="line">
              <a:avLst/>
            </a:prstGeom>
            <a:ln w="28575" cap="flat" cmpd="sng">
              <a:solidFill>
                <a:schemeClr val="tx1"/>
              </a:solidFill>
              <a:prstDash val="solid"/>
              <a:headEnd type="none" w="med" len="med"/>
              <a:tailEnd type="none" w="med" len="med"/>
            </a:ln>
          </p:spPr>
        </p:sp>
        <p:sp>
          <p:nvSpPr>
            <p:cNvPr id="178394" name="Line 376"/>
            <p:cNvSpPr/>
            <p:nvPr/>
          </p:nvSpPr>
          <p:spPr>
            <a:xfrm>
              <a:off x="1195" y="2791"/>
              <a:ext cx="340" cy="0"/>
            </a:xfrm>
            <a:prstGeom prst="line">
              <a:avLst/>
            </a:prstGeom>
            <a:ln w="28575" cap="flat" cmpd="sng">
              <a:solidFill>
                <a:schemeClr val="tx1"/>
              </a:solidFill>
              <a:prstDash val="solid"/>
              <a:headEnd type="none" w="med" len="med"/>
              <a:tailEnd type="none" w="med" len="med"/>
            </a:ln>
          </p:spPr>
        </p:sp>
        <p:sp>
          <p:nvSpPr>
            <p:cNvPr id="178395" name="Line 377"/>
            <p:cNvSpPr/>
            <p:nvPr/>
          </p:nvSpPr>
          <p:spPr>
            <a:xfrm>
              <a:off x="1560" y="2791"/>
              <a:ext cx="0" cy="360"/>
            </a:xfrm>
            <a:prstGeom prst="line">
              <a:avLst/>
            </a:prstGeom>
            <a:ln w="28575" cap="flat" cmpd="sng">
              <a:solidFill>
                <a:schemeClr val="tx1"/>
              </a:solidFill>
              <a:prstDash val="solid"/>
              <a:headEnd type="none" w="med" len="med"/>
              <a:tailEnd type="none" w="med" len="med"/>
            </a:ln>
          </p:spPr>
        </p:sp>
        <p:sp>
          <p:nvSpPr>
            <p:cNvPr id="178396" name="Line 378"/>
            <p:cNvSpPr/>
            <p:nvPr/>
          </p:nvSpPr>
          <p:spPr>
            <a:xfrm>
              <a:off x="1535" y="3151"/>
              <a:ext cx="9895" cy="0"/>
            </a:xfrm>
            <a:prstGeom prst="line">
              <a:avLst/>
            </a:prstGeom>
            <a:ln w="28575" cap="flat" cmpd="sng">
              <a:solidFill>
                <a:schemeClr val="tx1"/>
              </a:solidFill>
              <a:prstDash val="solid"/>
              <a:headEnd type="none" w="med" len="med"/>
              <a:tailEnd type="none" w="med" len="med"/>
            </a:ln>
          </p:spPr>
        </p:sp>
        <p:sp>
          <p:nvSpPr>
            <p:cNvPr id="178397" name="Line 379"/>
            <p:cNvSpPr/>
            <p:nvPr/>
          </p:nvSpPr>
          <p:spPr>
            <a:xfrm>
              <a:off x="11425" y="2791"/>
              <a:ext cx="0" cy="360"/>
            </a:xfrm>
            <a:prstGeom prst="line">
              <a:avLst/>
            </a:prstGeom>
            <a:ln w="28575" cap="flat" cmpd="sng">
              <a:solidFill>
                <a:schemeClr val="tx1"/>
              </a:solidFill>
              <a:prstDash val="solid"/>
              <a:headEnd type="none" w="med" len="med"/>
              <a:tailEnd type="none" w="med" len="med"/>
            </a:ln>
          </p:spPr>
        </p:sp>
        <p:sp>
          <p:nvSpPr>
            <p:cNvPr id="178398" name="Line 380"/>
            <p:cNvSpPr/>
            <p:nvPr/>
          </p:nvSpPr>
          <p:spPr>
            <a:xfrm>
              <a:off x="11432" y="2791"/>
              <a:ext cx="680" cy="0"/>
            </a:xfrm>
            <a:prstGeom prst="line">
              <a:avLst/>
            </a:prstGeom>
            <a:ln w="28575" cap="flat" cmpd="sng">
              <a:solidFill>
                <a:schemeClr val="tx1"/>
              </a:solidFill>
              <a:prstDash val="solid"/>
              <a:headEnd type="none" w="med" len="med"/>
              <a:tailEnd type="none" w="med" len="med"/>
            </a:ln>
          </p:spPr>
        </p:sp>
        <p:sp>
          <p:nvSpPr>
            <p:cNvPr id="178399" name="Line 381"/>
            <p:cNvSpPr/>
            <p:nvPr/>
          </p:nvSpPr>
          <p:spPr>
            <a:xfrm>
              <a:off x="12095" y="2791"/>
              <a:ext cx="0" cy="360"/>
            </a:xfrm>
            <a:prstGeom prst="line">
              <a:avLst/>
            </a:prstGeom>
            <a:ln w="28575" cap="flat" cmpd="sng">
              <a:solidFill>
                <a:schemeClr val="tx1"/>
              </a:solidFill>
              <a:prstDash val="solid"/>
              <a:headEnd type="none" w="med" len="med"/>
              <a:tailEnd type="none" w="med" len="med"/>
            </a:ln>
          </p:spPr>
        </p:sp>
        <p:sp>
          <p:nvSpPr>
            <p:cNvPr id="178400" name="Line 382"/>
            <p:cNvSpPr/>
            <p:nvPr/>
          </p:nvSpPr>
          <p:spPr>
            <a:xfrm>
              <a:off x="12120" y="3132"/>
              <a:ext cx="1020" cy="0"/>
            </a:xfrm>
            <a:prstGeom prst="line">
              <a:avLst/>
            </a:prstGeom>
            <a:ln w="28575" cap="flat" cmpd="sng">
              <a:solidFill>
                <a:schemeClr val="tx1"/>
              </a:solidFill>
              <a:prstDash val="solid"/>
              <a:headEnd type="none" w="med" len="med"/>
              <a:tailEnd type="none" w="med" len="med"/>
            </a:ln>
          </p:spPr>
        </p:sp>
        <p:sp>
          <p:nvSpPr>
            <p:cNvPr id="178401" name="Text Box 383"/>
            <p:cNvSpPr txBox="1"/>
            <p:nvPr/>
          </p:nvSpPr>
          <p:spPr>
            <a:xfrm>
              <a:off x="120" y="0"/>
              <a:ext cx="1320"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sp>
          <p:nvSpPr>
            <p:cNvPr id="178402" name="Text Box 384"/>
            <p:cNvSpPr txBox="1"/>
            <p:nvPr/>
          </p:nvSpPr>
          <p:spPr>
            <a:xfrm>
              <a:off x="359" y="443"/>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sp>
          <p:nvSpPr>
            <p:cNvPr id="178403" name="Text Box 385"/>
            <p:cNvSpPr txBox="1"/>
            <p:nvPr/>
          </p:nvSpPr>
          <p:spPr>
            <a:xfrm>
              <a:off x="359" y="1023"/>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sp>
          <p:nvSpPr>
            <p:cNvPr id="178404" name="Text Box 386"/>
            <p:cNvSpPr txBox="1"/>
            <p:nvPr/>
          </p:nvSpPr>
          <p:spPr>
            <a:xfrm>
              <a:off x="359" y="1528"/>
              <a:ext cx="1321"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178405" name="Text Box 387"/>
            <p:cNvSpPr txBox="1"/>
            <p:nvPr/>
          </p:nvSpPr>
          <p:spPr>
            <a:xfrm>
              <a:off x="359" y="2087"/>
              <a:ext cx="1321" cy="57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178406" name="Text Box 388"/>
            <p:cNvSpPr txBox="1"/>
            <p:nvPr/>
          </p:nvSpPr>
          <p:spPr>
            <a:xfrm>
              <a:off x="120" y="2723"/>
              <a:ext cx="1320" cy="5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RCO</a:t>
              </a:r>
              <a:endParaRPr lang="en-US" altLang="zh-CN" b="1">
                <a:solidFill>
                  <a:schemeClr val="tx1"/>
                </a:solidFill>
                <a:latin typeface="黑体" panose="02010609060101010101" pitchFamily="2" charset="-122"/>
                <a:ea typeface="黑体" panose="02010609060101010101" pitchFamily="2" charset="-122"/>
              </a:endParaRPr>
            </a:p>
          </p:txBody>
        </p:sp>
        <p:sp>
          <p:nvSpPr>
            <p:cNvPr id="178407" name="Text Box 389"/>
            <p:cNvSpPr txBox="1"/>
            <p:nvPr/>
          </p:nvSpPr>
          <p:spPr>
            <a:xfrm>
              <a:off x="0" y="3222"/>
              <a:ext cx="13800" cy="57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COUNT</a:t>
              </a:r>
              <a:r>
                <a:rPr lang="en-US" altLang="zh-CN">
                  <a:solidFill>
                    <a:schemeClr val="tx1"/>
                  </a:solidFill>
                  <a:latin typeface="黑体" panose="02010609060101010101" pitchFamily="2" charset="-122"/>
                  <a:ea typeface="黑体" panose="02010609060101010101" pitchFamily="2" charset="-122"/>
                </a:rPr>
                <a:t>   0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1  2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3  4  5  6  7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8  9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10 11 12 13 14 15  0</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78180" name="Group 183"/>
          <p:cNvGrpSpPr/>
          <p:nvPr/>
        </p:nvGrpSpPr>
        <p:grpSpPr>
          <a:xfrm>
            <a:off x="3887788" y="395288"/>
            <a:ext cx="3816350" cy="2176462"/>
            <a:chOff x="0" y="153"/>
            <a:chExt cx="6480" cy="3661"/>
          </a:xfrm>
        </p:grpSpPr>
        <p:sp>
          <p:nvSpPr>
            <p:cNvPr id="178187" name="Rectangle 7"/>
            <p:cNvSpPr/>
            <p:nvPr/>
          </p:nvSpPr>
          <p:spPr>
            <a:xfrm>
              <a:off x="2848" y="695"/>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188" name="Text Box 8"/>
            <p:cNvSpPr txBox="1"/>
            <p:nvPr/>
          </p:nvSpPr>
          <p:spPr>
            <a:xfrm>
              <a:off x="2710" y="540"/>
              <a:ext cx="156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&gt; 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9" name="Text Box 9"/>
            <p:cNvSpPr txBox="1"/>
            <p:nvPr/>
          </p:nvSpPr>
          <p:spPr>
            <a:xfrm>
              <a:off x="2810" y="77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CLR</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0" name="Text Box 11"/>
            <p:cNvSpPr txBox="1"/>
            <p:nvPr/>
          </p:nvSpPr>
          <p:spPr>
            <a:xfrm>
              <a:off x="2810" y="1295"/>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ENP</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1" name="Text Box 12"/>
            <p:cNvSpPr txBox="1"/>
            <p:nvPr/>
          </p:nvSpPr>
          <p:spPr>
            <a:xfrm>
              <a:off x="2810" y="1562"/>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ENT</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2" name="Text Box 13"/>
            <p:cNvSpPr txBox="1"/>
            <p:nvPr/>
          </p:nvSpPr>
          <p:spPr>
            <a:xfrm>
              <a:off x="2835" y="198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A</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3" name="Text Box 14"/>
            <p:cNvSpPr txBox="1"/>
            <p:nvPr/>
          </p:nvSpPr>
          <p:spPr>
            <a:xfrm>
              <a:off x="2835" y="2303"/>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B</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4" name="Text Box 15"/>
            <p:cNvSpPr txBox="1"/>
            <p:nvPr/>
          </p:nvSpPr>
          <p:spPr>
            <a:xfrm>
              <a:off x="2830" y="2592"/>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5" name="Text Box 16"/>
            <p:cNvSpPr txBox="1"/>
            <p:nvPr/>
          </p:nvSpPr>
          <p:spPr>
            <a:xfrm>
              <a:off x="2830" y="2900"/>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D</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6" name="Text Box 19"/>
            <p:cNvSpPr txBox="1"/>
            <p:nvPr/>
          </p:nvSpPr>
          <p:spPr>
            <a:xfrm>
              <a:off x="4225" y="2508"/>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C</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7" name="Text Box 21"/>
            <p:cNvSpPr txBox="1"/>
            <p:nvPr/>
          </p:nvSpPr>
          <p:spPr>
            <a:xfrm>
              <a:off x="3965" y="3245"/>
              <a:ext cx="103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RCO</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8" name="Line 22"/>
            <p:cNvSpPr/>
            <p:nvPr/>
          </p:nvSpPr>
          <p:spPr>
            <a:xfrm>
              <a:off x="4800" y="2194"/>
              <a:ext cx="600" cy="0"/>
            </a:xfrm>
            <a:prstGeom prst="line">
              <a:avLst/>
            </a:prstGeom>
            <a:ln w="28575" cap="flat" cmpd="sng">
              <a:solidFill>
                <a:schemeClr val="tx1"/>
              </a:solidFill>
              <a:prstDash val="solid"/>
              <a:headEnd type="none" w="med" len="med"/>
              <a:tailEnd type="none" w="med" len="med"/>
            </a:ln>
          </p:spPr>
        </p:sp>
        <p:sp>
          <p:nvSpPr>
            <p:cNvPr id="178199" name="Line 23"/>
            <p:cNvSpPr/>
            <p:nvPr/>
          </p:nvSpPr>
          <p:spPr>
            <a:xfrm>
              <a:off x="2397" y="2194"/>
              <a:ext cx="488" cy="0"/>
            </a:xfrm>
            <a:prstGeom prst="line">
              <a:avLst/>
            </a:prstGeom>
            <a:ln w="28575" cap="flat" cmpd="sng">
              <a:solidFill>
                <a:schemeClr val="tx1"/>
              </a:solidFill>
              <a:prstDash val="solid"/>
              <a:headEnd type="none" w="med" len="med"/>
              <a:tailEnd type="none" w="med" len="med"/>
            </a:ln>
          </p:spPr>
        </p:sp>
        <p:sp>
          <p:nvSpPr>
            <p:cNvPr id="178200" name="Line 24"/>
            <p:cNvSpPr/>
            <p:nvPr/>
          </p:nvSpPr>
          <p:spPr>
            <a:xfrm>
              <a:off x="2400" y="2464"/>
              <a:ext cx="487" cy="0"/>
            </a:xfrm>
            <a:prstGeom prst="line">
              <a:avLst/>
            </a:prstGeom>
            <a:ln w="28575" cap="flat" cmpd="sng">
              <a:solidFill>
                <a:schemeClr val="tx1"/>
              </a:solidFill>
              <a:prstDash val="solid"/>
              <a:headEnd type="none" w="med" len="med"/>
              <a:tailEnd type="none" w="med" len="med"/>
            </a:ln>
          </p:spPr>
        </p:sp>
        <p:sp>
          <p:nvSpPr>
            <p:cNvPr id="178201" name="Line 25"/>
            <p:cNvSpPr/>
            <p:nvPr/>
          </p:nvSpPr>
          <p:spPr>
            <a:xfrm>
              <a:off x="2400" y="2791"/>
              <a:ext cx="487" cy="0"/>
            </a:xfrm>
            <a:prstGeom prst="line">
              <a:avLst/>
            </a:prstGeom>
            <a:ln w="28575" cap="flat" cmpd="sng">
              <a:solidFill>
                <a:schemeClr val="tx1"/>
              </a:solidFill>
              <a:prstDash val="solid"/>
              <a:headEnd type="none" w="med" len="med"/>
              <a:tailEnd type="none" w="med" len="med"/>
            </a:ln>
          </p:spPr>
        </p:sp>
        <p:sp>
          <p:nvSpPr>
            <p:cNvPr id="178202" name="Line 26"/>
            <p:cNvSpPr/>
            <p:nvPr/>
          </p:nvSpPr>
          <p:spPr>
            <a:xfrm>
              <a:off x="2400" y="3080"/>
              <a:ext cx="487" cy="0"/>
            </a:xfrm>
            <a:prstGeom prst="line">
              <a:avLst/>
            </a:prstGeom>
            <a:ln w="28575" cap="flat" cmpd="sng">
              <a:solidFill>
                <a:schemeClr val="tx1"/>
              </a:solidFill>
              <a:prstDash val="solid"/>
              <a:headEnd type="none" w="med" len="med"/>
              <a:tailEnd type="none" w="med" len="med"/>
            </a:ln>
          </p:spPr>
        </p:sp>
        <p:sp>
          <p:nvSpPr>
            <p:cNvPr id="178203" name="Line 27"/>
            <p:cNvSpPr/>
            <p:nvPr/>
          </p:nvSpPr>
          <p:spPr>
            <a:xfrm>
              <a:off x="4800" y="3440"/>
              <a:ext cx="487" cy="0"/>
            </a:xfrm>
            <a:prstGeom prst="line">
              <a:avLst/>
            </a:prstGeom>
            <a:ln w="28575">
              <a:noFill/>
            </a:ln>
          </p:spPr>
        </p:sp>
        <p:sp>
          <p:nvSpPr>
            <p:cNvPr id="178204" name="Line 28"/>
            <p:cNvSpPr/>
            <p:nvPr/>
          </p:nvSpPr>
          <p:spPr>
            <a:xfrm>
              <a:off x="4800" y="2521"/>
              <a:ext cx="600" cy="0"/>
            </a:xfrm>
            <a:prstGeom prst="line">
              <a:avLst/>
            </a:prstGeom>
            <a:ln w="28575" cap="flat" cmpd="sng">
              <a:solidFill>
                <a:schemeClr val="tx1"/>
              </a:solidFill>
              <a:prstDash val="solid"/>
              <a:headEnd type="none" w="med" len="med"/>
              <a:tailEnd type="none" w="med" len="med"/>
            </a:ln>
          </p:spPr>
        </p:sp>
        <p:sp>
          <p:nvSpPr>
            <p:cNvPr id="178205" name="Line 29"/>
            <p:cNvSpPr/>
            <p:nvPr/>
          </p:nvSpPr>
          <p:spPr>
            <a:xfrm>
              <a:off x="4800" y="2810"/>
              <a:ext cx="600" cy="0"/>
            </a:xfrm>
            <a:prstGeom prst="line">
              <a:avLst/>
            </a:prstGeom>
            <a:ln w="28575" cap="flat" cmpd="sng">
              <a:solidFill>
                <a:schemeClr val="tx1"/>
              </a:solidFill>
              <a:prstDash val="solid"/>
              <a:headEnd type="none" w="med" len="med"/>
              <a:tailEnd type="none" w="med" len="med"/>
            </a:ln>
          </p:spPr>
        </p:sp>
        <p:sp>
          <p:nvSpPr>
            <p:cNvPr id="178206" name="Line 30"/>
            <p:cNvSpPr/>
            <p:nvPr/>
          </p:nvSpPr>
          <p:spPr>
            <a:xfrm>
              <a:off x="4800" y="3098"/>
              <a:ext cx="600" cy="0"/>
            </a:xfrm>
            <a:prstGeom prst="line">
              <a:avLst/>
            </a:prstGeom>
            <a:ln w="28575" cap="flat" cmpd="sng">
              <a:solidFill>
                <a:schemeClr val="tx1"/>
              </a:solidFill>
              <a:prstDash val="solid"/>
              <a:headEnd type="none" w="med" len="med"/>
              <a:tailEnd type="none" w="med" len="med"/>
            </a:ln>
          </p:spPr>
        </p:sp>
        <p:sp>
          <p:nvSpPr>
            <p:cNvPr id="178207" name="Oval 31"/>
            <p:cNvSpPr/>
            <p:nvPr/>
          </p:nvSpPr>
          <p:spPr>
            <a:xfrm>
              <a:off x="2690" y="971"/>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8" name="Oval 32"/>
            <p:cNvSpPr/>
            <p:nvPr/>
          </p:nvSpPr>
          <p:spPr>
            <a:xfrm>
              <a:off x="2710" y="1260"/>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9" name="Line 33"/>
            <p:cNvSpPr/>
            <p:nvPr/>
          </p:nvSpPr>
          <p:spPr>
            <a:xfrm>
              <a:off x="2210" y="1042"/>
              <a:ext cx="487" cy="0"/>
            </a:xfrm>
            <a:prstGeom prst="line">
              <a:avLst/>
            </a:prstGeom>
            <a:ln w="28575" cap="flat" cmpd="sng">
              <a:solidFill>
                <a:schemeClr val="tx1"/>
              </a:solidFill>
              <a:prstDash val="solid"/>
              <a:headEnd type="none" w="med" len="med"/>
              <a:tailEnd type="none" w="med" len="med"/>
            </a:ln>
          </p:spPr>
        </p:sp>
        <p:sp>
          <p:nvSpPr>
            <p:cNvPr id="178210" name="Line 34"/>
            <p:cNvSpPr/>
            <p:nvPr/>
          </p:nvSpPr>
          <p:spPr>
            <a:xfrm>
              <a:off x="2235" y="1331"/>
              <a:ext cx="487" cy="0"/>
            </a:xfrm>
            <a:prstGeom prst="line">
              <a:avLst/>
            </a:prstGeom>
            <a:ln w="28575" cap="flat" cmpd="sng">
              <a:solidFill>
                <a:schemeClr val="tx1"/>
              </a:solidFill>
              <a:prstDash val="solid"/>
              <a:headEnd type="none" w="med" len="med"/>
              <a:tailEnd type="none" w="med" len="med"/>
            </a:ln>
          </p:spPr>
        </p:sp>
        <p:sp>
          <p:nvSpPr>
            <p:cNvPr id="178211" name="Line 35"/>
            <p:cNvSpPr/>
            <p:nvPr/>
          </p:nvSpPr>
          <p:spPr>
            <a:xfrm>
              <a:off x="1325" y="817"/>
              <a:ext cx="1565" cy="0"/>
            </a:xfrm>
            <a:prstGeom prst="line">
              <a:avLst/>
            </a:prstGeom>
            <a:ln w="28575" cap="flat" cmpd="sng">
              <a:solidFill>
                <a:schemeClr val="tx1"/>
              </a:solidFill>
              <a:prstDash val="solid"/>
              <a:headEnd type="none" w="med" len="med"/>
              <a:tailEnd type="none" w="med" len="med"/>
            </a:ln>
          </p:spPr>
        </p:sp>
        <p:sp>
          <p:nvSpPr>
            <p:cNvPr id="178212" name="Line 36"/>
            <p:cNvSpPr/>
            <p:nvPr/>
          </p:nvSpPr>
          <p:spPr>
            <a:xfrm>
              <a:off x="2185" y="1583"/>
              <a:ext cx="715" cy="0"/>
            </a:xfrm>
            <a:prstGeom prst="line">
              <a:avLst/>
            </a:prstGeom>
            <a:ln w="28575" cap="flat" cmpd="sng">
              <a:solidFill>
                <a:schemeClr val="tx1"/>
              </a:solidFill>
              <a:prstDash val="solid"/>
              <a:headEnd type="none" w="med" len="med"/>
              <a:tailEnd type="none" w="med" len="med"/>
            </a:ln>
          </p:spPr>
        </p:sp>
        <p:sp>
          <p:nvSpPr>
            <p:cNvPr id="178213" name="Line 37"/>
            <p:cNvSpPr/>
            <p:nvPr/>
          </p:nvSpPr>
          <p:spPr>
            <a:xfrm>
              <a:off x="1780" y="1838"/>
              <a:ext cx="1110" cy="0"/>
            </a:xfrm>
            <a:prstGeom prst="line">
              <a:avLst/>
            </a:prstGeom>
            <a:ln w="28575" cap="flat" cmpd="sng">
              <a:solidFill>
                <a:schemeClr val="tx1"/>
              </a:solidFill>
              <a:prstDash val="solid"/>
              <a:headEnd type="none" w="med" len="med"/>
              <a:tailEnd type="none" w="med" len="med"/>
            </a:ln>
          </p:spPr>
        </p:sp>
        <p:sp>
          <p:nvSpPr>
            <p:cNvPr id="178214" name="Text Box 38"/>
            <p:cNvSpPr txBox="1"/>
            <p:nvPr/>
          </p:nvSpPr>
          <p:spPr>
            <a:xfrm>
              <a:off x="2885" y="153"/>
              <a:ext cx="204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5" name="Text Box 391"/>
            <p:cNvSpPr txBox="1"/>
            <p:nvPr/>
          </p:nvSpPr>
          <p:spPr>
            <a:xfrm>
              <a:off x="5380" y="1905"/>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6" name="Text Box 392"/>
            <p:cNvSpPr txBox="1"/>
            <p:nvPr/>
          </p:nvSpPr>
          <p:spPr>
            <a:xfrm>
              <a:off x="5395" y="2251"/>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7" name="Text Box 393"/>
            <p:cNvSpPr txBox="1"/>
            <p:nvPr/>
          </p:nvSpPr>
          <p:spPr>
            <a:xfrm>
              <a:off x="5400" y="2558"/>
              <a:ext cx="108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8" name="Text Box 394"/>
            <p:cNvSpPr txBox="1"/>
            <p:nvPr/>
          </p:nvSpPr>
          <p:spPr>
            <a:xfrm>
              <a:off x="5399" y="2861"/>
              <a:ext cx="1081" cy="56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9" name="Rectangle 396"/>
            <p:cNvSpPr/>
            <p:nvPr/>
          </p:nvSpPr>
          <p:spPr>
            <a:xfrm>
              <a:off x="1155" y="1744"/>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0" name="Line 397"/>
            <p:cNvSpPr/>
            <p:nvPr/>
          </p:nvSpPr>
          <p:spPr>
            <a:xfrm>
              <a:off x="2210" y="1061"/>
              <a:ext cx="0" cy="803"/>
            </a:xfrm>
            <a:prstGeom prst="line">
              <a:avLst/>
            </a:prstGeom>
            <a:ln w="28575" cap="flat" cmpd="sng">
              <a:solidFill>
                <a:schemeClr val="tx1"/>
              </a:solidFill>
              <a:prstDash val="solid"/>
              <a:headEnd type="none" w="med" len="med"/>
              <a:tailEnd type="none" w="med" len="med"/>
            </a:ln>
          </p:spPr>
        </p:sp>
        <p:sp>
          <p:nvSpPr>
            <p:cNvPr id="178221" name="Oval 398"/>
            <p:cNvSpPr/>
            <p:nvPr/>
          </p:nvSpPr>
          <p:spPr>
            <a:xfrm>
              <a:off x="2140" y="178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2" name="Oval 399"/>
            <p:cNvSpPr/>
            <p:nvPr/>
          </p:nvSpPr>
          <p:spPr>
            <a:xfrm>
              <a:off x="2131" y="1298"/>
              <a:ext cx="129" cy="12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3" name="Line 400"/>
            <p:cNvSpPr/>
            <p:nvPr/>
          </p:nvSpPr>
          <p:spPr>
            <a:xfrm>
              <a:off x="675" y="1838"/>
              <a:ext cx="480" cy="0"/>
            </a:xfrm>
            <a:prstGeom prst="line">
              <a:avLst/>
            </a:prstGeom>
            <a:ln w="28575" cap="flat" cmpd="sng">
              <a:solidFill>
                <a:schemeClr val="tx1"/>
              </a:solidFill>
              <a:prstDash val="solid"/>
              <a:headEnd type="none" w="med" len="med"/>
              <a:tailEnd type="none" w="med" len="med"/>
            </a:ln>
          </p:spPr>
        </p:sp>
        <p:sp>
          <p:nvSpPr>
            <p:cNvPr id="178224" name="Line 401"/>
            <p:cNvSpPr/>
            <p:nvPr/>
          </p:nvSpPr>
          <p:spPr>
            <a:xfrm>
              <a:off x="675" y="1511"/>
              <a:ext cx="0" cy="357"/>
            </a:xfrm>
            <a:prstGeom prst="line">
              <a:avLst/>
            </a:prstGeom>
            <a:ln w="28575" cap="flat" cmpd="sng">
              <a:solidFill>
                <a:schemeClr val="tx1"/>
              </a:solidFill>
              <a:prstDash val="solid"/>
              <a:headEnd type="none" w="med" len="med"/>
              <a:tailEnd type="none" w="med" len="med"/>
            </a:ln>
          </p:spPr>
        </p:sp>
        <p:sp>
          <p:nvSpPr>
            <p:cNvPr id="178225" name="Line 402"/>
            <p:cNvSpPr/>
            <p:nvPr/>
          </p:nvSpPr>
          <p:spPr>
            <a:xfrm>
              <a:off x="530" y="1511"/>
              <a:ext cx="295" cy="0"/>
            </a:xfrm>
            <a:prstGeom prst="line">
              <a:avLst/>
            </a:prstGeom>
            <a:ln w="28575" cap="flat" cmpd="sng">
              <a:solidFill>
                <a:schemeClr val="tx1"/>
              </a:solidFill>
              <a:prstDash val="solid"/>
              <a:headEnd type="none" w="med" len="med"/>
              <a:tailEnd type="none" w="med" len="med"/>
            </a:ln>
          </p:spPr>
        </p:sp>
        <p:sp>
          <p:nvSpPr>
            <p:cNvPr id="178226" name="Oval 404"/>
            <p:cNvSpPr/>
            <p:nvPr/>
          </p:nvSpPr>
          <p:spPr>
            <a:xfrm>
              <a:off x="2136" y="1571"/>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7" name="Text Box 405"/>
            <p:cNvSpPr txBox="1"/>
            <p:nvPr/>
          </p:nvSpPr>
          <p:spPr>
            <a:xfrm>
              <a:off x="0" y="491"/>
              <a:ext cx="120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28" name="Text Box 406"/>
            <p:cNvSpPr txBox="1"/>
            <p:nvPr/>
          </p:nvSpPr>
          <p:spPr>
            <a:xfrm>
              <a:off x="195" y="1050"/>
              <a:ext cx="1200" cy="56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grpSp>
      <p:sp>
        <p:nvSpPr>
          <p:cNvPr id="178181" name="Text Box 407"/>
          <p:cNvSpPr txBox="1"/>
          <p:nvPr/>
        </p:nvSpPr>
        <p:spPr>
          <a:xfrm>
            <a:off x="228600" y="1657350"/>
            <a:ext cx="4191000" cy="396875"/>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78182" name="Text Box 441"/>
          <p:cNvSpPr txBox="1"/>
          <p:nvPr/>
        </p:nvSpPr>
        <p:spPr>
          <a:xfrm>
            <a:off x="304800" y="1735138"/>
            <a:ext cx="4191000" cy="337185"/>
          </a:xfrm>
          <a:prstGeom prst="rect">
            <a:avLst/>
          </a:prstGeom>
          <a:noFill/>
          <a:ln w="28575">
            <a:noFill/>
          </a:ln>
        </p:spPr>
        <p:txBody>
          <a:bodyPr>
            <a:spAutoFit/>
          </a:bodyPr>
          <a:p>
            <a:pPr marL="514350" indent="-514350" algn="ctr" eaLnBrk="1" hangingPunct="1">
              <a:lnSpc>
                <a:spcPct val="80000"/>
              </a:lnSpc>
              <a:spcBef>
                <a:spcPct val="50000"/>
              </a:spcBef>
              <a:buFont typeface="宋体" panose="02010600030101010101" pitchFamily="2" charset="-122"/>
              <a:buAutoNum type="circleNumDbPlain"/>
            </a:pPr>
            <a:r>
              <a:rPr lang="zh-CN" altLang="en-US" b="1" dirty="0">
                <a:solidFill>
                  <a:schemeClr val="tx1"/>
                </a:solidFill>
                <a:latin typeface="华文新魏" panose="02010800040101010101" pitchFamily="2" charset="-122"/>
                <a:ea typeface="华文新魏" panose="02010800040101010101" pitchFamily="2" charset="-122"/>
              </a:rPr>
              <a:t>用</a:t>
            </a:r>
            <a:r>
              <a:rPr lang="en-US" altLang="zh-CN" b="1">
                <a:solidFill>
                  <a:schemeClr val="tx1"/>
                </a:solidFill>
                <a:latin typeface="华文新魏" panose="02010800040101010101" pitchFamily="2" charset="-122"/>
                <a:ea typeface="华文新魏" panose="02010800040101010101" pitchFamily="2" charset="-122"/>
              </a:rPr>
              <a:t>74LS163</a:t>
            </a:r>
            <a:r>
              <a:rPr lang="zh-CN" altLang="en-US" b="1" dirty="0">
                <a:solidFill>
                  <a:schemeClr val="tx1"/>
                </a:solidFill>
                <a:latin typeface="华文新魏" panose="02010800040101010101" pitchFamily="2" charset="-122"/>
                <a:ea typeface="华文新魏" panose="02010800040101010101" pitchFamily="2" charset="-122"/>
              </a:rPr>
              <a:t>实现分频器</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78183" name="Text Box 17"/>
          <p:cNvSpPr txBox="1"/>
          <p:nvPr/>
        </p:nvSpPr>
        <p:spPr>
          <a:xfrm>
            <a:off x="6375400" y="1468438"/>
            <a:ext cx="608013"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A</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4" name="Text Box 18"/>
          <p:cNvSpPr txBox="1"/>
          <p:nvPr/>
        </p:nvSpPr>
        <p:spPr>
          <a:xfrm>
            <a:off x="6375400" y="1651000"/>
            <a:ext cx="608013" cy="3397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B</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5" name="Text Box 20"/>
          <p:cNvSpPr txBox="1"/>
          <p:nvPr/>
        </p:nvSpPr>
        <p:spPr>
          <a:xfrm>
            <a:off x="6375400" y="2006600"/>
            <a:ext cx="60801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D</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6" name="Text Box 10"/>
          <p:cNvSpPr txBox="1"/>
          <p:nvPr/>
        </p:nvSpPr>
        <p:spPr>
          <a:xfrm>
            <a:off x="5543550" y="904558"/>
            <a:ext cx="6064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LD</a:t>
            </a:r>
            <a:endParaRPr lang="en-US" altLang="zh-CN" sz="1600" b="1">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8182"/>
                                        </p:tgtEl>
                                        <p:attrNameLst>
                                          <p:attrName>style.visibility</p:attrName>
                                        </p:attrNameLst>
                                      </p:cBhvr>
                                      <p:to>
                                        <p:strVal val="visible"/>
                                      </p:to>
                                    </p:set>
                                    <p:anim calcmode="lin" valueType="num">
                                      <p:cBhvr additive="base">
                                        <p:cTn id="7" dur="500" fill="hold"/>
                                        <p:tgtEl>
                                          <p:spTgt spid="178182"/>
                                        </p:tgtEl>
                                        <p:attrNameLst>
                                          <p:attrName>ppt_x</p:attrName>
                                        </p:attrNameLst>
                                      </p:cBhvr>
                                      <p:tavLst>
                                        <p:tav tm="0">
                                          <p:val>
                                            <p:strVal val="#ppt_x"/>
                                          </p:val>
                                        </p:tav>
                                        <p:tav tm="100000">
                                          <p:val>
                                            <p:strVal val="#ppt_x"/>
                                          </p:val>
                                        </p:tav>
                                      </p:tavLst>
                                    </p:anim>
                                    <p:anim calcmode="lin" valueType="num">
                                      <p:cBhvr additive="base">
                                        <p:cTn id="8" dur="500" fill="hold"/>
                                        <p:tgtEl>
                                          <p:spTgt spid="1781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79"/>
                                        </p:tgtEl>
                                        <p:attrNameLst>
                                          <p:attrName>style.visibility</p:attrName>
                                        </p:attrNameLst>
                                      </p:cBhvr>
                                      <p:to>
                                        <p:strVal val="visible"/>
                                      </p:to>
                                    </p:set>
                                    <p:anim calcmode="lin" valueType="num">
                                      <p:cBhvr additive="base">
                                        <p:cTn id="13" dur="500" fill="hold"/>
                                        <p:tgtEl>
                                          <p:spTgt spid="178179"/>
                                        </p:tgtEl>
                                        <p:attrNameLst>
                                          <p:attrName>ppt_x</p:attrName>
                                        </p:attrNameLst>
                                      </p:cBhvr>
                                      <p:tavLst>
                                        <p:tav tm="0">
                                          <p:val>
                                            <p:strVal val="#ppt_x"/>
                                          </p:val>
                                        </p:tav>
                                        <p:tav tm="100000">
                                          <p:val>
                                            <p:strVal val="#ppt_x"/>
                                          </p:val>
                                        </p:tav>
                                      </p:tavLst>
                                    </p:anim>
                                    <p:anim calcmode="lin" valueType="num">
                                      <p:cBhvr additive="base">
                                        <p:cTn id="14" dur="500" fill="hold"/>
                                        <p:tgtEl>
                                          <p:spTgt spid="178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595313" y="774700"/>
            <a:ext cx="8382000" cy="685800"/>
          </a:xfrm>
          <a:prstGeom prst="rect">
            <a:avLst/>
          </a:prstGeom>
          <a:noFill/>
          <a:ln w="28575">
            <a:noFill/>
          </a:ln>
        </p:spPr>
        <p:txBody>
          <a:bodyPr/>
          <a:p>
            <a:pPr marL="514350" indent="-514350" eaLnBrk="1" hangingPunct="1">
              <a:buFont typeface="宋体" panose="02010600030101010101" pitchFamily="2" charset="-122"/>
              <a:buAutoNum type="circleNumDbPlain" startAt="2"/>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0,1,···,10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grpSp>
        <p:nvGrpSpPr>
          <p:cNvPr id="179203" name="Group 103"/>
          <p:cNvGrpSpPr/>
          <p:nvPr/>
        </p:nvGrpSpPr>
        <p:grpSpPr>
          <a:xfrm>
            <a:off x="1421130" y="1664335"/>
            <a:ext cx="6553200" cy="3086100"/>
            <a:chOff x="0" y="0"/>
            <a:chExt cx="4128" cy="2314"/>
          </a:xfrm>
        </p:grpSpPr>
        <p:sp>
          <p:nvSpPr>
            <p:cNvPr id="179212" name="Rectangle 38"/>
            <p:cNvSpPr/>
            <p:nvPr/>
          </p:nvSpPr>
          <p:spPr>
            <a:xfrm>
              <a:off x="1344"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13" name="Text Box 39"/>
            <p:cNvSpPr txBox="1"/>
            <p:nvPr/>
          </p:nvSpPr>
          <p:spPr>
            <a:xfrm>
              <a:off x="1287" y="258"/>
              <a:ext cx="624"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4" name="Text Box 42"/>
            <p:cNvSpPr txBox="1"/>
            <p:nvPr/>
          </p:nvSpPr>
          <p:spPr>
            <a:xfrm>
              <a:off x="1316" y="70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5" name="Text Box 44"/>
            <p:cNvSpPr txBox="1"/>
            <p:nvPr/>
          </p:nvSpPr>
          <p:spPr>
            <a:xfrm>
              <a:off x="1326" y="105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6" name="Text Box 45"/>
            <p:cNvSpPr txBox="1"/>
            <p:nvPr/>
          </p:nvSpPr>
          <p:spPr>
            <a:xfrm>
              <a:off x="1326" y="1228"/>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7" name="Text Box 46"/>
            <p:cNvSpPr txBox="1"/>
            <p:nvPr/>
          </p:nvSpPr>
          <p:spPr>
            <a:xfrm>
              <a:off x="1324" y="1382"/>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8" name="Text Box 47"/>
            <p:cNvSpPr txBox="1"/>
            <p:nvPr/>
          </p:nvSpPr>
          <p:spPr>
            <a:xfrm>
              <a:off x="1324" y="1546"/>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9" name="Text Box 49"/>
            <p:cNvSpPr txBox="1"/>
            <p:nvPr/>
          </p:nvSpPr>
          <p:spPr>
            <a:xfrm>
              <a:off x="1882" y="1084"/>
              <a:ext cx="41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20" name="Line 54"/>
            <p:cNvSpPr/>
            <p:nvPr/>
          </p:nvSpPr>
          <p:spPr>
            <a:xfrm>
              <a:off x="1151" y="1170"/>
              <a:ext cx="195" cy="0"/>
            </a:xfrm>
            <a:prstGeom prst="line">
              <a:avLst/>
            </a:prstGeom>
            <a:ln w="28575" cap="flat" cmpd="sng">
              <a:solidFill>
                <a:schemeClr val="tx1"/>
              </a:solidFill>
              <a:prstDash val="solid"/>
              <a:headEnd type="none" w="med" len="med"/>
              <a:tailEnd type="none" w="med" len="med"/>
            </a:ln>
          </p:spPr>
        </p:sp>
        <p:sp>
          <p:nvSpPr>
            <p:cNvPr id="179221" name="Line 55"/>
            <p:cNvSpPr/>
            <p:nvPr/>
          </p:nvSpPr>
          <p:spPr>
            <a:xfrm>
              <a:off x="1152" y="1314"/>
              <a:ext cx="195" cy="0"/>
            </a:xfrm>
            <a:prstGeom prst="line">
              <a:avLst/>
            </a:prstGeom>
            <a:ln w="28575" cap="flat" cmpd="sng">
              <a:solidFill>
                <a:schemeClr val="tx1"/>
              </a:solidFill>
              <a:prstDash val="solid"/>
              <a:headEnd type="none" w="med" len="med"/>
              <a:tailEnd type="none" w="med" len="med"/>
            </a:ln>
          </p:spPr>
        </p:sp>
        <p:sp>
          <p:nvSpPr>
            <p:cNvPr id="179222" name="Line 56"/>
            <p:cNvSpPr/>
            <p:nvPr/>
          </p:nvSpPr>
          <p:spPr>
            <a:xfrm>
              <a:off x="1152" y="1488"/>
              <a:ext cx="195" cy="0"/>
            </a:xfrm>
            <a:prstGeom prst="line">
              <a:avLst/>
            </a:prstGeom>
            <a:ln w="28575" cap="flat" cmpd="sng">
              <a:solidFill>
                <a:schemeClr val="tx1"/>
              </a:solidFill>
              <a:prstDash val="solid"/>
              <a:headEnd type="none" w="med" len="med"/>
              <a:tailEnd type="none" w="med" len="med"/>
            </a:ln>
          </p:spPr>
        </p:sp>
        <p:sp>
          <p:nvSpPr>
            <p:cNvPr id="179223" name="Line 57"/>
            <p:cNvSpPr/>
            <p:nvPr/>
          </p:nvSpPr>
          <p:spPr>
            <a:xfrm>
              <a:off x="1152" y="1642"/>
              <a:ext cx="195" cy="0"/>
            </a:xfrm>
            <a:prstGeom prst="line">
              <a:avLst/>
            </a:prstGeom>
            <a:ln w="28575" cap="flat" cmpd="sng">
              <a:solidFill>
                <a:schemeClr val="tx1"/>
              </a:solidFill>
              <a:prstDash val="solid"/>
              <a:headEnd type="none" w="med" len="med"/>
              <a:tailEnd type="none" w="med" len="med"/>
            </a:ln>
          </p:spPr>
        </p:sp>
        <p:sp>
          <p:nvSpPr>
            <p:cNvPr id="179224" name="Line 53"/>
            <p:cNvSpPr/>
            <p:nvPr/>
          </p:nvSpPr>
          <p:spPr>
            <a:xfrm>
              <a:off x="2112" y="1170"/>
              <a:ext cx="1584" cy="0"/>
            </a:xfrm>
            <a:prstGeom prst="line">
              <a:avLst/>
            </a:prstGeom>
            <a:ln w="28575" cap="flat" cmpd="sng">
              <a:solidFill>
                <a:schemeClr val="tx1"/>
              </a:solidFill>
              <a:prstDash val="solid"/>
              <a:headEnd type="none" w="med" len="med"/>
              <a:tailEnd type="none" w="med" len="med"/>
            </a:ln>
          </p:spPr>
        </p:sp>
        <p:sp>
          <p:nvSpPr>
            <p:cNvPr id="179225" name="Line 58"/>
            <p:cNvSpPr/>
            <p:nvPr/>
          </p:nvSpPr>
          <p:spPr>
            <a:xfrm>
              <a:off x="2112" y="1834"/>
              <a:ext cx="154" cy="0"/>
            </a:xfrm>
            <a:prstGeom prst="line">
              <a:avLst/>
            </a:prstGeom>
            <a:ln w="28575" cap="flat" cmpd="sng">
              <a:solidFill>
                <a:schemeClr val="tx1"/>
              </a:solidFill>
              <a:prstDash val="solid"/>
              <a:headEnd type="none" w="med" len="med"/>
              <a:tailEnd type="none" w="med" len="med"/>
            </a:ln>
          </p:spPr>
        </p:sp>
        <p:sp>
          <p:nvSpPr>
            <p:cNvPr id="179226" name="Line 59"/>
            <p:cNvSpPr/>
            <p:nvPr/>
          </p:nvSpPr>
          <p:spPr>
            <a:xfrm>
              <a:off x="2112" y="1344"/>
              <a:ext cx="1584" cy="0"/>
            </a:xfrm>
            <a:prstGeom prst="line">
              <a:avLst/>
            </a:prstGeom>
            <a:ln w="28575" cap="flat" cmpd="sng">
              <a:solidFill>
                <a:schemeClr val="tx1"/>
              </a:solidFill>
              <a:prstDash val="solid"/>
              <a:headEnd type="none" w="med" len="med"/>
              <a:tailEnd type="none" w="med" len="med"/>
            </a:ln>
          </p:spPr>
        </p:sp>
        <p:sp>
          <p:nvSpPr>
            <p:cNvPr id="179227" name="Line 60"/>
            <p:cNvSpPr/>
            <p:nvPr/>
          </p:nvSpPr>
          <p:spPr>
            <a:xfrm>
              <a:off x="2112" y="1498"/>
              <a:ext cx="1584" cy="0"/>
            </a:xfrm>
            <a:prstGeom prst="line">
              <a:avLst/>
            </a:prstGeom>
            <a:ln w="28575" cap="flat" cmpd="sng">
              <a:solidFill>
                <a:schemeClr val="tx1"/>
              </a:solidFill>
              <a:prstDash val="solid"/>
              <a:headEnd type="none" w="med" len="med"/>
              <a:tailEnd type="none" w="med" len="med"/>
            </a:ln>
          </p:spPr>
        </p:sp>
        <p:sp>
          <p:nvSpPr>
            <p:cNvPr id="179228" name="Line 61"/>
            <p:cNvSpPr/>
            <p:nvPr/>
          </p:nvSpPr>
          <p:spPr>
            <a:xfrm>
              <a:off x="2112" y="1652"/>
              <a:ext cx="1584" cy="0"/>
            </a:xfrm>
            <a:prstGeom prst="line">
              <a:avLst/>
            </a:prstGeom>
            <a:ln w="28575" cap="flat" cmpd="sng">
              <a:solidFill>
                <a:schemeClr val="tx1"/>
              </a:solidFill>
              <a:prstDash val="solid"/>
              <a:headEnd type="none" w="med" len="med"/>
              <a:tailEnd type="none" w="med" len="med"/>
            </a:ln>
          </p:spPr>
        </p:sp>
        <p:sp>
          <p:nvSpPr>
            <p:cNvPr id="179229" name="Oval 62"/>
            <p:cNvSpPr/>
            <p:nvPr/>
          </p:nvSpPr>
          <p:spPr>
            <a:xfrm>
              <a:off x="1268" y="518"/>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0" name="Oval 63"/>
            <p:cNvSpPr/>
            <p:nvPr/>
          </p:nvSpPr>
          <p:spPr>
            <a:xfrm>
              <a:off x="1276" y="67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1" name="Line 64"/>
            <p:cNvSpPr/>
            <p:nvPr/>
          </p:nvSpPr>
          <p:spPr>
            <a:xfrm flipV="1">
              <a:off x="0" y="546"/>
              <a:ext cx="1271" cy="0"/>
            </a:xfrm>
            <a:prstGeom prst="line">
              <a:avLst/>
            </a:prstGeom>
            <a:ln w="28575" cap="flat" cmpd="sng">
              <a:solidFill>
                <a:schemeClr val="tx1"/>
              </a:solidFill>
              <a:prstDash val="solid"/>
              <a:headEnd type="none" w="med" len="med"/>
              <a:tailEnd type="none" w="med" len="med"/>
            </a:ln>
          </p:spPr>
        </p:sp>
        <p:sp>
          <p:nvSpPr>
            <p:cNvPr id="179232" name="Line 65"/>
            <p:cNvSpPr/>
            <p:nvPr/>
          </p:nvSpPr>
          <p:spPr>
            <a:xfrm>
              <a:off x="1086" y="710"/>
              <a:ext cx="195" cy="0"/>
            </a:xfrm>
            <a:prstGeom prst="line">
              <a:avLst/>
            </a:prstGeom>
            <a:ln w="28575" cap="flat" cmpd="sng">
              <a:solidFill>
                <a:schemeClr val="tx1"/>
              </a:solidFill>
              <a:prstDash val="solid"/>
              <a:headEnd type="none" w="med" len="med"/>
              <a:tailEnd type="none" w="med" len="med"/>
            </a:ln>
          </p:spPr>
        </p:sp>
        <p:sp>
          <p:nvSpPr>
            <p:cNvPr id="179233" name="Line 66"/>
            <p:cNvSpPr/>
            <p:nvPr/>
          </p:nvSpPr>
          <p:spPr>
            <a:xfrm>
              <a:off x="722" y="404"/>
              <a:ext cx="626" cy="0"/>
            </a:xfrm>
            <a:prstGeom prst="line">
              <a:avLst/>
            </a:prstGeom>
            <a:ln w="28575" cap="flat" cmpd="sng">
              <a:solidFill>
                <a:schemeClr val="tx1"/>
              </a:solidFill>
              <a:prstDash val="solid"/>
              <a:headEnd type="none" w="med" len="med"/>
              <a:tailEnd type="none" w="med" len="med"/>
            </a:ln>
          </p:spPr>
        </p:sp>
        <p:sp>
          <p:nvSpPr>
            <p:cNvPr id="179234" name="Line 67"/>
            <p:cNvSpPr/>
            <p:nvPr/>
          </p:nvSpPr>
          <p:spPr>
            <a:xfrm>
              <a:off x="1066" y="844"/>
              <a:ext cx="286" cy="0"/>
            </a:xfrm>
            <a:prstGeom prst="line">
              <a:avLst/>
            </a:prstGeom>
            <a:ln w="28575" cap="flat" cmpd="sng">
              <a:solidFill>
                <a:schemeClr val="tx1"/>
              </a:solidFill>
              <a:prstDash val="solid"/>
              <a:headEnd type="none" w="med" len="med"/>
              <a:tailEnd type="none" w="med" len="med"/>
            </a:ln>
          </p:spPr>
        </p:sp>
        <p:sp>
          <p:nvSpPr>
            <p:cNvPr id="179235" name="Line 68"/>
            <p:cNvSpPr/>
            <p:nvPr/>
          </p:nvSpPr>
          <p:spPr>
            <a:xfrm>
              <a:off x="904" y="980"/>
              <a:ext cx="444" cy="0"/>
            </a:xfrm>
            <a:prstGeom prst="line">
              <a:avLst/>
            </a:prstGeom>
            <a:ln w="28575" cap="flat" cmpd="sng">
              <a:solidFill>
                <a:schemeClr val="tx1"/>
              </a:solidFill>
              <a:prstDash val="solid"/>
              <a:headEnd type="none" w="med" len="med"/>
              <a:tailEnd type="none" w="med" len="med"/>
            </a:ln>
          </p:spPr>
        </p:sp>
        <p:sp>
          <p:nvSpPr>
            <p:cNvPr id="179236" name="Text Box 69"/>
            <p:cNvSpPr txBox="1"/>
            <p:nvPr/>
          </p:nvSpPr>
          <p:spPr>
            <a:xfrm>
              <a:off x="1344" y="0"/>
              <a:ext cx="816"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7" name="Text Box 70"/>
            <p:cNvSpPr txBox="1"/>
            <p:nvPr/>
          </p:nvSpPr>
          <p:spPr>
            <a:xfrm>
              <a:off x="3688" y="1016"/>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8" name="Text Box 71"/>
            <p:cNvSpPr txBox="1"/>
            <p:nvPr/>
          </p:nvSpPr>
          <p:spPr>
            <a:xfrm>
              <a:off x="3694" y="1200"/>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9" name="Text Box 72"/>
            <p:cNvSpPr txBox="1"/>
            <p:nvPr/>
          </p:nvSpPr>
          <p:spPr>
            <a:xfrm>
              <a:off x="3696" y="1364"/>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0" name="Text Box 73"/>
            <p:cNvSpPr txBox="1"/>
            <p:nvPr/>
          </p:nvSpPr>
          <p:spPr>
            <a:xfrm>
              <a:off x="3696" y="1526"/>
              <a:ext cx="432"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1" name="Rectangle 74"/>
            <p:cNvSpPr/>
            <p:nvPr/>
          </p:nvSpPr>
          <p:spPr>
            <a:xfrm>
              <a:off x="654" y="930"/>
              <a:ext cx="240" cy="9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2" name="Line 75"/>
            <p:cNvSpPr/>
            <p:nvPr/>
          </p:nvSpPr>
          <p:spPr>
            <a:xfrm>
              <a:off x="1078" y="707"/>
              <a:ext cx="0" cy="292"/>
            </a:xfrm>
            <a:prstGeom prst="line">
              <a:avLst/>
            </a:prstGeom>
            <a:ln w="28575" cap="flat" cmpd="sng">
              <a:solidFill>
                <a:schemeClr val="tx1"/>
              </a:solidFill>
              <a:prstDash val="solid"/>
              <a:headEnd type="none" w="med" len="med"/>
              <a:tailEnd type="none" w="med" len="med"/>
            </a:ln>
          </p:spPr>
        </p:sp>
        <p:sp>
          <p:nvSpPr>
            <p:cNvPr id="179243" name="Oval 76"/>
            <p:cNvSpPr/>
            <p:nvPr/>
          </p:nvSpPr>
          <p:spPr>
            <a:xfrm>
              <a:off x="1058" y="95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4" name="Line 78"/>
            <p:cNvSpPr/>
            <p:nvPr/>
          </p:nvSpPr>
          <p:spPr>
            <a:xfrm>
              <a:off x="462" y="980"/>
              <a:ext cx="192" cy="0"/>
            </a:xfrm>
            <a:prstGeom prst="line">
              <a:avLst/>
            </a:prstGeom>
            <a:ln w="28575" cap="flat" cmpd="sng">
              <a:solidFill>
                <a:schemeClr val="tx1"/>
              </a:solidFill>
              <a:prstDash val="solid"/>
              <a:headEnd type="none" w="med" len="med"/>
              <a:tailEnd type="none" w="med" len="med"/>
            </a:ln>
          </p:spPr>
        </p:sp>
        <p:sp>
          <p:nvSpPr>
            <p:cNvPr id="179245" name="Line 79"/>
            <p:cNvSpPr/>
            <p:nvPr/>
          </p:nvSpPr>
          <p:spPr>
            <a:xfrm>
              <a:off x="462" y="806"/>
              <a:ext cx="0" cy="190"/>
            </a:xfrm>
            <a:prstGeom prst="line">
              <a:avLst/>
            </a:prstGeom>
            <a:ln w="28575" cap="flat" cmpd="sng">
              <a:solidFill>
                <a:schemeClr val="tx1"/>
              </a:solidFill>
              <a:prstDash val="solid"/>
              <a:headEnd type="none" w="med" len="med"/>
              <a:tailEnd type="none" w="med" len="med"/>
            </a:ln>
          </p:spPr>
        </p:sp>
        <p:sp>
          <p:nvSpPr>
            <p:cNvPr id="179246" name="Line 80"/>
            <p:cNvSpPr/>
            <p:nvPr/>
          </p:nvSpPr>
          <p:spPr>
            <a:xfrm>
              <a:off x="404" y="806"/>
              <a:ext cx="118" cy="0"/>
            </a:xfrm>
            <a:prstGeom prst="line">
              <a:avLst/>
            </a:prstGeom>
            <a:ln w="28575" cap="flat" cmpd="sng">
              <a:solidFill>
                <a:schemeClr val="tx1"/>
              </a:solidFill>
              <a:prstDash val="solid"/>
              <a:headEnd type="none" w="med" len="med"/>
              <a:tailEnd type="none" w="med" len="med"/>
            </a:ln>
          </p:spPr>
        </p:sp>
        <p:sp>
          <p:nvSpPr>
            <p:cNvPr id="179247" name="Oval 81"/>
            <p:cNvSpPr/>
            <p:nvPr/>
          </p:nvSpPr>
          <p:spPr>
            <a:xfrm>
              <a:off x="1056" y="83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8" name="Text Box 82"/>
            <p:cNvSpPr txBox="1"/>
            <p:nvPr/>
          </p:nvSpPr>
          <p:spPr>
            <a:xfrm>
              <a:off x="327" y="262"/>
              <a:ext cx="48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9" name="Text Box 83"/>
            <p:cNvSpPr txBox="1"/>
            <p:nvPr/>
          </p:nvSpPr>
          <p:spPr>
            <a:xfrm>
              <a:off x="270" y="560"/>
              <a:ext cx="48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50" name="Rectangle 85"/>
            <p:cNvSpPr/>
            <p:nvPr/>
          </p:nvSpPr>
          <p:spPr>
            <a:xfrm>
              <a:off x="2832" y="1788"/>
              <a:ext cx="240"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1" name="Oval 86"/>
            <p:cNvSpPr/>
            <p:nvPr/>
          </p:nvSpPr>
          <p:spPr>
            <a:xfrm>
              <a:off x="3072" y="195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2" name="Text Box 87"/>
            <p:cNvSpPr txBox="1"/>
            <p:nvPr/>
          </p:nvSpPr>
          <p:spPr>
            <a:xfrm>
              <a:off x="2804" y="1778"/>
              <a:ext cx="240" cy="25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53" name="Line 89"/>
            <p:cNvSpPr/>
            <p:nvPr/>
          </p:nvSpPr>
          <p:spPr>
            <a:xfrm>
              <a:off x="2640" y="1882"/>
              <a:ext cx="192" cy="0"/>
            </a:xfrm>
            <a:prstGeom prst="line">
              <a:avLst/>
            </a:prstGeom>
            <a:ln w="28575" cap="flat" cmpd="sng">
              <a:solidFill>
                <a:schemeClr val="tx1"/>
              </a:solidFill>
              <a:prstDash val="solid"/>
              <a:headEnd type="none" w="med" len="med"/>
              <a:tailEnd type="none" w="med" len="med"/>
            </a:ln>
          </p:spPr>
        </p:sp>
        <p:sp>
          <p:nvSpPr>
            <p:cNvPr id="179254" name="Line 90"/>
            <p:cNvSpPr/>
            <p:nvPr/>
          </p:nvSpPr>
          <p:spPr>
            <a:xfrm>
              <a:off x="2496" y="2064"/>
              <a:ext cx="336" cy="0"/>
            </a:xfrm>
            <a:prstGeom prst="line">
              <a:avLst/>
            </a:prstGeom>
            <a:ln w="28575" cap="flat" cmpd="sng">
              <a:solidFill>
                <a:schemeClr val="tx1"/>
              </a:solidFill>
              <a:prstDash val="solid"/>
              <a:headEnd type="none" w="med" len="med"/>
              <a:tailEnd type="none" w="med" len="med"/>
            </a:ln>
          </p:spPr>
        </p:sp>
        <p:sp>
          <p:nvSpPr>
            <p:cNvPr id="179255" name="Line 91"/>
            <p:cNvSpPr/>
            <p:nvPr/>
          </p:nvSpPr>
          <p:spPr>
            <a:xfrm>
              <a:off x="2640" y="1652"/>
              <a:ext cx="0" cy="240"/>
            </a:xfrm>
            <a:prstGeom prst="line">
              <a:avLst/>
            </a:prstGeom>
            <a:ln w="28575" cap="flat" cmpd="sng">
              <a:solidFill>
                <a:schemeClr val="tx1"/>
              </a:solidFill>
              <a:prstDash val="solid"/>
              <a:headEnd type="none" w="med" len="med"/>
              <a:tailEnd type="none" w="med" len="med"/>
            </a:ln>
          </p:spPr>
        </p:sp>
        <p:sp>
          <p:nvSpPr>
            <p:cNvPr id="179256" name="Line 92"/>
            <p:cNvSpPr/>
            <p:nvPr/>
          </p:nvSpPr>
          <p:spPr>
            <a:xfrm>
              <a:off x="2496" y="1344"/>
              <a:ext cx="0" cy="720"/>
            </a:xfrm>
            <a:prstGeom prst="line">
              <a:avLst/>
            </a:prstGeom>
            <a:ln w="28575" cap="flat" cmpd="sng">
              <a:solidFill>
                <a:schemeClr val="tx1"/>
              </a:solidFill>
              <a:prstDash val="solid"/>
              <a:headEnd type="none" w="med" len="med"/>
              <a:tailEnd type="none" w="med" len="med"/>
            </a:ln>
          </p:spPr>
        </p:sp>
        <p:sp>
          <p:nvSpPr>
            <p:cNvPr id="179257" name="Oval 93"/>
            <p:cNvSpPr/>
            <p:nvPr/>
          </p:nvSpPr>
          <p:spPr>
            <a:xfrm>
              <a:off x="2468" y="1324"/>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8" name="Oval 94"/>
            <p:cNvSpPr/>
            <p:nvPr/>
          </p:nvSpPr>
          <p:spPr>
            <a:xfrm>
              <a:off x="2620" y="1632"/>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9" name="Line 95"/>
            <p:cNvSpPr/>
            <p:nvPr/>
          </p:nvSpPr>
          <p:spPr>
            <a:xfrm>
              <a:off x="3140" y="1978"/>
              <a:ext cx="240" cy="0"/>
            </a:xfrm>
            <a:prstGeom prst="line">
              <a:avLst/>
            </a:prstGeom>
            <a:ln w="28575" cap="flat" cmpd="sng">
              <a:solidFill>
                <a:schemeClr val="tx1"/>
              </a:solidFill>
              <a:prstDash val="solid"/>
              <a:headEnd type="none" w="med" len="med"/>
              <a:tailEnd type="none" w="med" len="med"/>
            </a:ln>
          </p:spPr>
        </p:sp>
        <p:sp>
          <p:nvSpPr>
            <p:cNvPr id="179260" name="Line 96"/>
            <p:cNvSpPr/>
            <p:nvPr/>
          </p:nvSpPr>
          <p:spPr>
            <a:xfrm>
              <a:off x="3380" y="1978"/>
              <a:ext cx="0" cy="336"/>
            </a:xfrm>
            <a:prstGeom prst="line">
              <a:avLst/>
            </a:prstGeom>
            <a:ln w="28575" cap="flat" cmpd="sng">
              <a:solidFill>
                <a:schemeClr val="tx1"/>
              </a:solidFill>
              <a:prstDash val="solid"/>
              <a:headEnd type="none" w="med" len="med"/>
              <a:tailEnd type="none" w="med" len="med"/>
            </a:ln>
          </p:spPr>
        </p:sp>
        <p:sp>
          <p:nvSpPr>
            <p:cNvPr id="179261" name="Line 97"/>
            <p:cNvSpPr/>
            <p:nvPr/>
          </p:nvSpPr>
          <p:spPr>
            <a:xfrm>
              <a:off x="10" y="2294"/>
              <a:ext cx="3378" cy="0"/>
            </a:xfrm>
            <a:prstGeom prst="line">
              <a:avLst/>
            </a:prstGeom>
            <a:ln w="28575" cap="flat" cmpd="sng">
              <a:solidFill>
                <a:schemeClr val="tx1"/>
              </a:solidFill>
              <a:prstDash val="solid"/>
              <a:headEnd type="none" w="med" len="med"/>
              <a:tailEnd type="none" w="med" len="med"/>
            </a:ln>
          </p:spPr>
        </p:sp>
        <p:sp>
          <p:nvSpPr>
            <p:cNvPr id="179262" name="Line 98"/>
            <p:cNvSpPr/>
            <p:nvPr/>
          </p:nvSpPr>
          <p:spPr>
            <a:xfrm>
              <a:off x="0" y="548"/>
              <a:ext cx="0" cy="1752"/>
            </a:xfrm>
            <a:prstGeom prst="line">
              <a:avLst/>
            </a:prstGeom>
            <a:ln w="28575" cap="flat" cmpd="sng">
              <a:solidFill>
                <a:schemeClr val="tx1"/>
              </a:solidFill>
              <a:prstDash val="solid"/>
              <a:headEnd type="none" w="med" len="med"/>
              <a:tailEnd type="none" w="med" len="med"/>
            </a:ln>
          </p:spPr>
        </p:sp>
      </p:grpSp>
      <p:sp>
        <p:nvSpPr>
          <p:cNvPr id="179204" name="Text Box 99"/>
          <p:cNvSpPr txBox="1"/>
          <p:nvPr/>
        </p:nvSpPr>
        <p:spPr>
          <a:xfrm>
            <a:off x="1097915" y="1359535"/>
            <a:ext cx="7129145" cy="533400"/>
          </a:xfrm>
          <a:prstGeom prst="rect">
            <a:avLst/>
          </a:prstGeom>
          <a:noFill/>
          <a:ln w="28575">
            <a:noFill/>
          </a:ln>
        </p:spPr>
        <p:txBody>
          <a:bodyPr wrap="square">
            <a:spAutoFit/>
          </a:bodyPr>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同步清零</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完成跳越的次态为全零的预置（</a:t>
            </a:r>
            <a:r>
              <a:rPr lang="zh-CN" altLang="en-US" sz="1800" b="1" dirty="0">
                <a:solidFill>
                  <a:srgbClr val="FF0000"/>
                </a:solidFill>
                <a:latin typeface="华文新魏" panose="02010800040101010101" pitchFamily="2" charset="-122"/>
                <a:ea typeface="华文新魏" panose="02010800040101010101" pitchFamily="2" charset="-122"/>
              </a:rPr>
              <a:t>也可以用</a:t>
            </a:r>
            <a:r>
              <a:rPr lang="en-US" altLang="zh-CN" sz="1800" b="1" dirty="0">
                <a:solidFill>
                  <a:srgbClr val="FF0000"/>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79205" name="Text Box 48"/>
          <p:cNvSpPr txBox="1"/>
          <p:nvPr/>
        </p:nvSpPr>
        <p:spPr>
          <a:xfrm>
            <a:off x="4421188" y="2913063"/>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6" name="Text Box 50"/>
          <p:cNvSpPr txBox="1"/>
          <p:nvPr/>
        </p:nvSpPr>
        <p:spPr>
          <a:xfrm>
            <a:off x="4421188" y="3302318"/>
            <a:ext cx="654050" cy="337185"/>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7" name="Text Box 51"/>
          <p:cNvSpPr txBox="1"/>
          <p:nvPr/>
        </p:nvSpPr>
        <p:spPr>
          <a:xfrm>
            <a:off x="4421188" y="3486150"/>
            <a:ext cx="6540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8" name="Text Box 52"/>
          <p:cNvSpPr txBox="1"/>
          <p:nvPr/>
        </p:nvSpPr>
        <p:spPr>
          <a:xfrm>
            <a:off x="4256088" y="3705225"/>
            <a:ext cx="6540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9" name="Text Box 40"/>
          <p:cNvSpPr txBox="1"/>
          <p:nvPr/>
        </p:nvSpPr>
        <p:spPr>
          <a:xfrm>
            <a:off x="3500120" y="2223770"/>
            <a:ext cx="654050" cy="337185"/>
          </a:xfrm>
          <a:prstGeom prst="rect">
            <a:avLst/>
          </a:prstGeom>
          <a:noFill/>
          <a:ln w="28575">
            <a:noFill/>
          </a:ln>
        </p:spPr>
        <p:txBody>
          <a:bodyPr wrap="square">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0" name="Text Box 41"/>
          <p:cNvSpPr txBox="1"/>
          <p:nvPr/>
        </p:nvSpPr>
        <p:spPr>
          <a:xfrm>
            <a:off x="3511233" y="2405063"/>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11" name="Text Box 43"/>
          <p:cNvSpPr txBox="1"/>
          <p:nvPr/>
        </p:nvSpPr>
        <p:spPr>
          <a:xfrm>
            <a:off x="3522663" y="2762568"/>
            <a:ext cx="6540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cxnSp>
        <p:nvCxnSpPr>
          <p:cNvPr id="2" name="直接连接符 1"/>
          <p:cNvCxnSpPr/>
          <p:nvPr/>
        </p:nvCxnSpPr>
        <p:spPr>
          <a:xfrm flipV="1">
            <a:off x="1421130" y="2607310"/>
            <a:ext cx="1713230" cy="6985"/>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nvGrpSpPr>
          <p:cNvPr id="5" name="组合 4"/>
          <p:cNvGrpSpPr/>
          <p:nvPr/>
        </p:nvGrpSpPr>
        <p:grpSpPr>
          <a:xfrm>
            <a:off x="3097530" y="3220085"/>
            <a:ext cx="288290" cy="935990"/>
            <a:chOff x="4878" y="5071"/>
            <a:chExt cx="454" cy="1474"/>
          </a:xfrm>
        </p:grpSpPr>
        <p:cxnSp>
          <p:nvCxnSpPr>
            <p:cNvPr id="3" name="直接连接符 2"/>
            <p:cNvCxnSpPr/>
            <p:nvPr/>
          </p:nvCxnSpPr>
          <p:spPr>
            <a:xfrm>
              <a:off x="5116" y="5071"/>
              <a:ext cx="0" cy="1474"/>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4878" y="6545"/>
              <a:ext cx="454"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 calcmode="lin" valueType="num">
                                      <p:cBhvr additive="base">
                                        <p:cTn id="7" dur="500" fill="hold"/>
                                        <p:tgtEl>
                                          <p:spTgt spid="179204"/>
                                        </p:tgtEl>
                                        <p:attrNameLst>
                                          <p:attrName>ppt_x</p:attrName>
                                        </p:attrNameLst>
                                      </p:cBhvr>
                                      <p:tavLst>
                                        <p:tav tm="0">
                                          <p:val>
                                            <p:strVal val="#ppt_x"/>
                                          </p:val>
                                        </p:tav>
                                        <p:tav tm="100000">
                                          <p:val>
                                            <p:strVal val="#ppt_x"/>
                                          </p:val>
                                        </p:tav>
                                      </p:tavLst>
                                    </p:anim>
                                    <p:anim calcmode="lin" valueType="num">
                                      <p:cBhvr additive="base">
                                        <p:cTn id="8" dur="500" fill="hold"/>
                                        <p:tgtEl>
                                          <p:spTgt spid="1792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9203"/>
                                        </p:tgtEl>
                                        <p:attrNameLst>
                                          <p:attrName>style.visibility</p:attrName>
                                        </p:attrNameLst>
                                      </p:cBhvr>
                                      <p:to>
                                        <p:strVal val="visible"/>
                                      </p:to>
                                    </p:set>
                                    <p:anim calcmode="lin" valueType="num">
                                      <p:cBhvr additive="base">
                                        <p:cTn id="13" dur="500" fill="hold"/>
                                        <p:tgtEl>
                                          <p:spTgt spid="179203"/>
                                        </p:tgtEl>
                                        <p:attrNameLst>
                                          <p:attrName>ppt_x</p:attrName>
                                        </p:attrNameLst>
                                      </p:cBhvr>
                                      <p:tavLst>
                                        <p:tav tm="0">
                                          <p:val>
                                            <p:strVal val="#ppt_x"/>
                                          </p:val>
                                        </p:tav>
                                        <p:tav tm="100000">
                                          <p:val>
                                            <p:strVal val="#ppt_x"/>
                                          </p:val>
                                        </p:tav>
                                      </p:tavLst>
                                    </p:anim>
                                    <p:anim calcmode="lin" valueType="num">
                                      <p:cBhvr additive="base">
                                        <p:cTn id="14" dur="500" fill="hold"/>
                                        <p:tgtEl>
                                          <p:spTgt spid="17920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9205"/>
                                        </p:tgtEl>
                                        <p:attrNameLst>
                                          <p:attrName>style.visibility</p:attrName>
                                        </p:attrNameLst>
                                      </p:cBhvr>
                                      <p:to>
                                        <p:strVal val="visible"/>
                                      </p:to>
                                    </p:set>
                                    <p:anim calcmode="lin" valueType="num">
                                      <p:cBhvr additive="base">
                                        <p:cTn id="17" dur="500" fill="hold"/>
                                        <p:tgtEl>
                                          <p:spTgt spid="179205"/>
                                        </p:tgtEl>
                                        <p:attrNameLst>
                                          <p:attrName>ppt_x</p:attrName>
                                        </p:attrNameLst>
                                      </p:cBhvr>
                                      <p:tavLst>
                                        <p:tav tm="0">
                                          <p:val>
                                            <p:strVal val="#ppt_x"/>
                                          </p:val>
                                        </p:tav>
                                        <p:tav tm="100000">
                                          <p:val>
                                            <p:strVal val="#ppt_x"/>
                                          </p:val>
                                        </p:tav>
                                      </p:tavLst>
                                    </p:anim>
                                    <p:anim calcmode="lin" valueType="num">
                                      <p:cBhvr additive="base">
                                        <p:cTn id="18" dur="500" fill="hold"/>
                                        <p:tgtEl>
                                          <p:spTgt spid="17920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9206"/>
                                        </p:tgtEl>
                                        <p:attrNameLst>
                                          <p:attrName>style.visibility</p:attrName>
                                        </p:attrNameLst>
                                      </p:cBhvr>
                                      <p:to>
                                        <p:strVal val="visible"/>
                                      </p:to>
                                    </p:set>
                                    <p:anim calcmode="lin" valueType="num">
                                      <p:cBhvr additive="base">
                                        <p:cTn id="21" dur="500" fill="hold"/>
                                        <p:tgtEl>
                                          <p:spTgt spid="179206"/>
                                        </p:tgtEl>
                                        <p:attrNameLst>
                                          <p:attrName>ppt_x</p:attrName>
                                        </p:attrNameLst>
                                      </p:cBhvr>
                                      <p:tavLst>
                                        <p:tav tm="0">
                                          <p:val>
                                            <p:strVal val="#ppt_x"/>
                                          </p:val>
                                        </p:tav>
                                        <p:tav tm="100000">
                                          <p:val>
                                            <p:strVal val="#ppt_x"/>
                                          </p:val>
                                        </p:tav>
                                      </p:tavLst>
                                    </p:anim>
                                    <p:anim calcmode="lin" valueType="num">
                                      <p:cBhvr additive="base">
                                        <p:cTn id="22" dur="500" fill="hold"/>
                                        <p:tgtEl>
                                          <p:spTgt spid="17920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9207"/>
                                        </p:tgtEl>
                                        <p:attrNameLst>
                                          <p:attrName>style.visibility</p:attrName>
                                        </p:attrNameLst>
                                      </p:cBhvr>
                                      <p:to>
                                        <p:strVal val="visible"/>
                                      </p:to>
                                    </p:set>
                                    <p:anim calcmode="lin" valueType="num">
                                      <p:cBhvr additive="base">
                                        <p:cTn id="25" dur="500" fill="hold"/>
                                        <p:tgtEl>
                                          <p:spTgt spid="179207"/>
                                        </p:tgtEl>
                                        <p:attrNameLst>
                                          <p:attrName>ppt_x</p:attrName>
                                        </p:attrNameLst>
                                      </p:cBhvr>
                                      <p:tavLst>
                                        <p:tav tm="0">
                                          <p:val>
                                            <p:strVal val="#ppt_x"/>
                                          </p:val>
                                        </p:tav>
                                        <p:tav tm="100000">
                                          <p:val>
                                            <p:strVal val="#ppt_x"/>
                                          </p:val>
                                        </p:tav>
                                      </p:tavLst>
                                    </p:anim>
                                    <p:anim calcmode="lin" valueType="num">
                                      <p:cBhvr additive="base">
                                        <p:cTn id="26" dur="500" fill="hold"/>
                                        <p:tgtEl>
                                          <p:spTgt spid="17920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9208"/>
                                        </p:tgtEl>
                                        <p:attrNameLst>
                                          <p:attrName>style.visibility</p:attrName>
                                        </p:attrNameLst>
                                      </p:cBhvr>
                                      <p:to>
                                        <p:strVal val="visible"/>
                                      </p:to>
                                    </p:set>
                                    <p:anim calcmode="lin" valueType="num">
                                      <p:cBhvr additive="base">
                                        <p:cTn id="29" dur="500" fill="hold"/>
                                        <p:tgtEl>
                                          <p:spTgt spid="179208"/>
                                        </p:tgtEl>
                                        <p:attrNameLst>
                                          <p:attrName>ppt_x</p:attrName>
                                        </p:attrNameLst>
                                      </p:cBhvr>
                                      <p:tavLst>
                                        <p:tav tm="0">
                                          <p:val>
                                            <p:strVal val="#ppt_x"/>
                                          </p:val>
                                        </p:tav>
                                        <p:tav tm="100000">
                                          <p:val>
                                            <p:strVal val="#ppt_x"/>
                                          </p:val>
                                        </p:tav>
                                      </p:tavLst>
                                    </p:anim>
                                    <p:anim calcmode="lin" valueType="num">
                                      <p:cBhvr additive="base">
                                        <p:cTn id="30" dur="500" fill="hold"/>
                                        <p:tgtEl>
                                          <p:spTgt spid="17920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9209"/>
                                        </p:tgtEl>
                                        <p:attrNameLst>
                                          <p:attrName>style.visibility</p:attrName>
                                        </p:attrNameLst>
                                      </p:cBhvr>
                                      <p:to>
                                        <p:strVal val="visible"/>
                                      </p:to>
                                    </p:set>
                                    <p:anim calcmode="lin" valueType="num">
                                      <p:cBhvr additive="base">
                                        <p:cTn id="33" dur="500" fill="hold"/>
                                        <p:tgtEl>
                                          <p:spTgt spid="179209"/>
                                        </p:tgtEl>
                                        <p:attrNameLst>
                                          <p:attrName>ppt_x</p:attrName>
                                        </p:attrNameLst>
                                      </p:cBhvr>
                                      <p:tavLst>
                                        <p:tav tm="0">
                                          <p:val>
                                            <p:strVal val="#ppt_x"/>
                                          </p:val>
                                        </p:tav>
                                        <p:tav tm="100000">
                                          <p:val>
                                            <p:strVal val="#ppt_x"/>
                                          </p:val>
                                        </p:tav>
                                      </p:tavLst>
                                    </p:anim>
                                    <p:anim calcmode="lin" valueType="num">
                                      <p:cBhvr additive="base">
                                        <p:cTn id="34" dur="500" fill="hold"/>
                                        <p:tgtEl>
                                          <p:spTgt spid="17920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9210"/>
                                        </p:tgtEl>
                                        <p:attrNameLst>
                                          <p:attrName>style.visibility</p:attrName>
                                        </p:attrNameLst>
                                      </p:cBhvr>
                                      <p:to>
                                        <p:strVal val="visible"/>
                                      </p:to>
                                    </p:set>
                                    <p:anim calcmode="lin" valueType="num">
                                      <p:cBhvr additive="base">
                                        <p:cTn id="37" dur="500" fill="hold"/>
                                        <p:tgtEl>
                                          <p:spTgt spid="179210"/>
                                        </p:tgtEl>
                                        <p:attrNameLst>
                                          <p:attrName>ppt_x</p:attrName>
                                        </p:attrNameLst>
                                      </p:cBhvr>
                                      <p:tavLst>
                                        <p:tav tm="0">
                                          <p:val>
                                            <p:strVal val="#ppt_x"/>
                                          </p:val>
                                        </p:tav>
                                        <p:tav tm="100000">
                                          <p:val>
                                            <p:strVal val="#ppt_x"/>
                                          </p:val>
                                        </p:tav>
                                      </p:tavLst>
                                    </p:anim>
                                    <p:anim calcmode="lin" valueType="num">
                                      <p:cBhvr additive="base">
                                        <p:cTn id="38" dur="500" fill="hold"/>
                                        <p:tgtEl>
                                          <p:spTgt spid="1792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9211"/>
                                        </p:tgtEl>
                                        <p:attrNameLst>
                                          <p:attrName>style.visibility</p:attrName>
                                        </p:attrNameLst>
                                      </p:cBhvr>
                                      <p:to>
                                        <p:strVal val="visible"/>
                                      </p:to>
                                    </p:set>
                                    <p:anim calcmode="lin" valueType="num">
                                      <p:cBhvr additive="base">
                                        <p:cTn id="41" dur="500" fill="hold"/>
                                        <p:tgtEl>
                                          <p:spTgt spid="179211"/>
                                        </p:tgtEl>
                                        <p:attrNameLst>
                                          <p:attrName>ppt_x</p:attrName>
                                        </p:attrNameLst>
                                      </p:cBhvr>
                                      <p:tavLst>
                                        <p:tav tm="0">
                                          <p:val>
                                            <p:strVal val="#ppt_x"/>
                                          </p:val>
                                        </p:tav>
                                        <p:tav tm="100000">
                                          <p:val>
                                            <p:strVal val="#ppt_x"/>
                                          </p:val>
                                        </p:tav>
                                      </p:tavLst>
                                    </p:anim>
                                    <p:anim calcmode="lin" valueType="num">
                                      <p:cBhvr additive="base">
                                        <p:cTn id="42" dur="500" fill="hold"/>
                                        <p:tgtEl>
                                          <p:spTgt spid="1792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5" grpId="0"/>
      <p:bldP spid="179206" grpId="0"/>
      <p:bldP spid="179207" grpId="0"/>
      <p:bldP spid="179208" grpId="0"/>
      <p:bldP spid="179209" grpId="0"/>
      <p:bldP spid="179210" grpId="0"/>
      <p:bldP spid="1792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a:xfrm>
            <a:off x="863600" y="862013"/>
            <a:ext cx="8604250" cy="742950"/>
          </a:xfrm>
          <a:prstGeom prst="rect">
            <a:avLst/>
          </a:prstGeom>
          <a:noFill/>
          <a:ln w="28575">
            <a:noFill/>
          </a:ln>
        </p:spPr>
        <p:txBody>
          <a:bodyPr/>
          <a:p>
            <a:pPr marL="514350" indent="-514350" eaLnBrk="1" hangingPunct="1">
              <a:buFont typeface="宋体" panose="02010600030101010101" pitchFamily="2" charset="-122"/>
              <a:buAutoNum type="circleNumDbPlain" startAt="3"/>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5,6,···,15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80227" name="Text Box 64"/>
          <p:cNvSpPr txBox="1"/>
          <p:nvPr/>
        </p:nvSpPr>
        <p:spPr>
          <a:xfrm>
            <a:off x="1423353" y="1324610"/>
            <a:ext cx="8610600" cy="36830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a:solidFill>
                  <a:schemeClr val="tx1"/>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置数</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完成跳越的次态为任意值的预置。</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180288" name="组合 180287"/>
          <p:cNvGrpSpPr/>
          <p:nvPr/>
        </p:nvGrpSpPr>
        <p:grpSpPr>
          <a:xfrm>
            <a:off x="1271588" y="1844675"/>
            <a:ext cx="6537325" cy="2743200"/>
            <a:chOff x="610" y="1033"/>
            <a:chExt cx="4118" cy="1728"/>
          </a:xfrm>
        </p:grpSpPr>
        <p:sp>
          <p:nvSpPr>
            <p:cNvPr id="180237" name="Rectangle 5"/>
            <p:cNvSpPr/>
            <p:nvPr/>
          </p:nvSpPr>
          <p:spPr>
            <a:xfrm>
              <a:off x="1944" y="1249"/>
              <a:ext cx="768" cy="1224"/>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38" name="Text Box 6"/>
            <p:cNvSpPr txBox="1"/>
            <p:nvPr/>
          </p:nvSpPr>
          <p:spPr>
            <a:xfrm>
              <a:off x="1876" y="1222"/>
              <a:ext cx="624"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9" name="Text Box 7"/>
            <p:cNvSpPr txBox="1"/>
            <p:nvPr/>
          </p:nvSpPr>
          <p:spPr>
            <a:xfrm>
              <a:off x="1916" y="1339"/>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0" name="Text Box 10"/>
            <p:cNvSpPr txBox="1"/>
            <p:nvPr/>
          </p:nvSpPr>
          <p:spPr>
            <a:xfrm>
              <a:off x="1916" y="1656"/>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1" name="Text Box 12"/>
            <p:cNvSpPr txBox="1"/>
            <p:nvPr/>
          </p:nvSpPr>
          <p:spPr>
            <a:xfrm>
              <a:off x="1926" y="1954"/>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2" name="Text Box 13"/>
            <p:cNvSpPr txBox="1"/>
            <p:nvPr/>
          </p:nvSpPr>
          <p:spPr>
            <a:xfrm>
              <a:off x="1924" y="2070"/>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3" name="Text Box 14"/>
            <p:cNvSpPr txBox="1"/>
            <p:nvPr/>
          </p:nvSpPr>
          <p:spPr>
            <a:xfrm>
              <a:off x="1924" y="2193"/>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4" name="Text Box 16"/>
            <p:cNvSpPr txBox="1"/>
            <p:nvPr/>
          </p:nvSpPr>
          <p:spPr>
            <a:xfrm>
              <a:off x="2482" y="1927"/>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5" name="Line 21"/>
            <p:cNvSpPr/>
            <p:nvPr/>
          </p:nvSpPr>
          <p:spPr>
            <a:xfrm>
              <a:off x="1522" y="2019"/>
              <a:ext cx="422" cy="0"/>
            </a:xfrm>
            <a:prstGeom prst="line">
              <a:avLst/>
            </a:prstGeom>
            <a:ln w="28575" cap="flat" cmpd="sng">
              <a:solidFill>
                <a:schemeClr val="tx1"/>
              </a:solidFill>
              <a:prstDash val="solid"/>
              <a:headEnd type="none" w="med" len="med"/>
              <a:tailEnd type="none" w="med" len="med"/>
            </a:ln>
          </p:spPr>
        </p:sp>
        <p:sp>
          <p:nvSpPr>
            <p:cNvPr id="180246" name="Line 22"/>
            <p:cNvSpPr/>
            <p:nvPr/>
          </p:nvSpPr>
          <p:spPr>
            <a:xfrm>
              <a:off x="1676" y="2157"/>
              <a:ext cx="263" cy="0"/>
            </a:xfrm>
            <a:prstGeom prst="line">
              <a:avLst/>
            </a:prstGeom>
            <a:ln w="28575" cap="flat" cmpd="sng">
              <a:solidFill>
                <a:schemeClr val="tx1"/>
              </a:solidFill>
              <a:prstDash val="solid"/>
              <a:headEnd type="none" w="med" len="med"/>
              <a:tailEnd type="none" w="med" len="med"/>
            </a:ln>
          </p:spPr>
        </p:sp>
        <p:sp>
          <p:nvSpPr>
            <p:cNvPr id="180247" name="Line 24"/>
            <p:cNvSpPr/>
            <p:nvPr/>
          </p:nvSpPr>
          <p:spPr>
            <a:xfrm>
              <a:off x="2712" y="1911"/>
              <a:ext cx="1584" cy="0"/>
            </a:xfrm>
            <a:prstGeom prst="line">
              <a:avLst/>
            </a:prstGeom>
            <a:ln w="28575" cap="flat" cmpd="sng">
              <a:solidFill>
                <a:schemeClr val="tx1"/>
              </a:solidFill>
              <a:prstDash val="solid"/>
              <a:headEnd type="none" w="med" len="med"/>
              <a:tailEnd type="none" w="med" len="med"/>
            </a:ln>
          </p:spPr>
        </p:sp>
        <p:sp>
          <p:nvSpPr>
            <p:cNvPr id="180248" name="Line 25"/>
            <p:cNvSpPr/>
            <p:nvPr/>
          </p:nvSpPr>
          <p:spPr>
            <a:xfrm flipV="1">
              <a:off x="2712" y="2401"/>
              <a:ext cx="528" cy="0"/>
            </a:xfrm>
            <a:prstGeom prst="line">
              <a:avLst/>
            </a:prstGeom>
            <a:ln w="28575" cap="flat" cmpd="sng">
              <a:solidFill>
                <a:schemeClr val="tx1"/>
              </a:solidFill>
              <a:prstDash val="solid"/>
              <a:headEnd type="none" w="med" len="med"/>
              <a:tailEnd type="none" w="med" len="med"/>
            </a:ln>
          </p:spPr>
        </p:sp>
        <p:sp>
          <p:nvSpPr>
            <p:cNvPr id="180249" name="Line 26"/>
            <p:cNvSpPr/>
            <p:nvPr/>
          </p:nvSpPr>
          <p:spPr>
            <a:xfrm>
              <a:off x="2712" y="2041"/>
              <a:ext cx="1584" cy="0"/>
            </a:xfrm>
            <a:prstGeom prst="line">
              <a:avLst/>
            </a:prstGeom>
            <a:ln w="28575" cap="flat" cmpd="sng">
              <a:solidFill>
                <a:schemeClr val="tx1"/>
              </a:solidFill>
              <a:prstDash val="solid"/>
              <a:headEnd type="none" w="med" len="med"/>
              <a:tailEnd type="none" w="med" len="med"/>
            </a:ln>
          </p:spPr>
        </p:sp>
        <p:sp>
          <p:nvSpPr>
            <p:cNvPr id="180250" name="Line 27"/>
            <p:cNvSpPr/>
            <p:nvPr/>
          </p:nvSpPr>
          <p:spPr>
            <a:xfrm>
              <a:off x="2712" y="2157"/>
              <a:ext cx="1584" cy="0"/>
            </a:xfrm>
            <a:prstGeom prst="line">
              <a:avLst/>
            </a:prstGeom>
            <a:ln w="28575" cap="flat" cmpd="sng">
              <a:solidFill>
                <a:schemeClr val="tx1"/>
              </a:solidFill>
              <a:prstDash val="solid"/>
              <a:headEnd type="none" w="med" len="med"/>
              <a:tailEnd type="none" w="med" len="med"/>
            </a:ln>
          </p:spPr>
        </p:sp>
        <p:sp>
          <p:nvSpPr>
            <p:cNvPr id="180251" name="Line 28"/>
            <p:cNvSpPr/>
            <p:nvPr/>
          </p:nvSpPr>
          <p:spPr>
            <a:xfrm>
              <a:off x="2712" y="2272"/>
              <a:ext cx="1584" cy="0"/>
            </a:xfrm>
            <a:prstGeom prst="line">
              <a:avLst/>
            </a:prstGeom>
            <a:ln w="28575" cap="flat" cmpd="sng">
              <a:solidFill>
                <a:schemeClr val="tx1"/>
              </a:solidFill>
              <a:prstDash val="solid"/>
              <a:headEnd type="none" w="med" len="med"/>
              <a:tailEnd type="none" w="med" len="med"/>
            </a:ln>
          </p:spPr>
        </p:sp>
        <p:sp>
          <p:nvSpPr>
            <p:cNvPr id="180252" name="Oval 29"/>
            <p:cNvSpPr/>
            <p:nvPr/>
          </p:nvSpPr>
          <p:spPr>
            <a:xfrm>
              <a:off x="1868" y="1422"/>
              <a:ext cx="70" cy="5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3" name="Oval 30"/>
            <p:cNvSpPr/>
            <p:nvPr/>
          </p:nvSpPr>
          <p:spPr>
            <a:xfrm>
              <a:off x="1876" y="1537"/>
              <a:ext cx="70" cy="5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4" name="Line 31"/>
            <p:cNvSpPr/>
            <p:nvPr/>
          </p:nvSpPr>
          <p:spPr>
            <a:xfrm flipV="1">
              <a:off x="610" y="1560"/>
              <a:ext cx="1271" cy="0"/>
            </a:xfrm>
            <a:prstGeom prst="line">
              <a:avLst/>
            </a:prstGeom>
            <a:ln w="28575" cap="flat" cmpd="sng">
              <a:solidFill>
                <a:schemeClr val="tx1"/>
              </a:solidFill>
              <a:prstDash val="solid"/>
              <a:headEnd type="none" w="med" len="med"/>
              <a:tailEnd type="none" w="med" len="med"/>
            </a:ln>
          </p:spPr>
        </p:sp>
        <p:sp>
          <p:nvSpPr>
            <p:cNvPr id="180255" name="Line 32"/>
            <p:cNvSpPr/>
            <p:nvPr/>
          </p:nvSpPr>
          <p:spPr>
            <a:xfrm>
              <a:off x="1678" y="1449"/>
              <a:ext cx="195" cy="0"/>
            </a:xfrm>
            <a:prstGeom prst="line">
              <a:avLst/>
            </a:prstGeom>
            <a:ln w="28575" cap="flat" cmpd="sng">
              <a:solidFill>
                <a:schemeClr val="tx1"/>
              </a:solidFill>
              <a:prstDash val="solid"/>
              <a:headEnd type="none" w="med" len="med"/>
              <a:tailEnd type="none" w="med" len="med"/>
            </a:ln>
          </p:spPr>
        </p:sp>
        <p:sp>
          <p:nvSpPr>
            <p:cNvPr id="180256" name="Line 33"/>
            <p:cNvSpPr/>
            <p:nvPr/>
          </p:nvSpPr>
          <p:spPr>
            <a:xfrm>
              <a:off x="1322" y="1336"/>
              <a:ext cx="626" cy="0"/>
            </a:xfrm>
            <a:prstGeom prst="line">
              <a:avLst/>
            </a:prstGeom>
            <a:ln w="28575" cap="flat" cmpd="sng">
              <a:solidFill>
                <a:schemeClr val="tx1"/>
              </a:solidFill>
              <a:prstDash val="solid"/>
              <a:headEnd type="none" w="med" len="med"/>
              <a:tailEnd type="none" w="med" len="med"/>
            </a:ln>
          </p:spPr>
        </p:sp>
        <p:sp>
          <p:nvSpPr>
            <p:cNvPr id="180257" name="Line 34"/>
            <p:cNvSpPr/>
            <p:nvPr/>
          </p:nvSpPr>
          <p:spPr>
            <a:xfrm>
              <a:off x="1666" y="1666"/>
              <a:ext cx="286" cy="0"/>
            </a:xfrm>
            <a:prstGeom prst="line">
              <a:avLst/>
            </a:prstGeom>
            <a:ln w="28575" cap="flat" cmpd="sng">
              <a:solidFill>
                <a:schemeClr val="tx1"/>
              </a:solidFill>
              <a:prstDash val="solid"/>
              <a:headEnd type="none" w="med" len="med"/>
              <a:tailEnd type="none" w="med" len="med"/>
            </a:ln>
          </p:spPr>
        </p:sp>
        <p:sp>
          <p:nvSpPr>
            <p:cNvPr id="180258" name="Line 35"/>
            <p:cNvSpPr/>
            <p:nvPr/>
          </p:nvSpPr>
          <p:spPr>
            <a:xfrm>
              <a:off x="1504" y="1768"/>
              <a:ext cx="444" cy="0"/>
            </a:xfrm>
            <a:prstGeom prst="line">
              <a:avLst/>
            </a:prstGeom>
            <a:ln w="28575" cap="flat" cmpd="sng">
              <a:solidFill>
                <a:schemeClr val="tx1"/>
              </a:solidFill>
              <a:prstDash val="solid"/>
              <a:headEnd type="none" w="med" len="med"/>
              <a:tailEnd type="none" w="med" len="med"/>
            </a:ln>
          </p:spPr>
        </p:sp>
        <p:sp>
          <p:nvSpPr>
            <p:cNvPr id="180259" name="Text Box 36"/>
            <p:cNvSpPr txBox="1"/>
            <p:nvPr/>
          </p:nvSpPr>
          <p:spPr>
            <a:xfrm>
              <a:off x="1944" y="1033"/>
              <a:ext cx="816"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0" name="Text Box 37"/>
            <p:cNvSpPr txBox="1"/>
            <p:nvPr/>
          </p:nvSpPr>
          <p:spPr>
            <a:xfrm>
              <a:off x="4288" y="1795"/>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1" name="Text Box 38"/>
            <p:cNvSpPr txBox="1"/>
            <p:nvPr/>
          </p:nvSpPr>
          <p:spPr>
            <a:xfrm>
              <a:off x="4294" y="1933"/>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2" name="Text Box 39"/>
            <p:cNvSpPr txBox="1"/>
            <p:nvPr/>
          </p:nvSpPr>
          <p:spPr>
            <a:xfrm>
              <a:off x="4296" y="2056"/>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3" name="Text Box 40"/>
            <p:cNvSpPr txBox="1"/>
            <p:nvPr/>
          </p:nvSpPr>
          <p:spPr>
            <a:xfrm>
              <a:off x="4296" y="2178"/>
              <a:ext cx="43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4" name="Rectangle 41"/>
            <p:cNvSpPr/>
            <p:nvPr/>
          </p:nvSpPr>
          <p:spPr>
            <a:xfrm>
              <a:off x="1254" y="1731"/>
              <a:ext cx="240" cy="7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5" name="Line 42"/>
            <p:cNvSpPr/>
            <p:nvPr/>
          </p:nvSpPr>
          <p:spPr>
            <a:xfrm>
              <a:off x="1684" y="1443"/>
              <a:ext cx="0" cy="714"/>
            </a:xfrm>
            <a:prstGeom prst="line">
              <a:avLst/>
            </a:prstGeom>
            <a:ln w="28575" cap="flat" cmpd="sng">
              <a:solidFill>
                <a:schemeClr val="tx1"/>
              </a:solidFill>
              <a:prstDash val="solid"/>
              <a:headEnd type="none" w="med" len="med"/>
              <a:tailEnd type="none" w="med" len="med"/>
            </a:ln>
          </p:spPr>
        </p:sp>
        <p:sp>
          <p:nvSpPr>
            <p:cNvPr id="180266" name="Oval 43"/>
            <p:cNvSpPr/>
            <p:nvPr/>
          </p:nvSpPr>
          <p:spPr>
            <a:xfrm>
              <a:off x="1658" y="1746"/>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7" name="Line 44"/>
            <p:cNvSpPr/>
            <p:nvPr/>
          </p:nvSpPr>
          <p:spPr>
            <a:xfrm>
              <a:off x="1062" y="1768"/>
              <a:ext cx="192" cy="0"/>
            </a:xfrm>
            <a:prstGeom prst="line">
              <a:avLst/>
            </a:prstGeom>
            <a:ln w="28575" cap="flat" cmpd="sng">
              <a:solidFill>
                <a:schemeClr val="tx1"/>
              </a:solidFill>
              <a:prstDash val="solid"/>
              <a:headEnd type="none" w="med" len="med"/>
              <a:tailEnd type="none" w="med" len="med"/>
            </a:ln>
          </p:spPr>
        </p:sp>
        <p:sp>
          <p:nvSpPr>
            <p:cNvPr id="180268" name="Line 45"/>
            <p:cNvSpPr/>
            <p:nvPr/>
          </p:nvSpPr>
          <p:spPr>
            <a:xfrm>
              <a:off x="1062" y="1626"/>
              <a:ext cx="0" cy="142"/>
            </a:xfrm>
            <a:prstGeom prst="line">
              <a:avLst/>
            </a:prstGeom>
            <a:ln w="28575" cap="flat" cmpd="sng">
              <a:solidFill>
                <a:schemeClr val="tx1"/>
              </a:solidFill>
              <a:prstDash val="solid"/>
              <a:headEnd type="none" w="med" len="med"/>
              <a:tailEnd type="none" w="med" len="med"/>
            </a:ln>
          </p:spPr>
        </p:sp>
        <p:sp>
          <p:nvSpPr>
            <p:cNvPr id="180269" name="Oval 47"/>
            <p:cNvSpPr/>
            <p:nvPr/>
          </p:nvSpPr>
          <p:spPr>
            <a:xfrm>
              <a:off x="1656" y="16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0" name="Text Box 48"/>
            <p:cNvSpPr txBox="1"/>
            <p:nvPr/>
          </p:nvSpPr>
          <p:spPr>
            <a:xfrm>
              <a:off x="792" y="1230"/>
              <a:ext cx="48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71" name="Text Box 49"/>
            <p:cNvSpPr txBox="1"/>
            <p:nvPr/>
          </p:nvSpPr>
          <p:spPr>
            <a:xfrm>
              <a:off x="696" y="1638"/>
              <a:ext cx="48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72" name="Rectangle 51"/>
            <p:cNvSpPr/>
            <p:nvPr/>
          </p:nvSpPr>
          <p:spPr>
            <a:xfrm>
              <a:off x="3413" y="2362"/>
              <a:ext cx="240" cy="2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3" name="Text Box 53"/>
            <p:cNvSpPr txBox="1"/>
            <p:nvPr/>
          </p:nvSpPr>
          <p:spPr>
            <a:xfrm>
              <a:off x="3438" y="2429"/>
              <a:ext cx="240"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74" name="Line 54"/>
            <p:cNvSpPr/>
            <p:nvPr/>
          </p:nvSpPr>
          <p:spPr>
            <a:xfrm>
              <a:off x="3240" y="2509"/>
              <a:ext cx="192" cy="0"/>
            </a:xfrm>
            <a:prstGeom prst="line">
              <a:avLst/>
            </a:prstGeom>
            <a:ln w="28575" cap="flat" cmpd="sng">
              <a:solidFill>
                <a:schemeClr val="tx1"/>
              </a:solidFill>
              <a:prstDash val="solid"/>
              <a:headEnd type="none" w="med" len="med"/>
              <a:tailEnd type="none" w="med" len="med"/>
            </a:ln>
          </p:spPr>
        </p:sp>
        <p:sp>
          <p:nvSpPr>
            <p:cNvPr id="180275" name="Line 56"/>
            <p:cNvSpPr/>
            <p:nvPr/>
          </p:nvSpPr>
          <p:spPr>
            <a:xfrm>
              <a:off x="3240" y="2400"/>
              <a:ext cx="0" cy="112"/>
            </a:xfrm>
            <a:prstGeom prst="line">
              <a:avLst/>
            </a:prstGeom>
            <a:ln w="28575" cap="flat" cmpd="sng">
              <a:solidFill>
                <a:schemeClr val="tx1"/>
              </a:solidFill>
              <a:prstDash val="solid"/>
              <a:headEnd type="none" w="med" len="med"/>
              <a:tailEnd type="none" w="med" len="med"/>
            </a:ln>
          </p:spPr>
        </p:sp>
        <p:sp>
          <p:nvSpPr>
            <p:cNvPr id="180276" name="Line 60"/>
            <p:cNvSpPr/>
            <p:nvPr/>
          </p:nvSpPr>
          <p:spPr>
            <a:xfrm>
              <a:off x="3730" y="2509"/>
              <a:ext cx="240" cy="0"/>
            </a:xfrm>
            <a:prstGeom prst="line">
              <a:avLst/>
            </a:prstGeom>
            <a:ln w="28575" cap="flat" cmpd="sng">
              <a:solidFill>
                <a:schemeClr val="tx1"/>
              </a:solidFill>
              <a:prstDash val="solid"/>
              <a:headEnd type="none" w="med" len="med"/>
              <a:tailEnd type="none" w="med" len="med"/>
            </a:ln>
          </p:spPr>
        </p:sp>
        <p:sp>
          <p:nvSpPr>
            <p:cNvPr id="180277" name="Line 61"/>
            <p:cNvSpPr/>
            <p:nvPr/>
          </p:nvSpPr>
          <p:spPr>
            <a:xfrm>
              <a:off x="3960" y="2509"/>
              <a:ext cx="0" cy="252"/>
            </a:xfrm>
            <a:prstGeom prst="line">
              <a:avLst/>
            </a:prstGeom>
            <a:ln w="28575" cap="flat" cmpd="sng">
              <a:solidFill>
                <a:schemeClr val="tx1"/>
              </a:solidFill>
              <a:prstDash val="solid"/>
              <a:headEnd type="none" w="med" len="med"/>
              <a:tailEnd type="none" w="med" len="med"/>
            </a:ln>
          </p:spPr>
        </p:sp>
        <p:sp>
          <p:nvSpPr>
            <p:cNvPr id="180278" name="Line 62"/>
            <p:cNvSpPr/>
            <p:nvPr/>
          </p:nvSpPr>
          <p:spPr>
            <a:xfrm>
              <a:off x="610" y="2754"/>
              <a:ext cx="3360" cy="0"/>
            </a:xfrm>
            <a:prstGeom prst="line">
              <a:avLst/>
            </a:prstGeom>
            <a:ln w="28575" cap="flat" cmpd="sng">
              <a:solidFill>
                <a:schemeClr val="tx1"/>
              </a:solidFill>
              <a:prstDash val="solid"/>
              <a:headEnd type="none" w="med" len="med"/>
              <a:tailEnd type="none" w="med" len="med"/>
            </a:ln>
          </p:spPr>
        </p:sp>
        <p:sp>
          <p:nvSpPr>
            <p:cNvPr id="180279" name="Line 63"/>
            <p:cNvSpPr/>
            <p:nvPr/>
          </p:nvSpPr>
          <p:spPr>
            <a:xfrm>
              <a:off x="610" y="1558"/>
              <a:ext cx="0" cy="1193"/>
            </a:xfrm>
            <a:prstGeom prst="line">
              <a:avLst/>
            </a:prstGeom>
            <a:ln w="28575" cap="flat" cmpd="sng">
              <a:solidFill>
                <a:schemeClr val="tx1"/>
              </a:solidFill>
              <a:prstDash val="solid"/>
              <a:headEnd type="none" w="med" len="med"/>
              <a:tailEnd type="none" w="med" len="med"/>
            </a:ln>
          </p:spPr>
        </p:sp>
        <p:sp>
          <p:nvSpPr>
            <p:cNvPr id="180280" name="Line 65"/>
            <p:cNvSpPr/>
            <p:nvPr/>
          </p:nvSpPr>
          <p:spPr>
            <a:xfrm>
              <a:off x="1520" y="2013"/>
              <a:ext cx="0" cy="396"/>
            </a:xfrm>
            <a:prstGeom prst="line">
              <a:avLst/>
            </a:prstGeom>
            <a:ln w="28575" cap="flat" cmpd="sng">
              <a:solidFill>
                <a:schemeClr val="tx1"/>
              </a:solidFill>
              <a:prstDash val="solid"/>
              <a:headEnd type="none" w="med" len="med"/>
              <a:tailEnd type="none" w="med" len="med"/>
            </a:ln>
          </p:spPr>
        </p:sp>
        <p:sp>
          <p:nvSpPr>
            <p:cNvPr id="180281" name="Line 66"/>
            <p:cNvSpPr/>
            <p:nvPr/>
          </p:nvSpPr>
          <p:spPr>
            <a:xfrm>
              <a:off x="1464" y="2413"/>
              <a:ext cx="118" cy="0"/>
            </a:xfrm>
            <a:prstGeom prst="line">
              <a:avLst/>
            </a:prstGeom>
            <a:ln w="28575" cap="flat" cmpd="sng">
              <a:solidFill>
                <a:schemeClr val="tx1"/>
              </a:solidFill>
              <a:prstDash val="solid"/>
              <a:headEnd type="none" w="med" len="med"/>
              <a:tailEnd type="none" w="med" len="med"/>
            </a:ln>
          </p:spPr>
        </p:sp>
        <p:sp>
          <p:nvSpPr>
            <p:cNvPr id="180282" name="Line 68"/>
            <p:cNvSpPr/>
            <p:nvPr/>
          </p:nvSpPr>
          <p:spPr>
            <a:xfrm>
              <a:off x="1012" y="1621"/>
              <a:ext cx="118" cy="0"/>
            </a:xfrm>
            <a:prstGeom prst="line">
              <a:avLst/>
            </a:prstGeom>
            <a:ln w="28575" cap="flat" cmpd="sng">
              <a:solidFill>
                <a:schemeClr val="tx1"/>
              </a:solidFill>
              <a:prstDash val="solid"/>
              <a:headEnd type="none" w="med" len="med"/>
              <a:tailEnd type="none" w="med" len="med"/>
            </a:ln>
          </p:spPr>
        </p:sp>
        <p:sp>
          <p:nvSpPr>
            <p:cNvPr id="180283" name="Line 69"/>
            <p:cNvSpPr/>
            <p:nvPr/>
          </p:nvSpPr>
          <p:spPr>
            <a:xfrm>
              <a:off x="1522" y="2265"/>
              <a:ext cx="422" cy="0"/>
            </a:xfrm>
            <a:prstGeom prst="line">
              <a:avLst/>
            </a:prstGeom>
            <a:ln w="28575" cap="flat" cmpd="sng">
              <a:solidFill>
                <a:schemeClr val="tx1"/>
              </a:solidFill>
              <a:prstDash val="solid"/>
              <a:headEnd type="none" w="med" len="med"/>
              <a:tailEnd type="none" w="med" len="med"/>
            </a:ln>
          </p:spPr>
        </p:sp>
        <p:sp>
          <p:nvSpPr>
            <p:cNvPr id="180284" name="Oval 70"/>
            <p:cNvSpPr/>
            <p:nvPr/>
          </p:nvSpPr>
          <p:spPr>
            <a:xfrm>
              <a:off x="1502" y="22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85" name="Line 71"/>
            <p:cNvSpPr/>
            <p:nvPr/>
          </p:nvSpPr>
          <p:spPr>
            <a:xfrm>
              <a:off x="1684" y="1897"/>
              <a:ext cx="263" cy="0"/>
            </a:xfrm>
            <a:prstGeom prst="line">
              <a:avLst/>
            </a:prstGeom>
            <a:ln w="28575" cap="flat" cmpd="sng">
              <a:solidFill>
                <a:schemeClr val="tx1"/>
              </a:solidFill>
              <a:prstDash val="solid"/>
              <a:headEnd type="none" w="med" len="med"/>
              <a:tailEnd type="none" w="med" len="med"/>
            </a:ln>
          </p:spPr>
        </p:sp>
        <p:sp>
          <p:nvSpPr>
            <p:cNvPr id="180286" name="Oval 72"/>
            <p:cNvSpPr/>
            <p:nvPr/>
          </p:nvSpPr>
          <p:spPr>
            <a:xfrm>
              <a:off x="1656" y="1882"/>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29" name="Text Box 8"/>
            <p:cNvSpPr txBox="1"/>
            <p:nvPr/>
          </p:nvSpPr>
          <p:spPr>
            <a:xfrm>
              <a:off x="1917" y="1437"/>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0" name="Text Box 9"/>
            <p:cNvSpPr txBox="1"/>
            <p:nvPr/>
          </p:nvSpPr>
          <p:spPr>
            <a:xfrm>
              <a:off x="1917" y="1551"/>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1" name="Text Box 11"/>
            <p:cNvSpPr txBox="1"/>
            <p:nvPr/>
          </p:nvSpPr>
          <p:spPr>
            <a:xfrm>
              <a:off x="1927" y="1782"/>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2" name="Text Box 15"/>
            <p:cNvSpPr txBox="1"/>
            <p:nvPr/>
          </p:nvSpPr>
          <p:spPr>
            <a:xfrm>
              <a:off x="2483" y="1783"/>
              <a:ext cx="412" cy="21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3" name="Text Box 17"/>
            <p:cNvSpPr txBox="1"/>
            <p:nvPr/>
          </p:nvSpPr>
          <p:spPr>
            <a:xfrm>
              <a:off x="2483" y="2022"/>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4" name="Text Box 18"/>
            <p:cNvSpPr txBox="1"/>
            <p:nvPr/>
          </p:nvSpPr>
          <p:spPr>
            <a:xfrm>
              <a:off x="2483" y="2145"/>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5" name="Text Box 19"/>
            <p:cNvSpPr txBox="1"/>
            <p:nvPr/>
          </p:nvSpPr>
          <p:spPr>
            <a:xfrm>
              <a:off x="2379" y="2283"/>
              <a:ext cx="412" cy="21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6" name="Oval 29"/>
            <p:cNvSpPr/>
            <p:nvPr/>
          </p:nvSpPr>
          <p:spPr>
            <a:xfrm>
              <a:off x="3655" y="2476"/>
              <a:ext cx="67" cy="5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 calcmode="lin" valueType="num">
                                      <p:cBhvr additive="base">
                                        <p:cTn id="7" dur="500" fill="hold"/>
                                        <p:tgtEl>
                                          <p:spTgt spid="180227"/>
                                        </p:tgtEl>
                                        <p:attrNameLst>
                                          <p:attrName>ppt_x</p:attrName>
                                        </p:attrNameLst>
                                      </p:cBhvr>
                                      <p:tavLst>
                                        <p:tav tm="0">
                                          <p:val>
                                            <p:strVal val="#ppt_x"/>
                                          </p:val>
                                        </p:tav>
                                        <p:tav tm="100000">
                                          <p:val>
                                            <p:strVal val="#ppt_x"/>
                                          </p:val>
                                        </p:tav>
                                      </p:tavLst>
                                    </p:anim>
                                    <p:anim calcmode="lin" valueType="num">
                                      <p:cBhvr additive="base">
                                        <p:cTn id="8" dur="500" fill="hold"/>
                                        <p:tgtEl>
                                          <p:spTgt spid="180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80288"/>
                                        </p:tgtEl>
                                        <p:attrNameLst>
                                          <p:attrName>style.visibility</p:attrName>
                                        </p:attrNameLst>
                                      </p:cBhvr>
                                      <p:to>
                                        <p:strVal val="visible"/>
                                      </p:to>
                                    </p:set>
                                    <p:animEffect transition="in" filter="wheel(1)">
                                      <p:cBhvr>
                                        <p:cTn id="13" dur="2000"/>
                                        <p:tgtEl>
                                          <p:spTgt spid="180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Text Box 4"/>
          <p:cNvSpPr/>
          <p:nvPr>
            <p:ph type="title"/>
          </p:nvPr>
        </p:nvSpPr>
        <p:spPr>
          <a:xfrm>
            <a:off x="685800" y="601663"/>
            <a:ext cx="5486400" cy="457200"/>
          </a:xfrm>
          <a:prstGeom prst="rect">
            <a:avLst/>
          </a:prstGeom>
          <a:noFill/>
          <a:ln w="28575">
            <a:noFill/>
          </a:ln>
        </p:spPr>
        <p:txBody>
          <a:bodyPr/>
          <a:p>
            <a:pPr marL="514350" indent="-514350" eaLnBrk="1" hangingPunct="1">
              <a:spcBef>
                <a:spcPct val="50000"/>
              </a:spcBef>
              <a:buFont typeface="宋体" panose="02010600030101010101" pitchFamily="2" charset="-122"/>
              <a:buAutoNum type="circleNumDbPlain" startAt="4"/>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a:t>
            </a:r>
            <a:r>
              <a:rPr lang="zh-CN" altLang="en-US" sz="2000" b="1" dirty="0">
                <a:solidFill>
                  <a:srgbClr val="FF0000"/>
                </a:solidFill>
                <a:latin typeface="华文新魏" panose="02010800040101010101" pitchFamily="2" charset="-122"/>
                <a:ea typeface="华文新魏" panose="02010800040101010101" pitchFamily="2" charset="-122"/>
              </a:rPr>
              <a:t>余</a:t>
            </a:r>
            <a:r>
              <a:rPr lang="en-US" altLang="zh-CN" sz="2000" b="1">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码</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grpSp>
        <p:nvGrpSpPr>
          <p:cNvPr id="181314" name="组合 181313"/>
          <p:cNvGrpSpPr/>
          <p:nvPr/>
        </p:nvGrpSpPr>
        <p:grpSpPr>
          <a:xfrm>
            <a:off x="179388" y="1136650"/>
            <a:ext cx="7542212" cy="3143250"/>
            <a:chOff x="113" y="716"/>
            <a:chExt cx="4751" cy="1980"/>
          </a:xfrm>
        </p:grpSpPr>
        <p:grpSp>
          <p:nvGrpSpPr>
            <p:cNvPr id="181251" name="Group 75"/>
            <p:cNvGrpSpPr/>
            <p:nvPr/>
          </p:nvGrpSpPr>
          <p:grpSpPr>
            <a:xfrm>
              <a:off x="113" y="716"/>
              <a:ext cx="4751" cy="1980"/>
              <a:chOff x="0" y="0"/>
              <a:chExt cx="4752" cy="2640"/>
            </a:xfrm>
          </p:grpSpPr>
          <p:sp>
            <p:nvSpPr>
              <p:cNvPr id="181258" name="Rectangle 6"/>
              <p:cNvSpPr>
                <a:spLocks noChangeArrowheads="1"/>
              </p:cNvSpPr>
              <p:nvPr/>
            </p:nvSpPr>
            <p:spPr bwMode="auto">
              <a:xfrm>
                <a:off x="1968" y="624"/>
                <a:ext cx="763" cy="1632"/>
              </a:xfrm>
              <a:prstGeom prst="rect">
                <a:avLst/>
              </a:prstGeom>
              <a:solidFill>
                <a:srgbClr val="99CCFF"/>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9" name="Text Box 7"/>
              <p:cNvSpPr txBox="1">
                <a:spLocks noChangeArrowheads="1"/>
              </p:cNvSpPr>
              <p:nvPr/>
            </p:nvSpPr>
            <p:spPr bwMode="auto">
              <a:xfrm>
                <a:off x="1900" y="588"/>
                <a:ext cx="619"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&gt; CLK</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0" name="Text Box 8"/>
              <p:cNvSpPr txBox="1">
                <a:spLocks noChangeArrowheads="1"/>
              </p:cNvSpPr>
              <p:nvPr/>
            </p:nvSpPr>
            <p:spPr bwMode="auto">
              <a:xfrm>
                <a:off x="1940" y="751"/>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CLR</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1" name="Text Box 10"/>
              <p:cNvSpPr txBox="1">
                <a:spLocks noChangeArrowheads="1"/>
              </p:cNvSpPr>
              <p:nvPr/>
            </p:nvSpPr>
            <p:spPr bwMode="auto">
              <a:xfrm>
                <a:off x="1940" y="1036"/>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ENP</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2" name="Text Box 12"/>
              <p:cNvSpPr txBox="1">
                <a:spLocks noChangeArrowheads="1"/>
              </p:cNvSpPr>
              <p:nvPr/>
            </p:nvSpPr>
            <p:spPr bwMode="auto">
              <a:xfrm>
                <a:off x="1950" y="1392"/>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3" name="Text Box 13"/>
              <p:cNvSpPr txBox="1">
                <a:spLocks noChangeArrowheads="1"/>
              </p:cNvSpPr>
              <p:nvPr/>
            </p:nvSpPr>
            <p:spPr bwMode="auto">
              <a:xfrm>
                <a:off x="1950" y="1564"/>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B</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4" name="Text Box 14"/>
              <p:cNvSpPr txBox="1">
                <a:spLocks noChangeArrowheads="1"/>
              </p:cNvSpPr>
              <p:nvPr/>
            </p:nvSpPr>
            <p:spPr bwMode="auto">
              <a:xfrm>
                <a:off x="1948" y="1719"/>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5" name="Text Box 15"/>
              <p:cNvSpPr txBox="1">
                <a:spLocks noChangeArrowheads="1"/>
              </p:cNvSpPr>
              <p:nvPr/>
            </p:nvSpPr>
            <p:spPr bwMode="auto">
              <a:xfrm>
                <a:off x="1948" y="1883"/>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6" name="Text Box 17"/>
              <p:cNvSpPr txBox="1">
                <a:spLocks noChangeArrowheads="1"/>
              </p:cNvSpPr>
              <p:nvPr/>
            </p:nvSpPr>
            <p:spPr bwMode="auto">
              <a:xfrm>
                <a:off x="2506" y="1540"/>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B</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7" name="Line 23"/>
              <p:cNvSpPr>
                <a:spLocks noChangeShapeType="1"/>
              </p:cNvSpPr>
              <p:nvPr/>
            </p:nvSpPr>
            <p:spPr bwMode="auto">
              <a:xfrm>
                <a:off x="1776" y="1824"/>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8" name="Line 24"/>
              <p:cNvSpPr>
                <a:spLocks noChangeShapeType="1"/>
              </p:cNvSpPr>
              <p:nvPr/>
            </p:nvSpPr>
            <p:spPr bwMode="auto">
              <a:xfrm>
                <a:off x="1776" y="1979"/>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9" name="Line 25"/>
              <p:cNvSpPr>
                <a:spLocks noChangeShapeType="1"/>
              </p:cNvSpPr>
              <p:nvPr/>
            </p:nvSpPr>
            <p:spPr bwMode="auto">
              <a:xfrm>
                <a:off x="2736" y="1507"/>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0" name="Line 26"/>
              <p:cNvSpPr>
                <a:spLocks noChangeShapeType="1"/>
              </p:cNvSpPr>
              <p:nvPr/>
            </p:nvSpPr>
            <p:spPr bwMode="auto">
              <a:xfrm>
                <a:off x="2736" y="2171"/>
                <a:ext cx="15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1" name="Line 27"/>
              <p:cNvSpPr>
                <a:spLocks noChangeShapeType="1"/>
              </p:cNvSpPr>
              <p:nvPr/>
            </p:nvSpPr>
            <p:spPr bwMode="auto">
              <a:xfrm>
                <a:off x="2736" y="1680"/>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2" name="Line 28"/>
              <p:cNvSpPr>
                <a:spLocks noChangeShapeType="1"/>
              </p:cNvSpPr>
              <p:nvPr/>
            </p:nvSpPr>
            <p:spPr bwMode="auto">
              <a:xfrm>
                <a:off x="2736" y="1835"/>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3" name="Line 29"/>
              <p:cNvSpPr>
                <a:spLocks noChangeShapeType="1"/>
              </p:cNvSpPr>
              <p:nvPr/>
            </p:nvSpPr>
            <p:spPr bwMode="auto">
              <a:xfrm>
                <a:off x="2736" y="1988"/>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4" name="Oval 30"/>
              <p:cNvSpPr>
                <a:spLocks noChangeArrowheads="1"/>
              </p:cNvSpPr>
              <p:nvPr/>
            </p:nvSpPr>
            <p:spPr bwMode="auto">
              <a:xfrm>
                <a:off x="1892" y="855"/>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5" name="Oval 31"/>
              <p:cNvSpPr>
                <a:spLocks noChangeArrowheads="1"/>
              </p:cNvSpPr>
              <p:nvPr/>
            </p:nvSpPr>
            <p:spPr bwMode="auto">
              <a:xfrm>
                <a:off x="1900" y="1008"/>
                <a:ext cx="70" cy="71"/>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6" name="Line 32"/>
              <p:cNvSpPr>
                <a:spLocks noChangeShapeType="1"/>
              </p:cNvSpPr>
              <p:nvPr/>
            </p:nvSpPr>
            <p:spPr bwMode="auto">
              <a:xfrm flipV="1">
                <a:off x="624" y="1039"/>
                <a:ext cx="1271"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7" name="Line 33"/>
              <p:cNvSpPr>
                <a:spLocks noChangeShapeType="1"/>
              </p:cNvSpPr>
              <p:nvPr/>
            </p:nvSpPr>
            <p:spPr bwMode="auto">
              <a:xfrm>
                <a:off x="1710" y="883"/>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8" name="Line 34"/>
              <p:cNvSpPr>
                <a:spLocks noChangeShapeType="1"/>
              </p:cNvSpPr>
              <p:nvPr/>
            </p:nvSpPr>
            <p:spPr bwMode="auto">
              <a:xfrm>
                <a:off x="498" y="730"/>
                <a:ext cx="146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9" name="Line 35"/>
              <p:cNvSpPr>
                <a:spLocks noChangeShapeType="1"/>
              </p:cNvSpPr>
              <p:nvPr/>
            </p:nvSpPr>
            <p:spPr bwMode="auto">
              <a:xfrm>
                <a:off x="1690" y="1180"/>
                <a:ext cx="28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0" name="Line 36"/>
              <p:cNvSpPr>
                <a:spLocks noChangeShapeType="1"/>
              </p:cNvSpPr>
              <p:nvPr/>
            </p:nvSpPr>
            <p:spPr bwMode="auto">
              <a:xfrm>
                <a:off x="1528" y="1316"/>
                <a:ext cx="44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1" name="Text Box 37"/>
              <p:cNvSpPr txBox="1">
                <a:spLocks noChangeArrowheads="1"/>
              </p:cNvSpPr>
              <p:nvPr/>
            </p:nvSpPr>
            <p:spPr bwMode="auto">
              <a:xfrm>
                <a:off x="1968" y="336"/>
                <a:ext cx="811"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74LS163</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2" name="Text Box 38"/>
              <p:cNvSpPr txBox="1">
                <a:spLocks noChangeArrowheads="1"/>
              </p:cNvSpPr>
              <p:nvPr/>
            </p:nvSpPr>
            <p:spPr bwMode="auto">
              <a:xfrm>
                <a:off x="4312" y="1352"/>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0</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3" name="Text Box 39"/>
              <p:cNvSpPr txBox="1">
                <a:spLocks noChangeArrowheads="1"/>
              </p:cNvSpPr>
              <p:nvPr/>
            </p:nvSpPr>
            <p:spPr bwMode="auto">
              <a:xfrm>
                <a:off x="4318" y="1536"/>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1</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4" name="Text Box 40"/>
              <p:cNvSpPr txBox="1">
                <a:spLocks noChangeArrowheads="1"/>
              </p:cNvSpPr>
              <p:nvPr/>
            </p:nvSpPr>
            <p:spPr bwMode="auto">
              <a:xfrm>
                <a:off x="4320" y="1700"/>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2</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5" name="Text Box 41"/>
              <p:cNvSpPr txBox="1">
                <a:spLocks noChangeArrowheads="1"/>
              </p:cNvSpPr>
              <p:nvPr/>
            </p:nvSpPr>
            <p:spPr bwMode="auto">
              <a:xfrm>
                <a:off x="4320" y="1863"/>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3</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6" name="Rectangle 42"/>
              <p:cNvSpPr>
                <a:spLocks noChangeArrowheads="1"/>
              </p:cNvSpPr>
              <p:nvPr/>
            </p:nvSpPr>
            <p:spPr bwMode="auto">
              <a:xfrm>
                <a:off x="1278" y="1267"/>
                <a:ext cx="240" cy="96"/>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7" name="Line 43"/>
              <p:cNvSpPr>
                <a:spLocks noChangeShapeType="1"/>
              </p:cNvSpPr>
              <p:nvPr/>
            </p:nvSpPr>
            <p:spPr bwMode="auto">
              <a:xfrm>
                <a:off x="1704" y="878"/>
                <a:ext cx="0" cy="78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8" name="Oval 44"/>
              <p:cNvSpPr>
                <a:spLocks noChangeArrowheads="1"/>
              </p:cNvSpPr>
              <p:nvPr/>
            </p:nvSpPr>
            <p:spPr bwMode="auto">
              <a:xfrm>
                <a:off x="1682" y="128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9" name="Line 45"/>
              <p:cNvSpPr>
                <a:spLocks noChangeShapeType="1"/>
              </p:cNvSpPr>
              <p:nvPr/>
            </p:nvSpPr>
            <p:spPr bwMode="auto">
              <a:xfrm>
                <a:off x="1086" y="1316"/>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0" name="Line 46"/>
              <p:cNvSpPr>
                <a:spLocks noChangeShapeType="1"/>
              </p:cNvSpPr>
              <p:nvPr/>
            </p:nvSpPr>
            <p:spPr bwMode="auto">
              <a:xfrm>
                <a:off x="1086" y="260"/>
                <a:ext cx="0" cy="1052"/>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1" name="Line 47"/>
              <p:cNvSpPr>
                <a:spLocks noChangeShapeType="1"/>
              </p:cNvSpPr>
              <p:nvPr/>
            </p:nvSpPr>
            <p:spPr bwMode="auto">
              <a:xfrm>
                <a:off x="1028" y="268"/>
                <a:ext cx="118"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2" name="Oval 48"/>
              <p:cNvSpPr>
                <a:spLocks noChangeArrowheads="1"/>
              </p:cNvSpPr>
              <p:nvPr/>
            </p:nvSpPr>
            <p:spPr bwMode="auto">
              <a:xfrm>
                <a:off x="1684" y="115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3" name="Text Box 49"/>
              <p:cNvSpPr txBox="1">
                <a:spLocks noChangeArrowheads="1"/>
              </p:cNvSpPr>
              <p:nvPr/>
            </p:nvSpPr>
            <p:spPr bwMode="auto">
              <a:xfrm>
                <a:off x="0" y="599"/>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CLK</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4" name="Text Box 50"/>
              <p:cNvSpPr txBox="1">
                <a:spLocks noChangeArrowheads="1"/>
              </p:cNvSpPr>
              <p:nvPr/>
            </p:nvSpPr>
            <p:spPr bwMode="auto">
              <a:xfrm>
                <a:off x="894" y="0"/>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+5V</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5" name="Rectangle 52"/>
              <p:cNvSpPr>
                <a:spLocks noChangeArrowheads="1"/>
              </p:cNvSpPr>
              <p:nvPr/>
            </p:nvSpPr>
            <p:spPr bwMode="auto">
              <a:xfrm>
                <a:off x="3456" y="2124"/>
                <a:ext cx="240" cy="384"/>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6" name="Oval 53"/>
              <p:cNvSpPr>
                <a:spLocks noChangeArrowheads="1"/>
              </p:cNvSpPr>
              <p:nvPr/>
            </p:nvSpPr>
            <p:spPr bwMode="auto">
              <a:xfrm>
                <a:off x="3686" y="2279"/>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7" name="Text Box 54"/>
              <p:cNvSpPr txBox="1">
                <a:spLocks noChangeArrowheads="1"/>
              </p:cNvSpPr>
              <p:nvPr/>
            </p:nvSpPr>
            <p:spPr bwMode="auto">
              <a:xfrm>
                <a:off x="3428" y="2115"/>
                <a:ext cx="24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&amp;</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8" name="Line 55"/>
              <p:cNvSpPr>
                <a:spLocks noChangeShapeType="1"/>
              </p:cNvSpPr>
              <p:nvPr/>
            </p:nvSpPr>
            <p:spPr bwMode="auto">
              <a:xfrm>
                <a:off x="3264" y="2219"/>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9" name="Line 56"/>
              <p:cNvSpPr>
                <a:spLocks noChangeShapeType="1"/>
              </p:cNvSpPr>
              <p:nvPr/>
            </p:nvSpPr>
            <p:spPr bwMode="auto">
              <a:xfrm>
                <a:off x="3120" y="2400"/>
                <a:ext cx="33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0" name="Line 57"/>
              <p:cNvSpPr>
                <a:spLocks noChangeShapeType="1"/>
              </p:cNvSpPr>
              <p:nvPr/>
            </p:nvSpPr>
            <p:spPr bwMode="auto">
              <a:xfrm>
                <a:off x="3264" y="1988"/>
                <a:ext cx="0" cy="24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1" name="Line 58"/>
              <p:cNvSpPr>
                <a:spLocks noChangeShapeType="1"/>
              </p:cNvSpPr>
              <p:nvPr/>
            </p:nvSpPr>
            <p:spPr bwMode="auto">
              <a:xfrm>
                <a:off x="3120" y="1835"/>
                <a:ext cx="0" cy="561"/>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2" name="Oval 59"/>
              <p:cNvSpPr>
                <a:spLocks noChangeArrowheads="1"/>
              </p:cNvSpPr>
              <p:nvPr/>
            </p:nvSpPr>
            <p:spPr bwMode="auto">
              <a:xfrm>
                <a:off x="3100" y="1809"/>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3" name="Oval 60"/>
              <p:cNvSpPr>
                <a:spLocks noChangeArrowheads="1"/>
              </p:cNvSpPr>
              <p:nvPr/>
            </p:nvSpPr>
            <p:spPr bwMode="auto">
              <a:xfrm>
                <a:off x="3244" y="1968"/>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4" name="Line 61"/>
              <p:cNvSpPr>
                <a:spLocks noChangeShapeType="1"/>
              </p:cNvSpPr>
              <p:nvPr/>
            </p:nvSpPr>
            <p:spPr bwMode="auto">
              <a:xfrm>
                <a:off x="3754" y="2304"/>
                <a:ext cx="24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5" name="Line 62"/>
              <p:cNvSpPr>
                <a:spLocks noChangeShapeType="1"/>
              </p:cNvSpPr>
              <p:nvPr/>
            </p:nvSpPr>
            <p:spPr bwMode="auto">
              <a:xfrm>
                <a:off x="3984" y="230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6" name="Line 63"/>
              <p:cNvSpPr>
                <a:spLocks noChangeShapeType="1"/>
              </p:cNvSpPr>
              <p:nvPr/>
            </p:nvSpPr>
            <p:spPr bwMode="auto">
              <a:xfrm>
                <a:off x="634" y="2631"/>
                <a:ext cx="336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7" name="Line 64"/>
              <p:cNvSpPr>
                <a:spLocks noChangeShapeType="1"/>
              </p:cNvSpPr>
              <p:nvPr/>
            </p:nvSpPr>
            <p:spPr bwMode="auto">
              <a:xfrm>
                <a:off x="624" y="1043"/>
                <a:ext cx="0" cy="1593"/>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8" name="Line 66"/>
              <p:cNvSpPr>
                <a:spLocks noChangeShapeType="1"/>
              </p:cNvSpPr>
              <p:nvPr/>
            </p:nvSpPr>
            <p:spPr bwMode="auto">
              <a:xfrm>
                <a:off x="1776" y="182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9" name="Line 67"/>
              <p:cNvSpPr>
                <a:spLocks noChangeShapeType="1"/>
              </p:cNvSpPr>
              <p:nvPr/>
            </p:nvSpPr>
            <p:spPr bwMode="auto">
              <a:xfrm>
                <a:off x="1728" y="2160"/>
                <a:ext cx="9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0" name="Line 68"/>
              <p:cNvSpPr>
                <a:spLocks noChangeShapeType="1"/>
              </p:cNvSpPr>
              <p:nvPr/>
            </p:nvSpPr>
            <p:spPr bwMode="auto">
              <a:xfrm>
                <a:off x="1700" y="1643"/>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1" name="Line 69"/>
              <p:cNvSpPr>
                <a:spLocks noChangeShapeType="1"/>
              </p:cNvSpPr>
              <p:nvPr/>
            </p:nvSpPr>
            <p:spPr bwMode="auto">
              <a:xfrm>
                <a:off x="1708" y="1488"/>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2" name="Oval 70"/>
              <p:cNvSpPr>
                <a:spLocks noChangeArrowheads="1"/>
              </p:cNvSpPr>
              <p:nvPr/>
            </p:nvSpPr>
            <p:spPr bwMode="auto">
              <a:xfrm>
                <a:off x="1680" y="1471"/>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grpSp>
        <p:sp>
          <p:nvSpPr>
            <p:cNvPr id="181252" name="Text Box 9"/>
            <p:cNvSpPr txBox="1">
              <a:spLocks noChangeArrowheads="1"/>
            </p:cNvSpPr>
            <p:nvPr/>
          </p:nvSpPr>
          <p:spPr bwMode="auto">
            <a:xfrm>
              <a:off x="2053" y="1379"/>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LD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3" name="Text Box 11"/>
            <p:cNvSpPr txBox="1">
              <a:spLocks noChangeArrowheads="1"/>
            </p:cNvSpPr>
            <p:nvPr/>
          </p:nvSpPr>
          <p:spPr bwMode="auto">
            <a:xfrm>
              <a:off x="2053" y="159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ENT</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4" name="Text Box 16"/>
            <p:cNvSpPr txBox="1">
              <a:spLocks noChangeArrowheads="1"/>
            </p:cNvSpPr>
            <p:nvPr/>
          </p:nvSpPr>
          <p:spPr bwMode="auto">
            <a:xfrm>
              <a:off x="2618" y="1725"/>
              <a:ext cx="412"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A</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5" name="Text Box 18"/>
            <p:cNvSpPr txBox="1">
              <a:spLocks noChangeArrowheads="1"/>
            </p:cNvSpPr>
            <p:nvPr/>
          </p:nvSpPr>
          <p:spPr bwMode="auto">
            <a:xfrm>
              <a:off x="2618" y="1964"/>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C</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6" name="Text Box 19"/>
            <p:cNvSpPr txBox="1">
              <a:spLocks noChangeArrowheads="1"/>
            </p:cNvSpPr>
            <p:nvPr/>
          </p:nvSpPr>
          <p:spPr bwMode="auto">
            <a:xfrm>
              <a:off x="2618" y="2087"/>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7" name="Text Box 20"/>
            <p:cNvSpPr txBox="1">
              <a:spLocks noChangeArrowheads="1"/>
            </p:cNvSpPr>
            <p:nvPr/>
          </p:nvSpPr>
          <p:spPr bwMode="auto">
            <a:xfrm>
              <a:off x="2514" y="222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RCO</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grpSp>
      <p:sp>
        <p:nvSpPr>
          <p:cNvPr id="2" name="Oval 70"/>
          <p:cNvSpPr>
            <a:spLocks noChangeArrowheads="1"/>
          </p:cNvSpPr>
          <p:nvPr/>
        </p:nvSpPr>
        <p:spPr bwMode="auto">
          <a:xfrm>
            <a:off x="2965207" y="3465909"/>
            <a:ext cx="76184" cy="57150"/>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314"/>
                                        </p:tgtEl>
                                        <p:attrNameLst>
                                          <p:attrName>style.visibility</p:attrName>
                                        </p:attrNameLst>
                                      </p:cBhvr>
                                      <p:to>
                                        <p:strVal val="visible"/>
                                      </p:to>
                                    </p:set>
                                    <p:anim calcmode="lin" valueType="num">
                                      <p:cBhvr additive="base">
                                        <p:cTn id="7" dur="500" fill="hold"/>
                                        <p:tgtEl>
                                          <p:spTgt spid="181314"/>
                                        </p:tgtEl>
                                        <p:attrNameLst>
                                          <p:attrName>ppt_x</p:attrName>
                                        </p:attrNameLst>
                                      </p:cBhvr>
                                      <p:tavLst>
                                        <p:tav tm="0">
                                          <p:val>
                                            <p:strVal val="#ppt_x"/>
                                          </p:val>
                                        </p:tav>
                                        <p:tav tm="100000">
                                          <p:val>
                                            <p:strVal val="#ppt_x"/>
                                          </p:val>
                                        </p:tav>
                                      </p:tavLst>
                                    </p:anim>
                                    <p:anim calcmode="lin" valueType="num">
                                      <p:cBhvr additive="base">
                                        <p:cTn id="8" dur="500" fill="hold"/>
                                        <p:tgtEl>
                                          <p:spTgt spid="1813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a:xfrm>
            <a:off x="304800" y="587375"/>
            <a:ext cx="3124200" cy="1028700"/>
          </a:xfrm>
          <a:prstGeom prst="rect">
            <a:avLst/>
          </a:prstGeom>
          <a:noFill/>
          <a:ln w="28575">
            <a:noFill/>
          </a:ln>
        </p:spPr>
        <p:txBody>
          <a:bodyPr/>
          <a:p>
            <a:pPr eaLnBrk="1" hangingPunct="1">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多片</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的级联应用</a:t>
            </a:r>
            <a:br>
              <a:rPr lang="zh-CN" altLang="en-US" sz="2000" b="1" dirty="0">
                <a:latin typeface="华文新魏" panose="02010800040101010101" pitchFamily="2" charset="-122"/>
                <a:ea typeface="华文新魏" panose="02010800040101010101" pitchFamily="2" charset="-122"/>
              </a:rPr>
            </a:br>
            <a:r>
              <a:rPr lang="zh-CN" altLang="en-US" sz="2000"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(63</a:t>
            </a:r>
            <a:r>
              <a:rPr lang="en-US" altLang="zh-CN" sz="2000" b="1">
                <a:latin typeface="微软雅黑" panose="020B0503020204020204" charset="-122"/>
                <a:ea typeface="微软雅黑" panose="020B0503020204020204" charset="-122"/>
              </a:rPr>
              <a:t>~</a:t>
            </a:r>
            <a:r>
              <a:rPr lang="en-US" altLang="zh-CN" sz="2000" b="1">
                <a:latin typeface="华文新魏" panose="02010800040101010101" pitchFamily="2" charset="-122"/>
                <a:ea typeface="华文新魏" panose="02010800040101010101" pitchFamily="2" charset="-122"/>
              </a:rPr>
              <a:t>255</a:t>
            </a:r>
            <a:r>
              <a:rPr lang="zh-CN" altLang="en-US" sz="2000" b="1" dirty="0">
                <a:latin typeface="华文新魏" panose="02010800040101010101" pitchFamily="2" charset="-122"/>
                <a:ea typeface="华文新魏" panose="02010800040101010101" pitchFamily="2" charset="-122"/>
              </a:rPr>
              <a:t>模</a:t>
            </a:r>
            <a:r>
              <a:rPr lang="en-US" altLang="zh-CN" sz="2000" b="1">
                <a:latin typeface="华文新魏" panose="02010800040101010101" pitchFamily="2" charset="-122"/>
                <a:ea typeface="华文新魏" panose="02010800040101010101" pitchFamily="2" charset="-122"/>
              </a:rPr>
              <a:t>193</a:t>
            </a:r>
            <a:r>
              <a:rPr lang="zh-CN" altLang="en-US" sz="2000" b="1" dirty="0">
                <a:latin typeface="华文新魏" panose="02010800040101010101" pitchFamily="2" charset="-122"/>
                <a:ea typeface="华文新魏" panose="02010800040101010101" pitchFamily="2" charset="-122"/>
              </a:rPr>
              <a:t>计数器</a:t>
            </a:r>
            <a:r>
              <a:rPr lang="en-US" altLang="zh-CN" sz="2000" b="1">
                <a:latin typeface="华文新魏" panose="02010800040101010101" pitchFamily="2" charset="-122"/>
                <a:ea typeface="华文新魏" panose="02010800040101010101" pitchFamily="2" charset="-122"/>
              </a:rPr>
              <a:t>)</a:t>
            </a:r>
            <a:endParaRPr lang="en-US" altLang="zh-CN" sz="2000" b="1">
              <a:latin typeface="华文新魏" panose="02010800040101010101" pitchFamily="2" charset="-122"/>
              <a:ea typeface="华文新魏" panose="02010800040101010101" pitchFamily="2" charset="-122"/>
            </a:endParaRPr>
          </a:p>
        </p:txBody>
      </p:sp>
      <p:grpSp>
        <p:nvGrpSpPr>
          <p:cNvPr id="2" name="组合 1"/>
          <p:cNvGrpSpPr/>
          <p:nvPr/>
        </p:nvGrpSpPr>
        <p:grpSpPr>
          <a:xfrm>
            <a:off x="1319213" y="554038"/>
            <a:ext cx="6780212" cy="4273550"/>
            <a:chOff x="2078" y="878"/>
            <a:chExt cx="10677" cy="6730"/>
          </a:xfrm>
        </p:grpSpPr>
        <p:sp>
          <p:nvSpPr>
            <p:cNvPr id="182275" name="Rectangle 5"/>
            <p:cNvSpPr/>
            <p:nvPr/>
          </p:nvSpPr>
          <p:spPr>
            <a:xfrm>
              <a:off x="8943" y="1415"/>
              <a:ext cx="1605" cy="252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76" name="Text Box 6"/>
            <p:cNvSpPr txBox="1"/>
            <p:nvPr/>
          </p:nvSpPr>
          <p:spPr>
            <a:xfrm>
              <a:off x="8800" y="1338"/>
              <a:ext cx="13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7" name="Text Box 8"/>
            <p:cNvSpPr txBox="1"/>
            <p:nvPr/>
          </p:nvSpPr>
          <p:spPr>
            <a:xfrm>
              <a:off x="8885" y="178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8" name="Text Box 9"/>
            <p:cNvSpPr txBox="1"/>
            <p:nvPr/>
          </p:nvSpPr>
          <p:spPr>
            <a:xfrm>
              <a:off x="8885" y="20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79" name="Text Box 11"/>
            <p:cNvSpPr txBox="1"/>
            <p:nvPr/>
          </p:nvSpPr>
          <p:spPr>
            <a:xfrm>
              <a:off x="8905" y="260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0" name="Text Box 12"/>
            <p:cNvSpPr txBox="1"/>
            <p:nvPr/>
          </p:nvSpPr>
          <p:spPr>
            <a:xfrm>
              <a:off x="8905" y="286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1" name="Text Box 13"/>
            <p:cNvSpPr txBox="1"/>
            <p:nvPr/>
          </p:nvSpPr>
          <p:spPr>
            <a:xfrm>
              <a:off x="8900" y="3105"/>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2" name="Text Box 14"/>
            <p:cNvSpPr txBox="1"/>
            <p:nvPr/>
          </p:nvSpPr>
          <p:spPr>
            <a:xfrm>
              <a:off x="8900" y="3358"/>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3" name="Text Box 16"/>
            <p:cNvSpPr txBox="1"/>
            <p:nvPr/>
          </p:nvSpPr>
          <p:spPr>
            <a:xfrm>
              <a:off x="10068" y="278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4" name="Text Box 18"/>
            <p:cNvSpPr txBox="1"/>
            <p:nvPr/>
          </p:nvSpPr>
          <p:spPr>
            <a:xfrm>
              <a:off x="10068" y="3280"/>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5" name="Line 21"/>
            <p:cNvSpPr/>
            <p:nvPr/>
          </p:nvSpPr>
          <p:spPr>
            <a:xfrm>
              <a:off x="8340" y="2778"/>
              <a:ext cx="618" cy="0"/>
            </a:xfrm>
            <a:prstGeom prst="line">
              <a:avLst/>
            </a:prstGeom>
            <a:ln w="28575" cap="flat" cmpd="sng">
              <a:solidFill>
                <a:schemeClr val="tx1"/>
              </a:solidFill>
              <a:prstDash val="solid"/>
              <a:headEnd type="none" w="med" len="med"/>
              <a:tailEnd type="none" w="med" len="med"/>
            </a:ln>
          </p:spPr>
        </p:sp>
        <p:sp>
          <p:nvSpPr>
            <p:cNvPr id="182286" name="Line 22"/>
            <p:cNvSpPr/>
            <p:nvPr/>
          </p:nvSpPr>
          <p:spPr>
            <a:xfrm>
              <a:off x="8340" y="3000"/>
              <a:ext cx="618" cy="0"/>
            </a:xfrm>
            <a:prstGeom prst="line">
              <a:avLst/>
            </a:prstGeom>
            <a:ln w="28575" cap="flat" cmpd="sng">
              <a:solidFill>
                <a:schemeClr val="tx1"/>
              </a:solidFill>
              <a:prstDash val="solid"/>
              <a:headEnd type="none" w="med" len="med"/>
              <a:tailEnd type="none" w="med" len="med"/>
            </a:ln>
          </p:spPr>
        </p:sp>
        <p:sp>
          <p:nvSpPr>
            <p:cNvPr id="182287" name="Line 23"/>
            <p:cNvSpPr/>
            <p:nvPr/>
          </p:nvSpPr>
          <p:spPr>
            <a:xfrm>
              <a:off x="8340" y="3268"/>
              <a:ext cx="618" cy="0"/>
            </a:xfrm>
            <a:prstGeom prst="line">
              <a:avLst/>
            </a:prstGeom>
            <a:ln w="28575" cap="flat" cmpd="sng">
              <a:solidFill>
                <a:schemeClr val="tx1"/>
              </a:solidFill>
              <a:prstDash val="solid"/>
              <a:headEnd type="none" w="med" len="med"/>
              <a:tailEnd type="none" w="med" len="med"/>
            </a:ln>
          </p:spPr>
        </p:sp>
        <p:sp>
          <p:nvSpPr>
            <p:cNvPr id="182288" name="Line 24"/>
            <p:cNvSpPr/>
            <p:nvPr/>
          </p:nvSpPr>
          <p:spPr>
            <a:xfrm>
              <a:off x="8340" y="3505"/>
              <a:ext cx="618" cy="0"/>
            </a:xfrm>
            <a:prstGeom prst="line">
              <a:avLst/>
            </a:prstGeom>
            <a:ln w="28575" cap="flat" cmpd="sng">
              <a:solidFill>
                <a:schemeClr val="tx1"/>
              </a:solidFill>
              <a:prstDash val="solid"/>
              <a:headEnd type="none" w="med" len="med"/>
              <a:tailEnd type="none" w="med" len="med"/>
            </a:ln>
          </p:spPr>
        </p:sp>
        <p:sp>
          <p:nvSpPr>
            <p:cNvPr id="182289" name="Oval 29"/>
            <p:cNvSpPr/>
            <p:nvPr/>
          </p:nvSpPr>
          <p:spPr>
            <a:xfrm>
              <a:off x="8805" y="1770"/>
              <a:ext cx="145"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0" name="Oval 30"/>
            <p:cNvSpPr/>
            <p:nvPr/>
          </p:nvSpPr>
          <p:spPr>
            <a:xfrm>
              <a:off x="8800" y="2008"/>
              <a:ext cx="148"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1" name="Line 31"/>
            <p:cNvSpPr/>
            <p:nvPr/>
          </p:nvSpPr>
          <p:spPr>
            <a:xfrm>
              <a:off x="7760" y="1813"/>
              <a:ext cx="1025" cy="0"/>
            </a:xfrm>
            <a:prstGeom prst="line">
              <a:avLst/>
            </a:prstGeom>
            <a:ln w="28575" cap="flat" cmpd="sng">
              <a:solidFill>
                <a:schemeClr val="tx1"/>
              </a:solidFill>
              <a:prstDash val="solid"/>
              <a:headEnd type="none" w="med" len="med"/>
              <a:tailEnd type="none" w="med" len="med"/>
            </a:ln>
          </p:spPr>
        </p:sp>
        <p:sp>
          <p:nvSpPr>
            <p:cNvPr id="182292" name="Line 32"/>
            <p:cNvSpPr/>
            <p:nvPr/>
          </p:nvSpPr>
          <p:spPr>
            <a:xfrm>
              <a:off x="7518" y="2065"/>
              <a:ext cx="1307" cy="0"/>
            </a:xfrm>
            <a:prstGeom prst="line">
              <a:avLst/>
            </a:prstGeom>
            <a:ln w="28575" cap="flat" cmpd="sng">
              <a:solidFill>
                <a:schemeClr val="tx1"/>
              </a:solidFill>
              <a:prstDash val="solid"/>
              <a:headEnd type="none" w="med" len="med"/>
              <a:tailEnd type="none" w="med" len="med"/>
            </a:ln>
          </p:spPr>
        </p:sp>
        <p:sp>
          <p:nvSpPr>
            <p:cNvPr id="182293" name="Line 33"/>
            <p:cNvSpPr/>
            <p:nvPr/>
          </p:nvSpPr>
          <p:spPr>
            <a:xfrm>
              <a:off x="8018" y="1595"/>
              <a:ext cx="947" cy="0"/>
            </a:xfrm>
            <a:prstGeom prst="line">
              <a:avLst/>
            </a:prstGeom>
            <a:ln w="28575" cap="flat" cmpd="sng">
              <a:solidFill>
                <a:schemeClr val="tx1"/>
              </a:solidFill>
              <a:prstDash val="solid"/>
              <a:headEnd type="none" w="med" len="med"/>
              <a:tailEnd type="none" w="med" len="med"/>
            </a:ln>
          </p:spPr>
        </p:sp>
        <p:sp>
          <p:nvSpPr>
            <p:cNvPr id="182294" name="Line 34"/>
            <p:cNvSpPr/>
            <p:nvPr/>
          </p:nvSpPr>
          <p:spPr>
            <a:xfrm>
              <a:off x="7275" y="2273"/>
              <a:ext cx="1688" cy="0"/>
            </a:xfrm>
            <a:prstGeom prst="line">
              <a:avLst/>
            </a:prstGeom>
            <a:ln w="28575" cap="flat" cmpd="sng">
              <a:solidFill>
                <a:schemeClr val="tx1"/>
              </a:solidFill>
              <a:prstDash val="solid"/>
              <a:headEnd type="none" w="med" len="med"/>
              <a:tailEnd type="none" w="med" len="med"/>
            </a:ln>
          </p:spPr>
        </p:sp>
        <p:sp>
          <p:nvSpPr>
            <p:cNvPr id="182295" name="Line 35"/>
            <p:cNvSpPr/>
            <p:nvPr/>
          </p:nvSpPr>
          <p:spPr>
            <a:xfrm>
              <a:off x="6758" y="2483"/>
              <a:ext cx="2207" cy="0"/>
            </a:xfrm>
            <a:prstGeom prst="line">
              <a:avLst/>
            </a:prstGeom>
            <a:ln w="28575" cap="flat" cmpd="sng">
              <a:solidFill>
                <a:schemeClr val="tx1"/>
              </a:solidFill>
              <a:prstDash val="solid"/>
              <a:headEnd type="none" w="med" len="med"/>
              <a:tailEnd type="none" w="med" len="med"/>
            </a:ln>
          </p:spPr>
        </p:sp>
        <p:sp>
          <p:nvSpPr>
            <p:cNvPr id="182296" name="Text Box 36"/>
            <p:cNvSpPr txBox="1"/>
            <p:nvPr/>
          </p:nvSpPr>
          <p:spPr>
            <a:xfrm>
              <a:off x="8943" y="878"/>
              <a:ext cx="1707"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7" name="Text Box 37"/>
            <p:cNvSpPr txBox="1"/>
            <p:nvPr/>
          </p:nvSpPr>
          <p:spPr>
            <a:xfrm>
              <a:off x="11835" y="2540"/>
              <a:ext cx="9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8" name="Text Box 38"/>
            <p:cNvSpPr txBox="1"/>
            <p:nvPr/>
          </p:nvSpPr>
          <p:spPr>
            <a:xfrm>
              <a:off x="11848" y="2823"/>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9" name="Text Box 39"/>
            <p:cNvSpPr txBox="1"/>
            <p:nvPr/>
          </p:nvSpPr>
          <p:spPr>
            <a:xfrm>
              <a:off x="11853" y="307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0" name="Text Box 40"/>
            <p:cNvSpPr txBox="1"/>
            <p:nvPr/>
          </p:nvSpPr>
          <p:spPr>
            <a:xfrm>
              <a:off x="11853" y="332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1" name="Rectangle 41"/>
            <p:cNvSpPr/>
            <p:nvPr/>
          </p:nvSpPr>
          <p:spPr>
            <a:xfrm>
              <a:off x="6235" y="2405"/>
              <a:ext cx="500" cy="1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2" name="Oval 43"/>
            <p:cNvSpPr/>
            <p:nvPr/>
          </p:nvSpPr>
          <p:spPr>
            <a:xfrm>
              <a:off x="8303" y="2453"/>
              <a:ext cx="102" cy="72"/>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3" name="Oval 44"/>
            <p:cNvSpPr/>
            <p:nvPr/>
          </p:nvSpPr>
          <p:spPr>
            <a:xfrm>
              <a:off x="7960" y="3743"/>
              <a:ext cx="100" cy="75"/>
            </a:xfrm>
            <a:prstGeom prst="ellipse">
              <a:avLst/>
            </a:prstGeom>
            <a:solidFill>
              <a:srgbClr val="FFFF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4" name="Line 45"/>
            <p:cNvSpPr/>
            <p:nvPr/>
          </p:nvSpPr>
          <p:spPr>
            <a:xfrm>
              <a:off x="5833" y="2483"/>
              <a:ext cx="402" cy="0"/>
            </a:xfrm>
            <a:prstGeom prst="line">
              <a:avLst/>
            </a:prstGeom>
            <a:ln w="28575" cap="flat" cmpd="sng">
              <a:solidFill>
                <a:schemeClr val="tx1"/>
              </a:solidFill>
              <a:prstDash val="solid"/>
              <a:headEnd type="none" w="med" len="med"/>
              <a:tailEnd type="none" w="med" len="med"/>
            </a:ln>
          </p:spPr>
        </p:sp>
        <p:sp>
          <p:nvSpPr>
            <p:cNvPr id="182305" name="Line 46"/>
            <p:cNvSpPr/>
            <p:nvPr/>
          </p:nvSpPr>
          <p:spPr>
            <a:xfrm>
              <a:off x="5833" y="1535"/>
              <a:ext cx="0" cy="960"/>
            </a:xfrm>
            <a:prstGeom prst="line">
              <a:avLst/>
            </a:prstGeom>
            <a:ln w="28575" cap="flat" cmpd="sng">
              <a:solidFill>
                <a:schemeClr val="tx1"/>
              </a:solidFill>
              <a:prstDash val="solid"/>
              <a:headEnd type="none" w="med" len="med"/>
              <a:tailEnd type="none" w="med" len="med"/>
            </a:ln>
          </p:spPr>
        </p:sp>
        <p:sp>
          <p:nvSpPr>
            <p:cNvPr id="182306" name="Line 47"/>
            <p:cNvSpPr/>
            <p:nvPr/>
          </p:nvSpPr>
          <p:spPr>
            <a:xfrm>
              <a:off x="5710" y="1533"/>
              <a:ext cx="248" cy="0"/>
            </a:xfrm>
            <a:prstGeom prst="line">
              <a:avLst/>
            </a:prstGeom>
            <a:ln w="28575" cap="flat" cmpd="sng">
              <a:solidFill>
                <a:schemeClr val="tx1"/>
              </a:solidFill>
              <a:prstDash val="solid"/>
              <a:headEnd type="none" w="med" len="med"/>
              <a:tailEnd type="none" w="med" len="med"/>
            </a:ln>
          </p:spPr>
        </p:sp>
        <p:sp>
          <p:nvSpPr>
            <p:cNvPr id="182307" name="Oval 48"/>
            <p:cNvSpPr/>
            <p:nvPr/>
          </p:nvSpPr>
          <p:spPr>
            <a:xfrm>
              <a:off x="7712" y="4200"/>
              <a:ext cx="100" cy="75"/>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8" name="Text Box 50"/>
            <p:cNvSpPr txBox="1"/>
            <p:nvPr/>
          </p:nvSpPr>
          <p:spPr>
            <a:xfrm>
              <a:off x="5430" y="1030"/>
              <a:ext cx="10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+5V</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9" name="Rectangle 52"/>
            <p:cNvSpPr/>
            <p:nvPr/>
          </p:nvSpPr>
          <p:spPr>
            <a:xfrm>
              <a:off x="8943" y="4675"/>
              <a:ext cx="1605" cy="2523"/>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10" name="Text Box 53"/>
            <p:cNvSpPr txBox="1"/>
            <p:nvPr/>
          </p:nvSpPr>
          <p:spPr>
            <a:xfrm>
              <a:off x="8800" y="4603"/>
              <a:ext cx="13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1" name="Text Box 55"/>
            <p:cNvSpPr txBox="1"/>
            <p:nvPr/>
          </p:nvSpPr>
          <p:spPr>
            <a:xfrm>
              <a:off x="8885" y="506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2" name="Text Box 56"/>
            <p:cNvSpPr txBox="1"/>
            <p:nvPr/>
          </p:nvSpPr>
          <p:spPr>
            <a:xfrm>
              <a:off x="8885" y="5300"/>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3" name="Text Box 58"/>
            <p:cNvSpPr txBox="1"/>
            <p:nvPr/>
          </p:nvSpPr>
          <p:spPr>
            <a:xfrm>
              <a:off x="8905" y="586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4" name="Text Box 59"/>
            <p:cNvSpPr txBox="1"/>
            <p:nvPr/>
          </p:nvSpPr>
          <p:spPr>
            <a:xfrm>
              <a:off x="8905" y="6128"/>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5" name="Text Box 60"/>
            <p:cNvSpPr txBox="1"/>
            <p:nvPr/>
          </p:nvSpPr>
          <p:spPr>
            <a:xfrm>
              <a:off x="8900" y="6365"/>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6" name="Text Box 61"/>
            <p:cNvSpPr txBox="1"/>
            <p:nvPr/>
          </p:nvSpPr>
          <p:spPr>
            <a:xfrm>
              <a:off x="8900" y="6620"/>
              <a:ext cx="86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7" name="Text Box 63"/>
            <p:cNvSpPr txBox="1"/>
            <p:nvPr/>
          </p:nvSpPr>
          <p:spPr>
            <a:xfrm>
              <a:off x="10068" y="6050"/>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8" name="Text Box 65"/>
            <p:cNvSpPr txBox="1"/>
            <p:nvPr/>
          </p:nvSpPr>
          <p:spPr>
            <a:xfrm>
              <a:off x="10068" y="6543"/>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9" name="Line 69"/>
            <p:cNvSpPr/>
            <p:nvPr/>
          </p:nvSpPr>
          <p:spPr>
            <a:xfrm>
              <a:off x="8340" y="6275"/>
              <a:ext cx="618" cy="0"/>
            </a:xfrm>
            <a:prstGeom prst="line">
              <a:avLst/>
            </a:prstGeom>
            <a:ln w="28575" cap="flat" cmpd="sng">
              <a:solidFill>
                <a:schemeClr val="tx1"/>
              </a:solidFill>
              <a:prstDash val="solid"/>
              <a:headEnd type="none" w="med" len="med"/>
              <a:tailEnd type="none" w="med" len="med"/>
            </a:ln>
          </p:spPr>
        </p:sp>
        <p:sp>
          <p:nvSpPr>
            <p:cNvPr id="182320" name="Line 70"/>
            <p:cNvSpPr/>
            <p:nvPr/>
          </p:nvSpPr>
          <p:spPr>
            <a:xfrm>
              <a:off x="8543" y="6530"/>
              <a:ext cx="407" cy="0"/>
            </a:xfrm>
            <a:prstGeom prst="line">
              <a:avLst/>
            </a:prstGeom>
            <a:ln w="28575" cap="flat" cmpd="sng">
              <a:solidFill>
                <a:schemeClr val="tx1"/>
              </a:solidFill>
              <a:prstDash val="solid"/>
              <a:headEnd type="none" w="med" len="med"/>
              <a:tailEnd type="none" w="med" len="med"/>
            </a:ln>
          </p:spPr>
        </p:sp>
        <p:sp>
          <p:nvSpPr>
            <p:cNvPr id="182321" name="Line 71"/>
            <p:cNvSpPr/>
            <p:nvPr/>
          </p:nvSpPr>
          <p:spPr>
            <a:xfrm>
              <a:off x="8543" y="6768"/>
              <a:ext cx="407" cy="0"/>
            </a:xfrm>
            <a:prstGeom prst="line">
              <a:avLst/>
            </a:prstGeom>
            <a:ln w="28575" cap="flat" cmpd="sng">
              <a:solidFill>
                <a:schemeClr val="tx1"/>
              </a:solidFill>
              <a:prstDash val="solid"/>
              <a:headEnd type="none" w="med" len="med"/>
              <a:tailEnd type="none" w="med" len="med"/>
            </a:ln>
          </p:spPr>
        </p:sp>
        <p:grpSp>
          <p:nvGrpSpPr>
            <p:cNvPr id="182322" name="Group 98"/>
            <p:cNvGrpSpPr/>
            <p:nvPr/>
          </p:nvGrpSpPr>
          <p:grpSpPr>
            <a:xfrm>
              <a:off x="10548" y="2778"/>
              <a:ext cx="1305" cy="4287"/>
              <a:chOff x="0" y="0"/>
              <a:chExt cx="240" cy="2776"/>
            </a:xfrm>
          </p:grpSpPr>
          <p:sp>
            <p:nvSpPr>
              <p:cNvPr id="182389" name="Line 20"/>
              <p:cNvSpPr/>
              <p:nvPr/>
            </p:nvSpPr>
            <p:spPr>
              <a:xfrm>
                <a:off x="0" y="0"/>
                <a:ext cx="240" cy="0"/>
              </a:xfrm>
              <a:prstGeom prst="line">
                <a:avLst/>
              </a:prstGeom>
              <a:ln w="28575" cap="flat" cmpd="sng">
                <a:solidFill>
                  <a:schemeClr val="tx1"/>
                </a:solidFill>
                <a:prstDash val="solid"/>
                <a:headEnd type="none" w="med" len="med"/>
                <a:tailEnd type="none" w="med" len="med"/>
              </a:ln>
            </p:spPr>
          </p:sp>
          <p:sp>
            <p:nvSpPr>
              <p:cNvPr id="182390" name="Line 25"/>
              <p:cNvSpPr/>
              <p:nvPr/>
            </p:nvSpPr>
            <p:spPr>
              <a:xfrm>
                <a:off x="0" y="664"/>
                <a:ext cx="195" cy="0"/>
              </a:xfrm>
              <a:prstGeom prst="line">
                <a:avLst/>
              </a:prstGeom>
              <a:ln w="28575" cap="flat" cmpd="sng">
                <a:solidFill>
                  <a:schemeClr val="tx1"/>
                </a:solidFill>
                <a:prstDash val="solid"/>
                <a:headEnd type="none" w="med" len="med"/>
                <a:tailEnd type="none" w="med" len="med"/>
              </a:ln>
            </p:spPr>
          </p:sp>
          <p:sp>
            <p:nvSpPr>
              <p:cNvPr id="182391" name="Line 26"/>
              <p:cNvSpPr/>
              <p:nvPr/>
            </p:nvSpPr>
            <p:spPr>
              <a:xfrm>
                <a:off x="0" y="174"/>
                <a:ext cx="240" cy="0"/>
              </a:xfrm>
              <a:prstGeom prst="line">
                <a:avLst/>
              </a:prstGeom>
              <a:ln w="28575" cap="flat" cmpd="sng">
                <a:solidFill>
                  <a:schemeClr val="tx1"/>
                </a:solidFill>
                <a:prstDash val="solid"/>
                <a:headEnd type="none" w="med" len="med"/>
                <a:tailEnd type="none" w="med" len="med"/>
              </a:ln>
            </p:spPr>
          </p:sp>
          <p:sp>
            <p:nvSpPr>
              <p:cNvPr id="182392" name="Line 27"/>
              <p:cNvSpPr/>
              <p:nvPr/>
            </p:nvSpPr>
            <p:spPr>
              <a:xfrm>
                <a:off x="0" y="328"/>
                <a:ext cx="240" cy="0"/>
              </a:xfrm>
              <a:prstGeom prst="line">
                <a:avLst/>
              </a:prstGeom>
              <a:ln w="28575" cap="flat" cmpd="sng">
                <a:solidFill>
                  <a:schemeClr val="tx1"/>
                </a:solidFill>
                <a:prstDash val="solid"/>
                <a:headEnd type="none" w="med" len="med"/>
                <a:tailEnd type="none" w="med" len="med"/>
              </a:ln>
            </p:spPr>
          </p:sp>
          <p:sp>
            <p:nvSpPr>
              <p:cNvPr id="182393" name="Line 28"/>
              <p:cNvSpPr/>
              <p:nvPr/>
            </p:nvSpPr>
            <p:spPr>
              <a:xfrm>
                <a:off x="0" y="482"/>
                <a:ext cx="240" cy="0"/>
              </a:xfrm>
              <a:prstGeom prst="line">
                <a:avLst/>
              </a:prstGeom>
              <a:ln w="28575" cap="flat" cmpd="sng">
                <a:solidFill>
                  <a:schemeClr val="tx1"/>
                </a:solidFill>
                <a:prstDash val="solid"/>
                <a:headEnd type="none" w="med" len="med"/>
                <a:tailEnd type="none" w="med" len="med"/>
              </a:ln>
            </p:spPr>
          </p:sp>
          <p:sp>
            <p:nvSpPr>
              <p:cNvPr id="182394" name="Line 67"/>
              <p:cNvSpPr/>
              <p:nvPr/>
            </p:nvSpPr>
            <p:spPr>
              <a:xfrm>
                <a:off x="0" y="2112"/>
                <a:ext cx="240" cy="0"/>
              </a:xfrm>
              <a:prstGeom prst="line">
                <a:avLst/>
              </a:prstGeom>
              <a:ln w="28575" cap="flat" cmpd="sng">
                <a:solidFill>
                  <a:schemeClr val="tx1"/>
                </a:solidFill>
                <a:prstDash val="solid"/>
                <a:headEnd type="none" w="med" len="med"/>
                <a:tailEnd type="none" w="med" len="med"/>
              </a:ln>
            </p:spPr>
          </p:sp>
          <p:sp>
            <p:nvSpPr>
              <p:cNvPr id="182395" name="Line 72"/>
              <p:cNvSpPr/>
              <p:nvPr/>
            </p:nvSpPr>
            <p:spPr>
              <a:xfrm>
                <a:off x="0" y="2776"/>
                <a:ext cx="195" cy="0"/>
              </a:xfrm>
              <a:prstGeom prst="line">
                <a:avLst/>
              </a:prstGeom>
              <a:ln w="28575" cap="flat" cmpd="sng">
                <a:solidFill>
                  <a:schemeClr val="tx1"/>
                </a:solidFill>
                <a:prstDash val="solid"/>
                <a:headEnd type="none" w="med" len="med"/>
                <a:tailEnd type="none" w="med" len="med"/>
              </a:ln>
            </p:spPr>
          </p:sp>
          <p:sp>
            <p:nvSpPr>
              <p:cNvPr id="182396" name="Line 73"/>
              <p:cNvSpPr/>
              <p:nvPr/>
            </p:nvSpPr>
            <p:spPr>
              <a:xfrm>
                <a:off x="0" y="2286"/>
                <a:ext cx="240" cy="0"/>
              </a:xfrm>
              <a:prstGeom prst="line">
                <a:avLst/>
              </a:prstGeom>
              <a:ln w="28575" cap="flat" cmpd="sng">
                <a:solidFill>
                  <a:schemeClr val="tx1"/>
                </a:solidFill>
                <a:prstDash val="solid"/>
                <a:headEnd type="none" w="med" len="med"/>
                <a:tailEnd type="none" w="med" len="med"/>
              </a:ln>
            </p:spPr>
          </p:sp>
          <p:sp>
            <p:nvSpPr>
              <p:cNvPr id="182397" name="Line 74"/>
              <p:cNvSpPr/>
              <p:nvPr/>
            </p:nvSpPr>
            <p:spPr>
              <a:xfrm>
                <a:off x="0" y="2440"/>
                <a:ext cx="240" cy="0"/>
              </a:xfrm>
              <a:prstGeom prst="line">
                <a:avLst/>
              </a:prstGeom>
              <a:ln w="28575" cap="flat" cmpd="sng">
                <a:solidFill>
                  <a:schemeClr val="tx1"/>
                </a:solidFill>
                <a:prstDash val="solid"/>
                <a:headEnd type="none" w="med" len="med"/>
                <a:tailEnd type="none" w="med" len="med"/>
              </a:ln>
            </p:spPr>
          </p:sp>
          <p:sp>
            <p:nvSpPr>
              <p:cNvPr id="182398" name="Line 75"/>
              <p:cNvSpPr/>
              <p:nvPr/>
            </p:nvSpPr>
            <p:spPr>
              <a:xfrm>
                <a:off x="0" y="2594"/>
                <a:ext cx="240" cy="0"/>
              </a:xfrm>
              <a:prstGeom prst="line">
                <a:avLst/>
              </a:prstGeom>
              <a:ln w="28575" cap="flat" cmpd="sng">
                <a:solidFill>
                  <a:schemeClr val="tx1"/>
                </a:solidFill>
                <a:prstDash val="solid"/>
                <a:headEnd type="none" w="med" len="med"/>
                <a:tailEnd type="none" w="med" len="med"/>
              </a:ln>
            </p:spPr>
          </p:sp>
        </p:grpSp>
        <p:sp>
          <p:nvSpPr>
            <p:cNvPr id="182323" name="Oval 76"/>
            <p:cNvSpPr/>
            <p:nvPr/>
          </p:nvSpPr>
          <p:spPr>
            <a:xfrm>
              <a:off x="8805" y="5033"/>
              <a:ext cx="145"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4" name="Oval 77"/>
            <p:cNvSpPr/>
            <p:nvPr/>
          </p:nvSpPr>
          <p:spPr>
            <a:xfrm>
              <a:off x="8800" y="5270"/>
              <a:ext cx="148"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5" name="Text Box 83"/>
            <p:cNvSpPr txBox="1"/>
            <p:nvPr/>
          </p:nvSpPr>
          <p:spPr>
            <a:xfrm>
              <a:off x="8943" y="4138"/>
              <a:ext cx="1707"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6" name="Text Box 84"/>
            <p:cNvSpPr txBox="1"/>
            <p:nvPr/>
          </p:nvSpPr>
          <p:spPr>
            <a:xfrm>
              <a:off x="11835" y="5800"/>
              <a:ext cx="9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7" name="Text Box 85"/>
            <p:cNvSpPr txBox="1"/>
            <p:nvPr/>
          </p:nvSpPr>
          <p:spPr>
            <a:xfrm>
              <a:off x="11848" y="6085"/>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8" name="Text Box 86"/>
            <p:cNvSpPr txBox="1"/>
            <p:nvPr/>
          </p:nvSpPr>
          <p:spPr>
            <a:xfrm>
              <a:off x="11853" y="6338"/>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9" name="Text Box 87"/>
            <p:cNvSpPr txBox="1"/>
            <p:nvPr/>
          </p:nvSpPr>
          <p:spPr>
            <a:xfrm>
              <a:off x="11853" y="6588"/>
              <a:ext cx="9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30" name="Oval 90"/>
            <p:cNvSpPr/>
            <p:nvPr/>
          </p:nvSpPr>
          <p:spPr>
            <a:xfrm>
              <a:off x="8303" y="5983"/>
              <a:ext cx="102"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1" name="Oval 91"/>
            <p:cNvSpPr/>
            <p:nvPr/>
          </p:nvSpPr>
          <p:spPr>
            <a:xfrm>
              <a:off x="8300" y="2750"/>
              <a:ext cx="100" cy="73"/>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2" name="Oval 95"/>
            <p:cNvSpPr/>
            <p:nvPr/>
          </p:nvSpPr>
          <p:spPr>
            <a:xfrm>
              <a:off x="8300" y="2955"/>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3" name="Text Box 96"/>
            <p:cNvSpPr txBox="1"/>
            <p:nvPr/>
          </p:nvSpPr>
          <p:spPr>
            <a:xfrm>
              <a:off x="2623" y="3478"/>
              <a:ext cx="10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34" name="Line 99"/>
            <p:cNvSpPr/>
            <p:nvPr/>
          </p:nvSpPr>
          <p:spPr>
            <a:xfrm>
              <a:off x="11150" y="7065"/>
              <a:ext cx="0" cy="370"/>
            </a:xfrm>
            <a:prstGeom prst="line">
              <a:avLst/>
            </a:prstGeom>
            <a:ln w="28575" cap="flat" cmpd="sng">
              <a:solidFill>
                <a:schemeClr val="tx1"/>
              </a:solidFill>
              <a:prstDash val="solid"/>
              <a:headEnd type="none" w="med" len="med"/>
              <a:tailEnd type="none" w="med" len="med"/>
            </a:ln>
          </p:spPr>
        </p:sp>
        <p:sp>
          <p:nvSpPr>
            <p:cNvPr id="182335" name="Line 100"/>
            <p:cNvSpPr/>
            <p:nvPr/>
          </p:nvSpPr>
          <p:spPr>
            <a:xfrm>
              <a:off x="4070" y="7420"/>
              <a:ext cx="7083" cy="0"/>
            </a:xfrm>
            <a:prstGeom prst="line">
              <a:avLst/>
            </a:prstGeom>
            <a:ln w="28575" cap="flat" cmpd="sng">
              <a:solidFill>
                <a:schemeClr val="tx1"/>
              </a:solidFill>
              <a:prstDash val="solid"/>
              <a:headEnd type="none" w="med" len="med"/>
              <a:tailEnd type="none" w="med" len="med"/>
            </a:ln>
          </p:spPr>
        </p:sp>
        <p:sp>
          <p:nvSpPr>
            <p:cNvPr id="182336" name="Line 101"/>
            <p:cNvSpPr/>
            <p:nvPr/>
          </p:nvSpPr>
          <p:spPr>
            <a:xfrm flipH="1">
              <a:off x="8340" y="2468"/>
              <a:ext cx="0" cy="3817"/>
            </a:xfrm>
            <a:prstGeom prst="line">
              <a:avLst/>
            </a:prstGeom>
            <a:ln w="28575" cap="flat" cmpd="sng">
              <a:solidFill>
                <a:schemeClr val="tx1"/>
              </a:solidFill>
              <a:prstDash val="solid"/>
              <a:headEnd type="none" w="med" len="med"/>
              <a:tailEnd type="none" w="med" len="med"/>
            </a:ln>
          </p:spPr>
        </p:sp>
        <p:sp>
          <p:nvSpPr>
            <p:cNvPr id="182337" name="Line 104"/>
            <p:cNvSpPr/>
            <p:nvPr/>
          </p:nvSpPr>
          <p:spPr>
            <a:xfrm>
              <a:off x="8340" y="6010"/>
              <a:ext cx="618" cy="0"/>
            </a:xfrm>
            <a:prstGeom prst="line">
              <a:avLst/>
            </a:prstGeom>
            <a:ln w="28575" cap="flat" cmpd="sng">
              <a:solidFill>
                <a:schemeClr val="tx1"/>
              </a:solidFill>
              <a:prstDash val="solid"/>
              <a:headEnd type="none" w="med" len="med"/>
              <a:tailEnd type="none" w="med" len="med"/>
            </a:ln>
          </p:spPr>
        </p:sp>
        <p:sp>
          <p:nvSpPr>
            <p:cNvPr id="182338" name="Oval 108"/>
            <p:cNvSpPr/>
            <p:nvPr/>
          </p:nvSpPr>
          <p:spPr>
            <a:xfrm>
              <a:off x="8300" y="323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9" name="Oval 109"/>
            <p:cNvSpPr/>
            <p:nvPr/>
          </p:nvSpPr>
          <p:spPr>
            <a:xfrm>
              <a:off x="8303" y="3475"/>
              <a:ext cx="102"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40" name="Line 117"/>
            <p:cNvSpPr/>
            <p:nvPr/>
          </p:nvSpPr>
          <p:spPr>
            <a:xfrm flipH="1">
              <a:off x="8352" y="2453"/>
              <a:ext cx="0" cy="3817"/>
            </a:xfrm>
            <a:prstGeom prst="line">
              <a:avLst/>
            </a:prstGeom>
            <a:ln w="28575" cap="flat" cmpd="sng">
              <a:solidFill>
                <a:schemeClr val="tx1"/>
              </a:solidFill>
              <a:prstDash val="solid"/>
              <a:headEnd type="none" w="med" len="med"/>
              <a:tailEnd type="none" w="med" len="med"/>
            </a:ln>
          </p:spPr>
        </p:sp>
        <p:sp>
          <p:nvSpPr>
            <p:cNvPr id="182341" name="Line 110"/>
            <p:cNvSpPr/>
            <p:nvPr/>
          </p:nvSpPr>
          <p:spPr>
            <a:xfrm>
              <a:off x="8008" y="4855"/>
              <a:ext cx="945" cy="0"/>
            </a:xfrm>
            <a:prstGeom prst="line">
              <a:avLst/>
            </a:prstGeom>
            <a:ln w="28575" cap="flat" cmpd="sng">
              <a:solidFill>
                <a:schemeClr val="tx1"/>
              </a:solidFill>
              <a:prstDash val="solid"/>
              <a:headEnd type="none" w="med" len="med"/>
              <a:tailEnd type="none" w="med" len="med"/>
            </a:ln>
          </p:spPr>
        </p:sp>
        <p:sp>
          <p:nvSpPr>
            <p:cNvPr id="182342" name="Line 119"/>
            <p:cNvSpPr/>
            <p:nvPr/>
          </p:nvSpPr>
          <p:spPr>
            <a:xfrm flipH="1">
              <a:off x="8020" y="1603"/>
              <a:ext cx="0" cy="3257"/>
            </a:xfrm>
            <a:prstGeom prst="line">
              <a:avLst/>
            </a:prstGeom>
            <a:ln w="28575" cap="flat" cmpd="sng">
              <a:solidFill>
                <a:schemeClr val="tx1"/>
              </a:solidFill>
              <a:prstDash val="solid"/>
              <a:headEnd type="none" w="med" len="med"/>
              <a:tailEnd type="none" w="med" len="med"/>
            </a:ln>
          </p:spPr>
        </p:sp>
        <p:sp>
          <p:nvSpPr>
            <p:cNvPr id="182343" name="Line 120"/>
            <p:cNvSpPr/>
            <p:nvPr/>
          </p:nvSpPr>
          <p:spPr>
            <a:xfrm>
              <a:off x="3478" y="3788"/>
              <a:ext cx="4525" cy="0"/>
            </a:xfrm>
            <a:prstGeom prst="line">
              <a:avLst/>
            </a:prstGeom>
            <a:ln w="28575" cap="flat" cmpd="sng">
              <a:solidFill>
                <a:schemeClr val="tx1"/>
              </a:solidFill>
              <a:prstDash val="solid"/>
              <a:headEnd type="none" w="med" len="med"/>
              <a:tailEnd type="none" w="med" len="med"/>
            </a:ln>
          </p:spPr>
        </p:sp>
        <p:sp>
          <p:nvSpPr>
            <p:cNvPr id="182344" name="Line 121"/>
            <p:cNvSpPr/>
            <p:nvPr/>
          </p:nvSpPr>
          <p:spPr>
            <a:xfrm>
              <a:off x="7760" y="5078"/>
              <a:ext cx="1025" cy="0"/>
            </a:xfrm>
            <a:prstGeom prst="line">
              <a:avLst/>
            </a:prstGeom>
            <a:ln w="28575" cap="flat" cmpd="sng">
              <a:solidFill>
                <a:schemeClr val="tx1"/>
              </a:solidFill>
              <a:prstDash val="solid"/>
              <a:headEnd type="none" w="med" len="med"/>
              <a:tailEnd type="none" w="med" len="med"/>
            </a:ln>
          </p:spPr>
        </p:sp>
        <p:sp>
          <p:nvSpPr>
            <p:cNvPr id="182345" name="Line 122"/>
            <p:cNvSpPr/>
            <p:nvPr/>
          </p:nvSpPr>
          <p:spPr>
            <a:xfrm flipH="1">
              <a:off x="7760" y="1816"/>
              <a:ext cx="0" cy="3272"/>
            </a:xfrm>
            <a:prstGeom prst="line">
              <a:avLst/>
            </a:prstGeom>
            <a:ln w="28575" cap="flat" cmpd="sng">
              <a:solidFill>
                <a:schemeClr val="tx1"/>
              </a:solidFill>
              <a:prstDash val="solid"/>
              <a:headEnd type="none" w="med" len="med"/>
              <a:tailEnd type="none" w="med" len="med"/>
            </a:ln>
          </p:spPr>
        </p:sp>
        <p:sp>
          <p:nvSpPr>
            <p:cNvPr id="182346" name="Line 123"/>
            <p:cNvSpPr/>
            <p:nvPr/>
          </p:nvSpPr>
          <p:spPr>
            <a:xfrm>
              <a:off x="3468" y="4233"/>
              <a:ext cx="4272" cy="0"/>
            </a:xfrm>
            <a:prstGeom prst="line">
              <a:avLst/>
            </a:prstGeom>
            <a:ln w="28575" cap="flat" cmpd="sng">
              <a:solidFill>
                <a:schemeClr val="tx1"/>
              </a:solidFill>
              <a:prstDash val="solid"/>
              <a:headEnd type="none" w="med" len="med"/>
              <a:tailEnd type="none" w="med" len="med"/>
            </a:ln>
          </p:spPr>
        </p:sp>
        <p:sp>
          <p:nvSpPr>
            <p:cNvPr id="182347" name="Text Box 124"/>
            <p:cNvSpPr txBox="1"/>
            <p:nvPr/>
          </p:nvSpPr>
          <p:spPr>
            <a:xfrm>
              <a:off x="2078" y="3918"/>
              <a:ext cx="15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/RESET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48" name="Line 125"/>
            <p:cNvSpPr/>
            <p:nvPr/>
          </p:nvSpPr>
          <p:spPr>
            <a:xfrm>
              <a:off x="6335" y="5315"/>
              <a:ext cx="2490" cy="0"/>
            </a:xfrm>
            <a:prstGeom prst="line">
              <a:avLst/>
            </a:prstGeom>
            <a:ln w="28575" cap="flat" cmpd="sng">
              <a:solidFill>
                <a:schemeClr val="tx1"/>
              </a:solidFill>
              <a:prstDash val="solid"/>
              <a:headEnd type="none" w="med" len="med"/>
              <a:tailEnd type="none" w="med" len="med"/>
            </a:ln>
          </p:spPr>
        </p:sp>
        <p:sp>
          <p:nvSpPr>
            <p:cNvPr id="182349" name="Line 126"/>
            <p:cNvSpPr/>
            <p:nvPr/>
          </p:nvSpPr>
          <p:spPr>
            <a:xfrm flipH="1">
              <a:off x="7518" y="2070"/>
              <a:ext cx="0" cy="3275"/>
            </a:xfrm>
            <a:prstGeom prst="line">
              <a:avLst/>
            </a:prstGeom>
            <a:ln w="28575" cap="flat" cmpd="sng">
              <a:solidFill>
                <a:schemeClr val="tx1"/>
              </a:solidFill>
              <a:prstDash val="solid"/>
              <a:headEnd type="none" w="med" len="med"/>
              <a:tailEnd type="none" w="med" len="med"/>
            </a:ln>
          </p:spPr>
        </p:sp>
        <p:sp>
          <p:nvSpPr>
            <p:cNvPr id="182350" name="Rectangle 128"/>
            <p:cNvSpPr/>
            <p:nvPr/>
          </p:nvSpPr>
          <p:spPr>
            <a:xfrm>
              <a:off x="5708" y="5033"/>
              <a:ext cx="502" cy="59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1" name="Oval 129"/>
            <p:cNvSpPr/>
            <p:nvPr/>
          </p:nvSpPr>
          <p:spPr>
            <a:xfrm>
              <a:off x="6188" y="5270"/>
              <a:ext cx="147" cy="10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2" name="Text Box 130"/>
            <p:cNvSpPr txBox="1"/>
            <p:nvPr/>
          </p:nvSpPr>
          <p:spPr>
            <a:xfrm>
              <a:off x="5650" y="5015"/>
              <a:ext cx="50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53" name="Oval 131"/>
            <p:cNvSpPr/>
            <p:nvPr/>
          </p:nvSpPr>
          <p:spPr>
            <a:xfrm>
              <a:off x="4028" y="5433"/>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4" name="Oval 132"/>
            <p:cNvSpPr/>
            <p:nvPr/>
          </p:nvSpPr>
          <p:spPr>
            <a:xfrm>
              <a:off x="7460" y="5270"/>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5" name="Oval 133"/>
            <p:cNvSpPr/>
            <p:nvPr/>
          </p:nvSpPr>
          <p:spPr>
            <a:xfrm>
              <a:off x="11100" y="7050"/>
              <a:ext cx="100" cy="73"/>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6" name="Rectangle 139"/>
            <p:cNvSpPr/>
            <p:nvPr/>
          </p:nvSpPr>
          <p:spPr>
            <a:xfrm>
              <a:off x="4488" y="4470"/>
              <a:ext cx="500" cy="593"/>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7" name="Oval 140"/>
            <p:cNvSpPr/>
            <p:nvPr/>
          </p:nvSpPr>
          <p:spPr>
            <a:xfrm>
              <a:off x="4968" y="4708"/>
              <a:ext cx="147" cy="10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8" name="Text Box 141"/>
            <p:cNvSpPr txBox="1"/>
            <p:nvPr/>
          </p:nvSpPr>
          <p:spPr>
            <a:xfrm>
              <a:off x="4428" y="4455"/>
              <a:ext cx="50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59" name="Line 143"/>
            <p:cNvSpPr/>
            <p:nvPr/>
          </p:nvSpPr>
          <p:spPr>
            <a:xfrm>
              <a:off x="7275" y="5550"/>
              <a:ext cx="1688" cy="0"/>
            </a:xfrm>
            <a:prstGeom prst="line">
              <a:avLst/>
            </a:prstGeom>
            <a:ln w="28575" cap="flat" cmpd="sng">
              <a:solidFill>
                <a:schemeClr val="tx1"/>
              </a:solidFill>
              <a:prstDash val="solid"/>
              <a:headEnd type="none" w="med" len="med"/>
              <a:tailEnd type="none" w="med" len="med"/>
            </a:ln>
          </p:spPr>
        </p:sp>
        <p:sp>
          <p:nvSpPr>
            <p:cNvPr id="182360" name="Line 144"/>
            <p:cNvSpPr/>
            <p:nvPr/>
          </p:nvSpPr>
          <p:spPr>
            <a:xfrm flipH="1">
              <a:off x="7275" y="2275"/>
              <a:ext cx="0" cy="3275"/>
            </a:xfrm>
            <a:prstGeom prst="line">
              <a:avLst/>
            </a:prstGeom>
            <a:ln w="28575" cap="flat" cmpd="sng">
              <a:solidFill>
                <a:schemeClr val="tx1"/>
              </a:solidFill>
              <a:prstDash val="solid"/>
              <a:headEnd type="none" w="med" len="med"/>
              <a:tailEnd type="none" w="med" len="med"/>
            </a:ln>
          </p:spPr>
        </p:sp>
        <p:sp>
          <p:nvSpPr>
            <p:cNvPr id="182361" name="Line 145"/>
            <p:cNvSpPr/>
            <p:nvPr/>
          </p:nvSpPr>
          <p:spPr>
            <a:xfrm>
              <a:off x="5130" y="4750"/>
              <a:ext cx="2115" cy="0"/>
            </a:xfrm>
            <a:prstGeom prst="line">
              <a:avLst/>
            </a:prstGeom>
            <a:ln w="28575" cap="flat" cmpd="sng">
              <a:solidFill>
                <a:srgbClr val="FF0000"/>
              </a:solidFill>
              <a:prstDash val="solid"/>
              <a:headEnd type="none" w="med" len="med"/>
              <a:tailEnd type="none" w="med" len="med"/>
            </a:ln>
          </p:spPr>
        </p:sp>
        <p:sp>
          <p:nvSpPr>
            <p:cNvPr id="182362" name="Oval 146"/>
            <p:cNvSpPr/>
            <p:nvPr/>
          </p:nvSpPr>
          <p:spPr>
            <a:xfrm>
              <a:off x="7228" y="470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3" name="Line 147"/>
            <p:cNvSpPr/>
            <p:nvPr/>
          </p:nvSpPr>
          <p:spPr>
            <a:xfrm>
              <a:off x="5408" y="5195"/>
              <a:ext cx="315" cy="0"/>
            </a:xfrm>
            <a:prstGeom prst="line">
              <a:avLst/>
            </a:prstGeom>
            <a:ln w="28575" cap="flat" cmpd="sng">
              <a:solidFill>
                <a:schemeClr val="tx1"/>
              </a:solidFill>
              <a:prstDash val="solid"/>
              <a:headEnd type="none" w="med" len="med"/>
              <a:tailEnd type="none" w="med" len="med"/>
            </a:ln>
          </p:spPr>
        </p:sp>
        <p:sp>
          <p:nvSpPr>
            <p:cNvPr id="182364" name="Line 148"/>
            <p:cNvSpPr/>
            <p:nvPr/>
          </p:nvSpPr>
          <p:spPr>
            <a:xfrm>
              <a:off x="5410" y="4750"/>
              <a:ext cx="0" cy="443"/>
            </a:xfrm>
            <a:prstGeom prst="line">
              <a:avLst/>
            </a:prstGeom>
            <a:ln w="28575" cap="flat" cmpd="sng">
              <a:solidFill>
                <a:schemeClr val="tx1"/>
              </a:solidFill>
              <a:prstDash val="solid"/>
              <a:headEnd type="none" w="med" len="med"/>
              <a:tailEnd type="none" w="med" len="med"/>
            </a:ln>
          </p:spPr>
        </p:sp>
        <p:sp>
          <p:nvSpPr>
            <p:cNvPr id="182365" name="Oval 149"/>
            <p:cNvSpPr/>
            <p:nvPr/>
          </p:nvSpPr>
          <p:spPr>
            <a:xfrm>
              <a:off x="5353" y="4723"/>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6" name="Line 150"/>
            <p:cNvSpPr/>
            <p:nvPr/>
          </p:nvSpPr>
          <p:spPr>
            <a:xfrm>
              <a:off x="4070" y="4895"/>
              <a:ext cx="405" cy="0"/>
            </a:xfrm>
            <a:prstGeom prst="line">
              <a:avLst/>
            </a:prstGeom>
            <a:ln w="28575" cap="flat" cmpd="sng">
              <a:solidFill>
                <a:schemeClr val="tx1"/>
              </a:solidFill>
              <a:prstDash val="solid"/>
              <a:headEnd type="none" w="med" len="med"/>
              <a:tailEnd type="none" w="med" len="med"/>
            </a:ln>
          </p:spPr>
        </p:sp>
        <p:sp>
          <p:nvSpPr>
            <p:cNvPr id="182367" name="Line 151"/>
            <p:cNvSpPr/>
            <p:nvPr/>
          </p:nvSpPr>
          <p:spPr>
            <a:xfrm flipH="1">
              <a:off x="4065" y="4900"/>
              <a:ext cx="0" cy="2520"/>
            </a:xfrm>
            <a:prstGeom prst="line">
              <a:avLst/>
            </a:prstGeom>
            <a:ln w="28575" cap="flat" cmpd="sng">
              <a:solidFill>
                <a:schemeClr val="tx1"/>
              </a:solidFill>
              <a:prstDash val="solid"/>
              <a:headEnd type="none" w="med" len="med"/>
              <a:tailEnd type="none" w="med" len="med"/>
            </a:ln>
          </p:spPr>
        </p:sp>
        <p:sp>
          <p:nvSpPr>
            <p:cNvPr id="182368" name="Line 152"/>
            <p:cNvSpPr/>
            <p:nvPr/>
          </p:nvSpPr>
          <p:spPr>
            <a:xfrm>
              <a:off x="3468" y="4618"/>
              <a:ext cx="1022" cy="0"/>
            </a:xfrm>
            <a:prstGeom prst="line">
              <a:avLst/>
            </a:prstGeom>
            <a:ln w="28575" cap="flat" cmpd="sng">
              <a:solidFill>
                <a:schemeClr val="tx1"/>
              </a:solidFill>
              <a:prstDash val="solid"/>
              <a:headEnd type="none" w="med" len="med"/>
              <a:tailEnd type="none" w="med" len="med"/>
            </a:ln>
          </p:spPr>
        </p:sp>
        <p:sp>
          <p:nvSpPr>
            <p:cNvPr id="182369" name="Text Box 153"/>
            <p:cNvSpPr txBox="1"/>
            <p:nvPr/>
          </p:nvSpPr>
          <p:spPr>
            <a:xfrm>
              <a:off x="2600" y="4328"/>
              <a:ext cx="100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70" name="Line 154"/>
            <p:cNvSpPr/>
            <p:nvPr/>
          </p:nvSpPr>
          <p:spPr>
            <a:xfrm>
              <a:off x="4065" y="5465"/>
              <a:ext cx="1640" cy="0"/>
            </a:xfrm>
            <a:prstGeom prst="line">
              <a:avLst/>
            </a:prstGeom>
            <a:ln w="28575" cap="flat" cmpd="sng">
              <a:solidFill>
                <a:schemeClr val="tx1"/>
              </a:solidFill>
              <a:prstDash val="solid"/>
              <a:headEnd type="none" w="med" len="med"/>
              <a:tailEnd type="none" w="med" len="med"/>
            </a:ln>
          </p:spPr>
        </p:sp>
        <p:sp>
          <p:nvSpPr>
            <p:cNvPr id="182371" name="Line 155"/>
            <p:cNvSpPr/>
            <p:nvPr/>
          </p:nvSpPr>
          <p:spPr>
            <a:xfrm>
              <a:off x="8543" y="6530"/>
              <a:ext cx="0" cy="440"/>
            </a:xfrm>
            <a:prstGeom prst="line">
              <a:avLst/>
            </a:prstGeom>
            <a:ln w="28575" cap="flat" cmpd="sng">
              <a:solidFill>
                <a:schemeClr val="tx1"/>
              </a:solidFill>
              <a:prstDash val="solid"/>
              <a:headEnd type="none" w="med" len="med"/>
              <a:tailEnd type="none" w="med" len="med"/>
            </a:ln>
          </p:spPr>
        </p:sp>
        <p:sp>
          <p:nvSpPr>
            <p:cNvPr id="182372" name="Line 156"/>
            <p:cNvSpPr/>
            <p:nvPr/>
          </p:nvSpPr>
          <p:spPr>
            <a:xfrm>
              <a:off x="8440" y="6975"/>
              <a:ext cx="203" cy="0"/>
            </a:xfrm>
            <a:prstGeom prst="line">
              <a:avLst/>
            </a:prstGeom>
            <a:ln w="28575" cap="flat" cmpd="sng">
              <a:solidFill>
                <a:schemeClr val="tx1"/>
              </a:solidFill>
              <a:prstDash val="solid"/>
              <a:headEnd type="none" w="med" len="med"/>
              <a:tailEnd type="none" w="med" len="med"/>
            </a:ln>
          </p:spPr>
        </p:sp>
        <p:sp>
          <p:nvSpPr>
            <p:cNvPr id="182373" name="Line 157"/>
            <p:cNvSpPr/>
            <p:nvPr/>
          </p:nvSpPr>
          <p:spPr>
            <a:xfrm>
              <a:off x="8643" y="4233"/>
              <a:ext cx="0" cy="1482"/>
            </a:xfrm>
            <a:prstGeom prst="line">
              <a:avLst/>
            </a:prstGeom>
            <a:ln w="28575" cap="flat" cmpd="sng">
              <a:solidFill>
                <a:schemeClr val="tx1"/>
              </a:solidFill>
              <a:prstDash val="solid"/>
              <a:headEnd type="none" w="med" len="med"/>
              <a:tailEnd type="none" w="med" len="med"/>
            </a:ln>
          </p:spPr>
        </p:sp>
        <p:sp>
          <p:nvSpPr>
            <p:cNvPr id="182374" name="Line 158"/>
            <p:cNvSpPr/>
            <p:nvPr/>
          </p:nvSpPr>
          <p:spPr>
            <a:xfrm>
              <a:off x="8650" y="5715"/>
              <a:ext cx="315" cy="0"/>
            </a:xfrm>
            <a:prstGeom prst="line">
              <a:avLst/>
            </a:prstGeom>
            <a:ln w="28575" cap="flat" cmpd="sng">
              <a:solidFill>
                <a:schemeClr val="tx1"/>
              </a:solidFill>
              <a:prstDash val="solid"/>
              <a:headEnd type="none" w="med" len="med"/>
              <a:tailEnd type="none" w="med" len="med"/>
            </a:ln>
          </p:spPr>
        </p:sp>
        <p:sp>
          <p:nvSpPr>
            <p:cNvPr id="182375" name="Line 159"/>
            <p:cNvSpPr/>
            <p:nvPr/>
          </p:nvSpPr>
          <p:spPr>
            <a:xfrm>
              <a:off x="8643" y="4233"/>
              <a:ext cx="2957" cy="0"/>
            </a:xfrm>
            <a:prstGeom prst="line">
              <a:avLst/>
            </a:prstGeom>
            <a:ln w="28575" cap="flat" cmpd="sng">
              <a:solidFill>
                <a:schemeClr val="tx1"/>
              </a:solidFill>
              <a:prstDash val="solid"/>
              <a:headEnd type="none" w="med" len="med"/>
              <a:tailEnd type="none" w="med" len="med"/>
            </a:ln>
          </p:spPr>
        </p:sp>
        <p:sp>
          <p:nvSpPr>
            <p:cNvPr id="182376" name="Line 160"/>
            <p:cNvSpPr/>
            <p:nvPr/>
          </p:nvSpPr>
          <p:spPr>
            <a:xfrm>
              <a:off x="11590" y="3803"/>
              <a:ext cx="0" cy="442"/>
            </a:xfrm>
            <a:prstGeom prst="line">
              <a:avLst/>
            </a:prstGeom>
            <a:ln w="28575" cap="flat" cmpd="sng">
              <a:solidFill>
                <a:schemeClr val="tx1"/>
              </a:solidFill>
              <a:prstDash val="solid"/>
              <a:headEnd type="none" w="med" len="med"/>
              <a:tailEnd type="none" w="med" len="med"/>
            </a:ln>
          </p:spPr>
        </p:sp>
        <p:sp>
          <p:nvSpPr>
            <p:cNvPr id="182377" name="Oval 162"/>
            <p:cNvSpPr/>
            <p:nvPr/>
          </p:nvSpPr>
          <p:spPr>
            <a:xfrm>
              <a:off x="8501" y="6733"/>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78" name="Text Box 166"/>
            <p:cNvSpPr txBox="1"/>
            <p:nvPr/>
          </p:nvSpPr>
          <p:spPr>
            <a:xfrm>
              <a:off x="11150" y="7123"/>
              <a:ext cx="160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MAXCNT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79" name="Text Box 7"/>
            <p:cNvSpPr txBox="1"/>
            <p:nvPr/>
          </p:nvSpPr>
          <p:spPr>
            <a:xfrm>
              <a:off x="8885" y="156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0" name="Text Box 10"/>
            <p:cNvSpPr txBox="1"/>
            <p:nvPr/>
          </p:nvSpPr>
          <p:spPr>
            <a:xfrm>
              <a:off x="8885" y="22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1" name="Text Box 15"/>
            <p:cNvSpPr txBox="1"/>
            <p:nvPr/>
          </p:nvSpPr>
          <p:spPr>
            <a:xfrm>
              <a:off x="10068" y="2515"/>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2" name="Text Box 17"/>
            <p:cNvSpPr txBox="1"/>
            <p:nvPr/>
          </p:nvSpPr>
          <p:spPr>
            <a:xfrm>
              <a:off x="10068" y="300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3" name="Text Box 19"/>
            <p:cNvSpPr txBox="1"/>
            <p:nvPr/>
          </p:nvSpPr>
          <p:spPr>
            <a:xfrm>
              <a:off x="9850" y="354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4" name="Text Box 54"/>
            <p:cNvSpPr txBox="1"/>
            <p:nvPr/>
          </p:nvSpPr>
          <p:spPr>
            <a:xfrm>
              <a:off x="8885" y="482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5" name="Text Box 57"/>
            <p:cNvSpPr txBox="1"/>
            <p:nvPr/>
          </p:nvSpPr>
          <p:spPr>
            <a:xfrm>
              <a:off x="8885" y="5493"/>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6" name="Text Box 62"/>
            <p:cNvSpPr txBox="1"/>
            <p:nvPr/>
          </p:nvSpPr>
          <p:spPr>
            <a:xfrm>
              <a:off x="10068" y="578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7" name="Text Box 64"/>
            <p:cNvSpPr txBox="1"/>
            <p:nvPr/>
          </p:nvSpPr>
          <p:spPr>
            <a:xfrm>
              <a:off x="10068" y="6278"/>
              <a:ext cx="86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8" name="Text Box 66"/>
            <p:cNvSpPr txBox="1"/>
            <p:nvPr/>
          </p:nvSpPr>
          <p:spPr>
            <a:xfrm>
              <a:off x="9850" y="6815"/>
              <a:ext cx="86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endParaRPr lang="en-US" altLang="zh-CN" sz="1400">
                <a:solidFill>
                  <a:schemeClr val="tx1"/>
                </a:solidFill>
                <a:latin typeface="黑体" panose="02010609060101010101" pitchFamily="2" charset="-122"/>
                <a:ea typeface="黑体" panose="02010609060101010101" pitchFamily="2" charset="-122"/>
              </a:endParaRPr>
            </a:p>
          </p:txBody>
        </p:sp>
      </p:grpSp>
      <p:sp>
        <p:nvSpPr>
          <p:cNvPr id="3" name="文本框 2"/>
          <p:cNvSpPr txBox="1"/>
          <p:nvPr/>
        </p:nvSpPr>
        <p:spPr>
          <a:xfrm>
            <a:off x="256540" y="3180715"/>
            <a:ext cx="2077720" cy="1197610"/>
          </a:xfrm>
          <a:prstGeom prst="rect">
            <a:avLst/>
          </a:prstGeom>
          <a:noFill/>
        </p:spPr>
        <p:txBody>
          <a:bodyPr wrap="square" rtlCol="0" anchor="t">
            <a:noAutofit/>
          </a:bodyPr>
          <a:p>
            <a:pPr eaLnBrk="1" hangingPunct="1"/>
            <a:r>
              <a:rPr lang="zh-CN" altLang="en-US" sz="1800" b="1" dirty="0">
                <a:solidFill>
                  <a:schemeClr val="tx1"/>
                </a:solidFill>
                <a:latin typeface="华文新魏" panose="02010800040101010101" pitchFamily="2" charset="-122"/>
                <a:ea typeface="华文新魏" panose="02010800040101010101" pitchFamily="2" charset="-122"/>
                <a:sym typeface="+mn-ea"/>
              </a:rPr>
              <a:t>例</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  用预置位法设计</a:t>
            </a:r>
            <a:r>
              <a:rPr lang="en-US" altLang="zh-CN" sz="1800" b="1" dirty="0">
                <a:solidFill>
                  <a:schemeClr val="tx1"/>
                </a:solidFill>
                <a:latin typeface="华文新魏" panose="02010800040101010101" pitchFamily="2" charset="-122"/>
                <a:ea typeface="华文新魏" panose="02010800040101010101" pitchFamily="2" charset="-122"/>
                <a:sym typeface="+mn-ea"/>
              </a:rPr>
              <a:t>5</a:t>
            </a:r>
            <a:r>
              <a:rPr lang="zh-CN" altLang="en-US" sz="1800" b="1" dirty="0">
                <a:solidFill>
                  <a:schemeClr val="tx1"/>
                </a:solidFill>
                <a:latin typeface="华文新魏" panose="02010800040101010101" pitchFamily="2" charset="-122"/>
                <a:ea typeface="华文新魏" panose="02010800040101010101" pitchFamily="2" charset="-122"/>
                <a:sym typeface="+mn-ea"/>
              </a:rPr>
              <a:t>进制计数器（</a:t>
            </a:r>
            <a:r>
              <a:rPr lang="en-US" altLang="zh-CN" sz="1800" b="1" dirty="0">
                <a:solidFill>
                  <a:schemeClr val="tx1"/>
                </a:solidFill>
                <a:latin typeface="华文新魏" panose="02010800040101010101" pitchFamily="2" charset="-122"/>
                <a:ea typeface="华文新魏" panose="02010800040101010101" pitchFamily="2" charset="-122"/>
                <a:sym typeface="+mn-ea"/>
              </a:rPr>
              <a:t>D</a:t>
            </a:r>
            <a:r>
              <a:rPr lang="zh-CN" altLang="en-US" sz="1800" b="1" dirty="0">
                <a:solidFill>
                  <a:schemeClr val="tx1"/>
                </a:solidFill>
                <a:latin typeface="华文新魏" panose="02010800040101010101" pitchFamily="2" charset="-122"/>
                <a:ea typeface="华文新魏" panose="02010800040101010101" pitchFamily="2" charset="-122"/>
                <a:sym typeface="+mn-ea"/>
              </a:rPr>
              <a:t>出发器</a:t>
            </a:r>
            <a:r>
              <a:rPr lang="en-US" altLang="zh-CN" sz="1800" b="1" dirty="0">
                <a:solidFill>
                  <a:schemeClr val="tx1"/>
                </a:solidFill>
                <a:latin typeface="华文新魏" panose="02010800040101010101" pitchFamily="2" charset="-122"/>
                <a:ea typeface="华文新魏" panose="02010800040101010101" pitchFamily="2" charset="-122"/>
                <a:sym typeface="+mn-ea"/>
              </a:rPr>
              <a:t>,S</a:t>
            </a:r>
            <a:r>
              <a:rPr lang="en-US" altLang="zh-CN" sz="1800" b="1" baseline="-25000" dirty="0">
                <a:solidFill>
                  <a:schemeClr val="tx1"/>
                </a:solidFill>
                <a:uFillTx/>
                <a:latin typeface="华文新魏" panose="02010800040101010101" pitchFamily="2" charset="-122"/>
                <a:ea typeface="华文新魏" panose="02010800040101010101" pitchFamily="2" charset="-122"/>
                <a:sym typeface="+mn-ea"/>
              </a:rPr>
              <a:t>1</a:t>
            </a:r>
            <a:r>
              <a:rPr lang="en-US" altLang="zh-CN" sz="1800" b="1" dirty="0">
                <a:solidFill>
                  <a:schemeClr val="tx1"/>
                </a:solidFill>
                <a:latin typeface="华文新魏" panose="02010800040101010101" pitchFamily="2" charset="-122"/>
                <a:ea typeface="华文新魏" panose="02010800040101010101" pitchFamily="2" charset="-122"/>
                <a:sym typeface="+mn-ea"/>
              </a:rPr>
              <a:t>-S</a:t>
            </a:r>
            <a:r>
              <a:rPr lang="en-US" altLang="zh-CN" sz="1800" b="1" baseline="-25000" dirty="0">
                <a:solidFill>
                  <a:schemeClr val="tx1"/>
                </a:solidFill>
                <a:uFillTx/>
                <a:latin typeface="华文新魏" panose="02010800040101010101" pitchFamily="2" charset="-122"/>
                <a:ea typeface="华文新魏" panose="02010800040101010101" pitchFamily="2" charset="-122"/>
                <a:sym typeface="+mn-ea"/>
              </a:rPr>
              <a:t>5</a:t>
            </a:r>
            <a:r>
              <a:rPr lang="zh-CN" altLang="en-US" sz="1800" b="1" dirty="0">
                <a:solidFill>
                  <a:schemeClr val="tx1"/>
                </a:solidFill>
                <a:latin typeface="华文新魏" panose="02010800040101010101" pitchFamily="2" charset="-122"/>
                <a:ea typeface="华文新魏" panose="02010800040101010101" pitchFamily="2" charset="-122"/>
                <a:sym typeface="+mn-ea"/>
              </a:rPr>
              <a:t>）</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a:xfrm>
            <a:off x="533400" y="601663"/>
            <a:ext cx="5486400" cy="45720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其它类型</a:t>
            </a:r>
            <a:r>
              <a:rPr lang="en-US" altLang="zh-CN" sz="2000" b="1">
                <a:latin typeface="华文新魏" panose="02010800040101010101" pitchFamily="2" charset="-122"/>
                <a:ea typeface="华文新魏" panose="02010800040101010101" pitchFamily="2" charset="-122"/>
              </a:rPr>
              <a:t>MSI</a:t>
            </a:r>
            <a:r>
              <a:rPr lang="zh-CN" altLang="en-US" sz="2000" b="1" dirty="0">
                <a:latin typeface="华文新魏" panose="02010800040101010101" pitchFamily="2" charset="-122"/>
                <a:ea typeface="华文新魏" panose="02010800040101010101" pitchFamily="2" charset="-122"/>
              </a:rPr>
              <a:t>计数器</a:t>
            </a:r>
            <a:endParaRPr lang="zh-CN" altLang="en-US" sz="2000" b="1" dirty="0">
              <a:latin typeface="华文新魏" panose="02010800040101010101" pitchFamily="2" charset="-122"/>
              <a:ea typeface="华文新魏" panose="02010800040101010101" pitchFamily="2" charset="-122"/>
            </a:endParaRPr>
          </a:p>
        </p:txBody>
      </p:sp>
      <p:sp>
        <p:nvSpPr>
          <p:cNvPr id="183299" name="Text Box 41"/>
          <p:cNvSpPr txBox="1"/>
          <p:nvPr/>
        </p:nvSpPr>
        <p:spPr>
          <a:xfrm>
            <a:off x="520065" y="965200"/>
            <a:ext cx="5780088" cy="210947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a:t>
            </a:r>
            <a:r>
              <a:rPr lang="en-US" altLang="zh-CN" sz="1800" b="1">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的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为</a:t>
            </a:r>
            <a:r>
              <a:rPr lang="zh-CN" altLang="en-US" sz="1800" b="1" dirty="0">
                <a:solidFill>
                  <a:srgbClr val="FF0000"/>
                </a:solidFill>
                <a:latin typeface="华文新魏" panose="02010800040101010101" pitchFamily="2" charset="-122"/>
                <a:ea typeface="华文新魏" panose="02010800040101010101" pitchFamily="2" charset="-122"/>
              </a:rPr>
              <a:t>异步清</a:t>
            </a:r>
            <a:r>
              <a:rPr lang="zh-CN" altLang="en-US" sz="1800" b="1" dirty="0">
                <a:solidFill>
                  <a:schemeClr val="tx1"/>
                </a:solidFill>
                <a:latin typeface="华文新魏" panose="02010800040101010101" pitchFamily="2" charset="-122"/>
                <a:ea typeface="华文新魏" panose="02010800040101010101" pitchFamily="2" charset="-122"/>
              </a:rPr>
              <a:t>零端，可用强置位法实现任意进制计数器。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74LS160</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rgbClr val="0000FF"/>
                </a:solidFill>
                <a:latin typeface="华文新魏" panose="02010800040101010101" pitchFamily="2" charset="-122"/>
                <a:ea typeface="华文新魏" panose="02010800040101010101" pitchFamily="2" charset="-122"/>
              </a:rPr>
              <a:t>74LS162</a:t>
            </a:r>
            <a:r>
              <a:rPr lang="zh-CN" altLang="en-US" sz="1800" b="1" dirty="0">
                <a:solidFill>
                  <a:schemeClr val="tx1"/>
                </a:solidFill>
                <a:latin typeface="华文新魏" panose="02010800040101010101" pitchFamily="2" charset="-122"/>
                <a:ea typeface="华文新魏" panose="02010800040101010101" pitchFamily="2" charset="-122"/>
              </a:rPr>
              <a:t>分别类似于</a:t>
            </a:r>
            <a:r>
              <a:rPr lang="en-US" altLang="zh-CN" sz="1800" b="1">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，但它们是</a:t>
            </a:r>
            <a:r>
              <a:rPr lang="zh-CN" altLang="en-US" sz="1800" b="1" dirty="0">
                <a:solidFill>
                  <a:srgbClr val="0000FF"/>
                </a:solidFill>
                <a:latin typeface="华文新魏" panose="02010800040101010101" pitchFamily="2" charset="-122"/>
                <a:ea typeface="华文新魏" panose="02010800040101010101" pitchFamily="2" charset="-122"/>
              </a:rPr>
              <a:t>模</a:t>
            </a:r>
            <a:r>
              <a:rPr lang="en-US" altLang="zh-CN" sz="1800" b="1">
                <a:solidFill>
                  <a:srgbClr val="0000FF"/>
                </a:solidFill>
                <a:latin typeface="华文新魏" panose="02010800040101010101" pitchFamily="2" charset="-122"/>
                <a:ea typeface="华文新魏" panose="02010800040101010101" pitchFamily="2" charset="-122"/>
              </a:rPr>
              <a:t>10</a:t>
            </a:r>
            <a:r>
              <a:rPr lang="zh-CN" altLang="en-US" sz="1800" b="1" dirty="0">
                <a:solidFill>
                  <a:schemeClr val="tx1"/>
                </a:solidFill>
                <a:latin typeface="华文新魏" panose="02010800040101010101" pitchFamily="2" charset="-122"/>
                <a:ea typeface="华文新魏" panose="02010800040101010101" pitchFamily="2" charset="-122"/>
              </a:rPr>
              <a:t>计数器。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74LS169</a:t>
            </a:r>
            <a:r>
              <a:rPr lang="zh-CN" altLang="en-US" sz="1800" b="1" dirty="0">
                <a:solidFill>
                  <a:schemeClr val="tx1"/>
                </a:solidFill>
                <a:latin typeface="华文新魏" panose="02010800040101010101" pitchFamily="2" charset="-122"/>
                <a:ea typeface="华文新魏" panose="02010800040101010101" pitchFamily="2" charset="-122"/>
              </a:rPr>
              <a:t>也类似于</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，但它的进位输出 </a:t>
            </a:r>
            <a:r>
              <a:rPr lang="en-US" altLang="zh-CN" sz="1800" b="1">
                <a:solidFill>
                  <a:schemeClr val="tx1"/>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和使能输入 </a:t>
            </a:r>
            <a:r>
              <a:rPr lang="en-US" altLang="zh-CN" sz="1800" b="1">
                <a:solidFill>
                  <a:schemeClr val="tx1"/>
                </a:solidFill>
                <a:latin typeface="华文新魏" panose="02010800040101010101" pitchFamily="2" charset="-122"/>
                <a:ea typeface="华文新魏" panose="02010800040101010101" pitchFamily="2" charset="-122"/>
              </a:rPr>
              <a:t>/ENP</a:t>
            </a:r>
            <a:r>
              <a:rPr lang="zh-CN" altLang="en-US" sz="1800" b="1" dirty="0">
                <a:solidFill>
                  <a:schemeClr val="tx1"/>
                </a:solidFill>
                <a:latin typeface="华文新魏" panose="02010800040101010101" pitchFamily="2" charset="-122"/>
                <a:ea typeface="华文新魏" panose="02010800040101010101" pitchFamily="2" charset="-122"/>
              </a:rPr>
              <a:t>和 </a:t>
            </a:r>
            <a:r>
              <a:rPr lang="en-US" altLang="zh-CN" sz="1800" b="1">
                <a:solidFill>
                  <a:schemeClr val="tx1"/>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都是低有效。另一个更重要的不同之处是：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183300" name="Group 44"/>
          <p:cNvGrpSpPr/>
          <p:nvPr/>
        </p:nvGrpSpPr>
        <p:grpSpPr>
          <a:xfrm>
            <a:off x="6507163" y="771208"/>
            <a:ext cx="2025650" cy="2346325"/>
            <a:chOff x="0" y="0"/>
            <a:chExt cx="1276" cy="1970"/>
          </a:xfrm>
        </p:grpSpPr>
        <p:sp>
          <p:nvSpPr>
            <p:cNvPr id="183302" name="Rectangle 5"/>
            <p:cNvSpPr/>
            <p:nvPr/>
          </p:nvSpPr>
          <p:spPr>
            <a:xfrm>
              <a:off x="268"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03" name="Text Box 6"/>
            <p:cNvSpPr txBox="1"/>
            <p:nvPr/>
          </p:nvSpPr>
          <p:spPr>
            <a:xfrm>
              <a:off x="200" y="264"/>
              <a:ext cx="624"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4" name="Text Box 7"/>
            <p:cNvSpPr txBox="1"/>
            <p:nvPr/>
          </p:nvSpPr>
          <p:spPr>
            <a:xfrm>
              <a:off x="240" y="462"/>
              <a:ext cx="508"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UP/DN</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5" name="Text Box 8"/>
            <p:cNvSpPr txBox="1"/>
            <p:nvPr/>
          </p:nvSpPr>
          <p:spPr>
            <a:xfrm>
              <a:off x="240" y="59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6" name="Text Box 9"/>
            <p:cNvSpPr txBox="1"/>
            <p:nvPr/>
          </p:nvSpPr>
          <p:spPr>
            <a:xfrm>
              <a:off x="240" y="74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7" name="Text Box 10"/>
            <p:cNvSpPr txBox="1"/>
            <p:nvPr/>
          </p:nvSpPr>
          <p:spPr>
            <a:xfrm>
              <a:off x="240" y="884"/>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8" name="Text Box 11"/>
            <p:cNvSpPr txBox="1"/>
            <p:nvPr/>
          </p:nvSpPr>
          <p:spPr>
            <a:xfrm>
              <a:off x="250" y="105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09" name="Text Box 12"/>
            <p:cNvSpPr txBox="1"/>
            <p:nvPr/>
          </p:nvSpPr>
          <p:spPr>
            <a:xfrm>
              <a:off x="250" y="122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0" name="Text Box 13"/>
            <p:cNvSpPr txBox="1"/>
            <p:nvPr/>
          </p:nvSpPr>
          <p:spPr>
            <a:xfrm>
              <a:off x="248" y="138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1" name="Text Box 14"/>
            <p:cNvSpPr txBox="1"/>
            <p:nvPr/>
          </p:nvSpPr>
          <p:spPr>
            <a:xfrm>
              <a:off x="248" y="154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2" name="Text Box 15"/>
            <p:cNvSpPr txBox="1"/>
            <p:nvPr/>
          </p:nvSpPr>
          <p:spPr>
            <a:xfrm>
              <a:off x="806" y="1064"/>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3" name="Text Box 16"/>
            <p:cNvSpPr txBox="1"/>
            <p:nvPr/>
          </p:nvSpPr>
          <p:spPr>
            <a:xfrm>
              <a:off x="806" y="1228"/>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4" name="Text Box 17"/>
            <p:cNvSpPr txBox="1"/>
            <p:nvPr/>
          </p:nvSpPr>
          <p:spPr>
            <a:xfrm>
              <a:off x="806" y="138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5" name="Text Box 18"/>
            <p:cNvSpPr txBox="1"/>
            <p:nvPr/>
          </p:nvSpPr>
          <p:spPr>
            <a:xfrm>
              <a:off x="806" y="1546"/>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6" name="Text Box 19"/>
            <p:cNvSpPr txBox="1"/>
            <p:nvPr/>
          </p:nvSpPr>
          <p:spPr>
            <a:xfrm>
              <a:off x="702" y="1712"/>
              <a:ext cx="412"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7" name="Line 20"/>
            <p:cNvSpPr/>
            <p:nvPr/>
          </p:nvSpPr>
          <p:spPr>
            <a:xfrm>
              <a:off x="1036" y="1170"/>
              <a:ext cx="240" cy="0"/>
            </a:xfrm>
            <a:prstGeom prst="line">
              <a:avLst/>
            </a:prstGeom>
            <a:ln w="28575" cap="flat" cmpd="sng">
              <a:solidFill>
                <a:schemeClr val="tx1"/>
              </a:solidFill>
              <a:prstDash val="solid"/>
              <a:headEnd type="none" w="med" len="med"/>
              <a:tailEnd type="none" w="med" len="med"/>
            </a:ln>
          </p:spPr>
        </p:sp>
        <p:sp>
          <p:nvSpPr>
            <p:cNvPr id="183318" name="Line 21"/>
            <p:cNvSpPr/>
            <p:nvPr/>
          </p:nvSpPr>
          <p:spPr>
            <a:xfrm>
              <a:off x="75" y="1170"/>
              <a:ext cx="195" cy="0"/>
            </a:xfrm>
            <a:prstGeom prst="line">
              <a:avLst/>
            </a:prstGeom>
            <a:ln w="28575" cap="flat" cmpd="sng">
              <a:solidFill>
                <a:schemeClr val="tx1"/>
              </a:solidFill>
              <a:prstDash val="solid"/>
              <a:headEnd type="none" w="med" len="med"/>
              <a:tailEnd type="none" w="med" len="med"/>
            </a:ln>
          </p:spPr>
        </p:sp>
        <p:sp>
          <p:nvSpPr>
            <p:cNvPr id="183319" name="Line 22"/>
            <p:cNvSpPr/>
            <p:nvPr/>
          </p:nvSpPr>
          <p:spPr>
            <a:xfrm>
              <a:off x="76" y="1314"/>
              <a:ext cx="195" cy="0"/>
            </a:xfrm>
            <a:prstGeom prst="line">
              <a:avLst/>
            </a:prstGeom>
            <a:ln w="28575" cap="flat" cmpd="sng">
              <a:solidFill>
                <a:schemeClr val="tx1"/>
              </a:solidFill>
              <a:prstDash val="solid"/>
              <a:headEnd type="none" w="med" len="med"/>
              <a:tailEnd type="none" w="med" len="med"/>
            </a:ln>
          </p:spPr>
        </p:sp>
        <p:sp>
          <p:nvSpPr>
            <p:cNvPr id="183320" name="Line 23"/>
            <p:cNvSpPr/>
            <p:nvPr/>
          </p:nvSpPr>
          <p:spPr>
            <a:xfrm>
              <a:off x="76" y="1488"/>
              <a:ext cx="195" cy="0"/>
            </a:xfrm>
            <a:prstGeom prst="line">
              <a:avLst/>
            </a:prstGeom>
            <a:ln w="28575" cap="flat" cmpd="sng">
              <a:solidFill>
                <a:schemeClr val="tx1"/>
              </a:solidFill>
              <a:prstDash val="solid"/>
              <a:headEnd type="none" w="med" len="med"/>
              <a:tailEnd type="none" w="med" len="med"/>
            </a:ln>
          </p:spPr>
        </p:sp>
        <p:sp>
          <p:nvSpPr>
            <p:cNvPr id="183321" name="Line 24"/>
            <p:cNvSpPr/>
            <p:nvPr/>
          </p:nvSpPr>
          <p:spPr>
            <a:xfrm>
              <a:off x="76" y="1642"/>
              <a:ext cx="195" cy="0"/>
            </a:xfrm>
            <a:prstGeom prst="line">
              <a:avLst/>
            </a:prstGeom>
            <a:ln w="28575" cap="flat" cmpd="sng">
              <a:solidFill>
                <a:schemeClr val="tx1"/>
              </a:solidFill>
              <a:prstDash val="solid"/>
              <a:headEnd type="none" w="med" len="med"/>
              <a:tailEnd type="none" w="med" len="med"/>
            </a:ln>
          </p:spPr>
        </p:sp>
        <p:sp>
          <p:nvSpPr>
            <p:cNvPr id="183322" name="Line 25"/>
            <p:cNvSpPr/>
            <p:nvPr/>
          </p:nvSpPr>
          <p:spPr>
            <a:xfrm>
              <a:off x="1101" y="1844"/>
              <a:ext cx="172" cy="0"/>
            </a:xfrm>
            <a:prstGeom prst="line">
              <a:avLst/>
            </a:prstGeom>
            <a:ln w="28575" cap="flat" cmpd="sng">
              <a:solidFill>
                <a:schemeClr val="tx1"/>
              </a:solidFill>
              <a:prstDash val="solid"/>
              <a:headEnd type="none" w="med" len="med"/>
              <a:tailEnd type="none" w="med" len="med"/>
            </a:ln>
          </p:spPr>
        </p:sp>
        <p:sp>
          <p:nvSpPr>
            <p:cNvPr id="183323" name="Line 26"/>
            <p:cNvSpPr/>
            <p:nvPr/>
          </p:nvSpPr>
          <p:spPr>
            <a:xfrm>
              <a:off x="1036" y="1344"/>
              <a:ext cx="240" cy="0"/>
            </a:xfrm>
            <a:prstGeom prst="line">
              <a:avLst/>
            </a:prstGeom>
            <a:ln w="28575" cap="flat" cmpd="sng">
              <a:solidFill>
                <a:schemeClr val="tx1"/>
              </a:solidFill>
              <a:prstDash val="solid"/>
              <a:headEnd type="none" w="med" len="med"/>
              <a:tailEnd type="none" w="med" len="med"/>
            </a:ln>
          </p:spPr>
        </p:sp>
        <p:sp>
          <p:nvSpPr>
            <p:cNvPr id="183324" name="Line 27"/>
            <p:cNvSpPr/>
            <p:nvPr/>
          </p:nvSpPr>
          <p:spPr>
            <a:xfrm>
              <a:off x="1036" y="1498"/>
              <a:ext cx="240" cy="0"/>
            </a:xfrm>
            <a:prstGeom prst="line">
              <a:avLst/>
            </a:prstGeom>
            <a:ln w="28575" cap="flat" cmpd="sng">
              <a:solidFill>
                <a:schemeClr val="tx1"/>
              </a:solidFill>
              <a:prstDash val="solid"/>
              <a:headEnd type="none" w="med" len="med"/>
              <a:tailEnd type="none" w="med" len="med"/>
            </a:ln>
          </p:spPr>
        </p:sp>
        <p:sp>
          <p:nvSpPr>
            <p:cNvPr id="183325" name="Line 28"/>
            <p:cNvSpPr/>
            <p:nvPr/>
          </p:nvSpPr>
          <p:spPr>
            <a:xfrm>
              <a:off x="1036" y="1652"/>
              <a:ext cx="240" cy="0"/>
            </a:xfrm>
            <a:prstGeom prst="line">
              <a:avLst/>
            </a:prstGeom>
            <a:ln w="28575" cap="flat" cmpd="sng">
              <a:solidFill>
                <a:schemeClr val="tx1"/>
              </a:solidFill>
              <a:prstDash val="solid"/>
              <a:headEnd type="none" w="med" len="med"/>
              <a:tailEnd type="none" w="med" len="med"/>
            </a:ln>
          </p:spPr>
        </p:sp>
        <p:sp>
          <p:nvSpPr>
            <p:cNvPr id="183326" name="Oval 30"/>
            <p:cNvSpPr/>
            <p:nvPr/>
          </p:nvSpPr>
          <p:spPr>
            <a:xfrm>
              <a:off x="200" y="67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27" name="Line 32"/>
            <p:cNvSpPr/>
            <p:nvPr/>
          </p:nvSpPr>
          <p:spPr>
            <a:xfrm>
              <a:off x="10" y="710"/>
              <a:ext cx="195" cy="0"/>
            </a:xfrm>
            <a:prstGeom prst="line">
              <a:avLst/>
            </a:prstGeom>
            <a:ln w="28575" cap="flat" cmpd="sng">
              <a:solidFill>
                <a:schemeClr val="tx1"/>
              </a:solidFill>
              <a:prstDash val="solid"/>
              <a:headEnd type="none" w="med" len="med"/>
              <a:tailEnd type="none" w="med" len="med"/>
            </a:ln>
          </p:spPr>
        </p:sp>
        <p:sp>
          <p:nvSpPr>
            <p:cNvPr id="183328" name="Line 33"/>
            <p:cNvSpPr/>
            <p:nvPr/>
          </p:nvSpPr>
          <p:spPr>
            <a:xfrm>
              <a:off x="18" y="404"/>
              <a:ext cx="240" cy="0"/>
            </a:xfrm>
            <a:prstGeom prst="line">
              <a:avLst/>
            </a:prstGeom>
            <a:ln w="28575" cap="flat" cmpd="sng">
              <a:solidFill>
                <a:schemeClr val="tx1"/>
              </a:solidFill>
              <a:prstDash val="solid"/>
              <a:headEnd type="none" w="med" len="med"/>
              <a:tailEnd type="none" w="med" len="med"/>
            </a:ln>
          </p:spPr>
        </p:sp>
        <p:sp>
          <p:nvSpPr>
            <p:cNvPr id="183329" name="Line 34"/>
            <p:cNvSpPr/>
            <p:nvPr/>
          </p:nvSpPr>
          <p:spPr>
            <a:xfrm>
              <a:off x="0" y="844"/>
              <a:ext cx="195" cy="0"/>
            </a:xfrm>
            <a:prstGeom prst="line">
              <a:avLst/>
            </a:prstGeom>
            <a:ln w="28575" cap="flat" cmpd="sng">
              <a:solidFill>
                <a:schemeClr val="tx1"/>
              </a:solidFill>
              <a:prstDash val="solid"/>
              <a:headEnd type="none" w="med" len="med"/>
              <a:tailEnd type="none" w="med" len="med"/>
            </a:ln>
          </p:spPr>
        </p:sp>
        <p:sp>
          <p:nvSpPr>
            <p:cNvPr id="183330" name="Text Box 36"/>
            <p:cNvSpPr txBox="1"/>
            <p:nvPr/>
          </p:nvSpPr>
          <p:spPr>
            <a:xfrm>
              <a:off x="268" y="0"/>
              <a:ext cx="816" cy="25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74LS169</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31" name="Line 37"/>
            <p:cNvSpPr/>
            <p:nvPr/>
          </p:nvSpPr>
          <p:spPr>
            <a:xfrm>
              <a:off x="28" y="558"/>
              <a:ext cx="240" cy="0"/>
            </a:xfrm>
            <a:prstGeom prst="line">
              <a:avLst/>
            </a:prstGeom>
            <a:ln w="28575" cap="flat" cmpd="sng">
              <a:solidFill>
                <a:schemeClr val="tx1"/>
              </a:solidFill>
              <a:prstDash val="solid"/>
              <a:headEnd type="none" w="med" len="med"/>
              <a:tailEnd type="none" w="med" len="med"/>
            </a:ln>
          </p:spPr>
        </p:sp>
        <p:sp>
          <p:nvSpPr>
            <p:cNvPr id="183332" name="Oval 38"/>
            <p:cNvSpPr/>
            <p:nvPr/>
          </p:nvSpPr>
          <p:spPr>
            <a:xfrm>
              <a:off x="192" y="806"/>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3" name="Oval 39"/>
            <p:cNvSpPr/>
            <p:nvPr/>
          </p:nvSpPr>
          <p:spPr>
            <a:xfrm>
              <a:off x="192" y="94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4" name="Line 40"/>
            <p:cNvSpPr/>
            <p:nvPr/>
          </p:nvSpPr>
          <p:spPr>
            <a:xfrm>
              <a:off x="0" y="970"/>
              <a:ext cx="195" cy="0"/>
            </a:xfrm>
            <a:prstGeom prst="line">
              <a:avLst/>
            </a:prstGeom>
            <a:ln w="28575" cap="flat" cmpd="sng">
              <a:solidFill>
                <a:schemeClr val="tx1"/>
              </a:solidFill>
              <a:prstDash val="solid"/>
              <a:headEnd type="none" w="med" len="med"/>
              <a:tailEnd type="none" w="med" len="med"/>
            </a:ln>
          </p:spPr>
        </p:sp>
        <p:sp>
          <p:nvSpPr>
            <p:cNvPr id="183335" name="Oval 43"/>
            <p:cNvSpPr/>
            <p:nvPr/>
          </p:nvSpPr>
          <p:spPr>
            <a:xfrm>
              <a:off x="1036" y="1802"/>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grpSp>
      <p:sp>
        <p:nvSpPr>
          <p:cNvPr id="183301" name="Text Box 47"/>
          <p:cNvSpPr txBox="1"/>
          <p:nvPr/>
        </p:nvSpPr>
        <p:spPr>
          <a:xfrm>
            <a:off x="539115" y="3291205"/>
            <a:ext cx="7576820" cy="130937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a:solidFill>
                  <a:srgbClr val="0000FF"/>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74LS169</a:t>
            </a:r>
            <a:r>
              <a:rPr lang="zh-CN" altLang="en-US" sz="1800" b="1" dirty="0">
                <a:solidFill>
                  <a:srgbClr val="0000FF"/>
                </a:solidFill>
                <a:latin typeface="华文新魏" panose="02010800040101010101" pitchFamily="2" charset="-122"/>
                <a:ea typeface="华文新魏" panose="02010800040101010101" pitchFamily="2" charset="-122"/>
              </a:rPr>
              <a:t>是一个可逆计数器</a:t>
            </a:r>
            <a:r>
              <a:rPr lang="zh-CN" altLang="en-US" sz="1800" b="1" dirty="0">
                <a:solidFill>
                  <a:schemeClr val="tx1"/>
                </a:solidFill>
                <a:latin typeface="华文新魏" panose="02010800040101010101" pitchFamily="2" charset="-122"/>
                <a:ea typeface="华文新魏" panose="02010800040101010101" pitchFamily="2" charset="-122"/>
              </a:rPr>
              <a:t>，输入信号 </a:t>
            </a:r>
            <a:r>
              <a:rPr lang="en-US" altLang="zh-CN" sz="1800" b="1">
                <a:solidFill>
                  <a:srgbClr val="0000FF"/>
                </a:solidFill>
                <a:latin typeface="华文新魏" panose="02010800040101010101" pitchFamily="2" charset="-122"/>
                <a:ea typeface="华文新魏" panose="02010800040101010101" pitchFamily="2" charset="-122"/>
              </a:rPr>
              <a:t>UP/DN</a:t>
            </a:r>
            <a:r>
              <a:rPr lang="zh-CN" altLang="en-US" sz="1800" b="1" dirty="0">
                <a:solidFill>
                  <a:schemeClr val="tx1"/>
                </a:solidFill>
                <a:latin typeface="华文新魏" panose="02010800040101010101" pitchFamily="2" charset="-122"/>
                <a:ea typeface="华文新魏" panose="02010800040101010101" pitchFamily="2" charset="-122"/>
              </a:rPr>
              <a:t>的值决定是加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计数还是减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en-US" altLang="zh-CN" sz="1800" b="1">
                <a:solidFill>
                  <a:srgbClr val="0000FF"/>
                </a:solidFill>
                <a:latin typeface="华文新魏" panose="02010800040101010101" pitchFamily="2" charset="-122"/>
                <a:ea typeface="华文新魏" panose="02010800040101010101" pitchFamily="2" charset="-122"/>
              </a:rPr>
              <a:t>    UP/DN</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，则为加</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计数</a:t>
            </a:r>
            <a:r>
              <a:rPr lang="zh-CN" altLang="en-US" sz="1800" b="1" dirty="0">
                <a:solidFill>
                  <a:schemeClr val="tx1"/>
                </a:solidFill>
                <a:latin typeface="华文新魏" panose="02010800040101010101" pitchFamily="2" charset="-122"/>
                <a:ea typeface="华文新魏" panose="02010800040101010101" pitchFamily="2" charset="-122"/>
              </a:rPr>
              <a:t>，其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UP/DN</a:t>
            </a:r>
            <a:r>
              <a:rPr lang="zh-CN" altLang="en-US" sz="1800" b="1" dirty="0">
                <a:solidFill>
                  <a:schemeClr val="tx1"/>
                </a:solidFill>
                <a:latin typeface="华文新魏" panose="02010800040101010101" pitchFamily="2" charset="-122"/>
                <a:ea typeface="华文新魏" panose="02010800040101010101" pitchFamily="2" charset="-122"/>
              </a:rPr>
              <a:t>为</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，则为减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0</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3300"/>
                                        </p:tgtEl>
                                        <p:attrNameLst>
                                          <p:attrName>style.visibility</p:attrName>
                                        </p:attrNameLst>
                                      </p:cBhvr>
                                      <p:to>
                                        <p:strVal val="visible"/>
                                      </p:to>
                                    </p:set>
                                    <p:anim calcmode="lin" valueType="num">
                                      <p:cBhvr additive="base">
                                        <p:cTn id="7" dur="500" fill="hold"/>
                                        <p:tgtEl>
                                          <p:spTgt spid="183300"/>
                                        </p:tgtEl>
                                        <p:attrNameLst>
                                          <p:attrName>ppt_x</p:attrName>
                                        </p:attrNameLst>
                                      </p:cBhvr>
                                      <p:tavLst>
                                        <p:tav tm="0">
                                          <p:val>
                                            <p:strVal val="#ppt_x"/>
                                          </p:val>
                                        </p:tav>
                                        <p:tav tm="100000">
                                          <p:val>
                                            <p:strVal val="#ppt_x"/>
                                          </p:val>
                                        </p:tav>
                                      </p:tavLst>
                                    </p:anim>
                                    <p:anim calcmode="lin" valueType="num">
                                      <p:cBhvr additive="base">
                                        <p:cTn id="8" dur="500" fill="hold"/>
                                        <p:tgtEl>
                                          <p:spTgt spid="1833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3299"/>
                                        </p:tgtEl>
                                        <p:attrNameLst>
                                          <p:attrName>style.visibility</p:attrName>
                                        </p:attrNameLst>
                                      </p:cBhvr>
                                      <p:to>
                                        <p:strVal val="visible"/>
                                      </p:to>
                                    </p:set>
                                    <p:anim calcmode="lin" valueType="num">
                                      <p:cBhvr additive="base">
                                        <p:cTn id="13" dur="500" fill="hold"/>
                                        <p:tgtEl>
                                          <p:spTgt spid="183299"/>
                                        </p:tgtEl>
                                        <p:attrNameLst>
                                          <p:attrName>ppt_x</p:attrName>
                                        </p:attrNameLst>
                                      </p:cBhvr>
                                      <p:tavLst>
                                        <p:tav tm="0">
                                          <p:val>
                                            <p:strVal val="#ppt_x"/>
                                          </p:val>
                                        </p:tav>
                                        <p:tav tm="100000">
                                          <p:val>
                                            <p:strVal val="#ppt_x"/>
                                          </p:val>
                                        </p:tav>
                                      </p:tavLst>
                                    </p:anim>
                                    <p:anim calcmode="lin" valueType="num">
                                      <p:cBhvr additive="base">
                                        <p:cTn id="14" dur="500" fill="hold"/>
                                        <p:tgtEl>
                                          <p:spTgt spid="1832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3301"/>
                                        </p:tgtEl>
                                        <p:attrNameLst>
                                          <p:attrName>style.visibility</p:attrName>
                                        </p:attrNameLst>
                                      </p:cBhvr>
                                      <p:to>
                                        <p:strVal val="visible"/>
                                      </p:to>
                                    </p:set>
                                    <p:anim calcmode="lin" valueType="num">
                                      <p:cBhvr additive="base">
                                        <p:cTn id="19" dur="500" fill="hold"/>
                                        <p:tgtEl>
                                          <p:spTgt spid="183301"/>
                                        </p:tgtEl>
                                        <p:attrNameLst>
                                          <p:attrName>ppt_x</p:attrName>
                                        </p:attrNameLst>
                                      </p:cBhvr>
                                      <p:tavLst>
                                        <p:tav tm="0">
                                          <p:val>
                                            <p:strVal val="#ppt_x"/>
                                          </p:val>
                                        </p:tav>
                                        <p:tav tm="100000">
                                          <p:val>
                                            <p:strVal val="#ppt_x"/>
                                          </p:val>
                                        </p:tav>
                                      </p:tavLst>
                                    </p:anim>
                                    <p:anim calcmode="lin" valueType="num">
                                      <p:cBhvr additive="base">
                                        <p:cTn id="20" dur="500" fill="hold"/>
                                        <p:tgtEl>
                                          <p:spTgt spid="183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p:bldP spid="18330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4"/>
          <p:cNvSpPr/>
          <p:nvPr/>
        </p:nvSpPr>
        <p:spPr>
          <a:xfrm>
            <a:off x="509270" y="969645"/>
            <a:ext cx="8610600" cy="815975"/>
          </a:xfrm>
          <a:prstGeom prst="rect">
            <a:avLst/>
          </a:prstGeom>
          <a:noFill/>
          <a:ln w="28575">
            <a:noFill/>
          </a:ln>
        </p:spPr>
        <p:txBody>
          <a:bodyPr/>
          <a:p>
            <a:pPr marL="342900" indent="-342900" eaLnBrk="1" hangingPunct="1">
              <a:lnSpc>
                <a:spcPct val="130000"/>
              </a:lnSpc>
              <a:spcBef>
                <a:spcPts val="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由二进制计数器和译码器组成，在时钟脉冲序列作用下，从译码器的各输出端轮流输出高电位信号或脉冲信号。</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84323" name="Rectangle 6"/>
          <p:cNvSpPr>
            <a:spLocks noGrp="1"/>
          </p:cNvSpPr>
          <p:nvPr>
            <p:ph type="title"/>
          </p:nvPr>
        </p:nvSpPr>
        <p:spPr>
          <a:xfrm>
            <a:off x="609600" y="544830"/>
            <a:ext cx="60960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⑤</a:t>
            </a:r>
            <a:r>
              <a:rPr lang="zh-CN" altLang="en-US" sz="2000" b="1" dirty="0">
                <a:latin typeface="华文新魏" panose="02010800040101010101" pitchFamily="2" charset="-122"/>
                <a:ea typeface="华文新魏" panose="02010800040101010101" pitchFamily="2" charset="-122"/>
              </a:rPr>
              <a:t>计数型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Binary</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a:t>
            </a:r>
            <a:endParaRPr lang="zh-CN" altLang="en-US" sz="2000" b="1" dirty="0">
              <a:latin typeface="华文新魏" panose="02010800040101010101" pitchFamily="2" charset="-122"/>
              <a:ea typeface="华文新魏" panose="02010800040101010101" pitchFamily="2" charset="-122"/>
            </a:endParaRPr>
          </a:p>
        </p:txBody>
      </p:sp>
      <p:grpSp>
        <p:nvGrpSpPr>
          <p:cNvPr id="184324" name="Group 98"/>
          <p:cNvGrpSpPr/>
          <p:nvPr/>
        </p:nvGrpSpPr>
        <p:grpSpPr>
          <a:xfrm>
            <a:off x="985520" y="1760081"/>
            <a:ext cx="6411913" cy="3126500"/>
            <a:chOff x="0" y="-8"/>
            <a:chExt cx="4320" cy="2871"/>
          </a:xfrm>
        </p:grpSpPr>
        <p:sp>
          <p:nvSpPr>
            <p:cNvPr id="184325" name="Text Box 9"/>
            <p:cNvSpPr txBox="1"/>
            <p:nvPr/>
          </p:nvSpPr>
          <p:spPr>
            <a:xfrm>
              <a:off x="1034" y="0"/>
              <a:ext cx="32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6" name="Text Box 10"/>
            <p:cNvSpPr txBox="1"/>
            <p:nvPr/>
          </p:nvSpPr>
          <p:spPr>
            <a:xfrm>
              <a:off x="3120" y="-8"/>
              <a:ext cx="49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7" name="Text Box 11"/>
            <p:cNvSpPr txBox="1"/>
            <p:nvPr/>
          </p:nvSpPr>
          <p:spPr>
            <a:xfrm>
              <a:off x="2446" y="0"/>
              <a:ext cx="34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28" name="Rectangle 12"/>
            <p:cNvSpPr/>
            <p:nvPr/>
          </p:nvSpPr>
          <p:spPr>
            <a:xfrm>
              <a:off x="952" y="435"/>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29" name="Text Box 13"/>
            <p:cNvSpPr txBox="1"/>
            <p:nvPr/>
          </p:nvSpPr>
          <p:spPr>
            <a:xfrm>
              <a:off x="1023" y="434"/>
              <a:ext cx="24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0" name="Line 14"/>
            <p:cNvSpPr/>
            <p:nvPr/>
          </p:nvSpPr>
          <p:spPr>
            <a:xfrm rot="5400000" flipH="1">
              <a:off x="1049" y="337"/>
              <a:ext cx="198" cy="0"/>
            </a:xfrm>
            <a:prstGeom prst="line">
              <a:avLst/>
            </a:prstGeom>
            <a:ln w="28575" cap="flat" cmpd="sng">
              <a:solidFill>
                <a:schemeClr val="tx1"/>
              </a:solidFill>
              <a:prstDash val="solid"/>
              <a:headEnd type="none" w="med" len="med"/>
              <a:tailEnd type="none" w="med" len="med"/>
            </a:ln>
          </p:spPr>
        </p:sp>
        <p:sp>
          <p:nvSpPr>
            <p:cNvPr id="184331" name="Rectangle 15"/>
            <p:cNvSpPr/>
            <p:nvPr/>
          </p:nvSpPr>
          <p:spPr>
            <a:xfrm>
              <a:off x="3037" y="427"/>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2" name="Text Box 16"/>
            <p:cNvSpPr txBox="1"/>
            <p:nvPr/>
          </p:nvSpPr>
          <p:spPr>
            <a:xfrm>
              <a:off x="3108" y="429"/>
              <a:ext cx="244" cy="279"/>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3" name="Line 17"/>
            <p:cNvSpPr/>
            <p:nvPr/>
          </p:nvSpPr>
          <p:spPr>
            <a:xfrm rot="5400000" flipH="1">
              <a:off x="3134" y="319"/>
              <a:ext cx="198" cy="0"/>
            </a:xfrm>
            <a:prstGeom prst="line">
              <a:avLst/>
            </a:prstGeom>
            <a:ln w="28575" cap="flat" cmpd="sng">
              <a:solidFill>
                <a:schemeClr val="tx1"/>
              </a:solidFill>
              <a:prstDash val="solid"/>
              <a:headEnd type="none" w="med" len="med"/>
              <a:tailEnd type="none" w="med" len="med"/>
            </a:ln>
          </p:spPr>
        </p:sp>
        <p:sp>
          <p:nvSpPr>
            <p:cNvPr id="184334" name="Rectangle 18"/>
            <p:cNvSpPr/>
            <p:nvPr/>
          </p:nvSpPr>
          <p:spPr>
            <a:xfrm>
              <a:off x="2365" y="433"/>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5" name="Text Box 19"/>
            <p:cNvSpPr txBox="1"/>
            <p:nvPr/>
          </p:nvSpPr>
          <p:spPr>
            <a:xfrm>
              <a:off x="2436" y="433"/>
              <a:ext cx="245"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6" name="Line 20"/>
            <p:cNvSpPr/>
            <p:nvPr/>
          </p:nvSpPr>
          <p:spPr>
            <a:xfrm rot="5400000" flipH="1">
              <a:off x="2462" y="325"/>
              <a:ext cx="198" cy="0"/>
            </a:xfrm>
            <a:prstGeom prst="line">
              <a:avLst/>
            </a:prstGeom>
            <a:ln w="28575" cap="flat" cmpd="sng">
              <a:solidFill>
                <a:schemeClr val="tx1"/>
              </a:solidFill>
              <a:prstDash val="solid"/>
              <a:headEnd type="none" w="med" len="med"/>
              <a:tailEnd type="none" w="med" len="med"/>
            </a:ln>
          </p:spPr>
        </p:sp>
        <p:sp>
          <p:nvSpPr>
            <p:cNvPr id="184337" name="Rectangle 21"/>
            <p:cNvSpPr/>
            <p:nvPr/>
          </p:nvSpPr>
          <p:spPr>
            <a:xfrm>
              <a:off x="1672" y="428"/>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8" name="Text Box 22"/>
            <p:cNvSpPr txBox="1"/>
            <p:nvPr/>
          </p:nvSpPr>
          <p:spPr>
            <a:xfrm>
              <a:off x="1735" y="424"/>
              <a:ext cx="244"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39" name="Line 23"/>
            <p:cNvSpPr/>
            <p:nvPr/>
          </p:nvSpPr>
          <p:spPr>
            <a:xfrm rot="5400000" flipH="1">
              <a:off x="1769" y="320"/>
              <a:ext cx="198" cy="0"/>
            </a:xfrm>
            <a:prstGeom prst="line">
              <a:avLst/>
            </a:prstGeom>
            <a:ln w="28575" cap="flat" cmpd="sng">
              <a:solidFill>
                <a:schemeClr val="tx1"/>
              </a:solidFill>
              <a:prstDash val="solid"/>
              <a:headEnd type="none" w="med" len="med"/>
              <a:tailEnd type="none" w="med" len="med"/>
            </a:ln>
          </p:spPr>
        </p:sp>
        <p:sp>
          <p:nvSpPr>
            <p:cNvPr id="184340" name="Text Box 24"/>
            <p:cNvSpPr txBox="1"/>
            <p:nvPr/>
          </p:nvSpPr>
          <p:spPr>
            <a:xfrm>
              <a:off x="1759" y="0"/>
              <a:ext cx="383"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184341" name="Line 25"/>
            <p:cNvSpPr/>
            <p:nvPr/>
          </p:nvSpPr>
          <p:spPr>
            <a:xfrm flipH="1" flipV="1">
              <a:off x="2253" y="1249"/>
              <a:ext cx="0" cy="882"/>
            </a:xfrm>
            <a:prstGeom prst="line">
              <a:avLst/>
            </a:prstGeom>
            <a:ln w="28575" cap="flat" cmpd="sng">
              <a:solidFill>
                <a:schemeClr val="tx1"/>
              </a:solidFill>
              <a:prstDash val="solid"/>
              <a:headEnd type="none" w="med" len="med"/>
              <a:tailEnd type="none" w="med" len="med"/>
            </a:ln>
          </p:spPr>
        </p:sp>
        <p:sp>
          <p:nvSpPr>
            <p:cNvPr id="184342" name="Text Box 26"/>
            <p:cNvSpPr txBox="1"/>
            <p:nvPr/>
          </p:nvSpPr>
          <p:spPr>
            <a:xfrm>
              <a:off x="3744" y="2246"/>
              <a:ext cx="57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43" name="Text Box 27"/>
            <p:cNvSpPr txBox="1"/>
            <p:nvPr/>
          </p:nvSpPr>
          <p:spPr>
            <a:xfrm>
              <a:off x="3722" y="2007"/>
              <a:ext cx="3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44" name="Line 35"/>
            <p:cNvSpPr/>
            <p:nvPr/>
          </p:nvSpPr>
          <p:spPr>
            <a:xfrm rot="-5400000" flipH="1">
              <a:off x="2944" y="2173"/>
              <a:ext cx="402" cy="0"/>
            </a:xfrm>
            <a:prstGeom prst="line">
              <a:avLst/>
            </a:prstGeom>
            <a:ln w="28575" cap="flat" cmpd="sng">
              <a:solidFill>
                <a:schemeClr val="tx1"/>
              </a:solidFill>
              <a:prstDash val="solid"/>
              <a:headEnd type="none" w="med" len="med"/>
              <a:tailEnd type="none" w="med" len="med"/>
            </a:ln>
          </p:spPr>
        </p:sp>
        <p:sp>
          <p:nvSpPr>
            <p:cNvPr id="184345" name="Line 40"/>
            <p:cNvSpPr/>
            <p:nvPr/>
          </p:nvSpPr>
          <p:spPr>
            <a:xfrm>
              <a:off x="2547" y="1679"/>
              <a:ext cx="0" cy="581"/>
            </a:xfrm>
            <a:prstGeom prst="line">
              <a:avLst/>
            </a:prstGeom>
            <a:ln w="28575" cap="flat" cmpd="sng">
              <a:solidFill>
                <a:schemeClr val="tx1"/>
              </a:solidFill>
              <a:prstDash val="solid"/>
              <a:headEnd type="none" w="med" len="med"/>
              <a:tailEnd type="none" w="med" len="med"/>
            </a:ln>
          </p:spPr>
        </p:sp>
        <p:sp>
          <p:nvSpPr>
            <p:cNvPr id="184346" name="Line 41"/>
            <p:cNvSpPr/>
            <p:nvPr/>
          </p:nvSpPr>
          <p:spPr>
            <a:xfrm flipH="1">
              <a:off x="392" y="2260"/>
              <a:ext cx="2155" cy="0"/>
            </a:xfrm>
            <a:prstGeom prst="line">
              <a:avLst/>
            </a:prstGeom>
            <a:ln w="28575" cap="flat" cmpd="sng">
              <a:solidFill>
                <a:schemeClr val="tx1"/>
              </a:solidFill>
              <a:prstDash val="solid"/>
              <a:headEnd type="none" w="med" len="med"/>
              <a:tailEnd type="none" w="med" len="med"/>
            </a:ln>
          </p:spPr>
        </p:sp>
        <p:sp>
          <p:nvSpPr>
            <p:cNvPr id="184347" name="Line 46"/>
            <p:cNvSpPr/>
            <p:nvPr/>
          </p:nvSpPr>
          <p:spPr>
            <a:xfrm rot="-5400000" flipH="1">
              <a:off x="1131" y="2020"/>
              <a:ext cx="212" cy="0"/>
            </a:xfrm>
            <a:prstGeom prst="line">
              <a:avLst/>
            </a:prstGeom>
            <a:ln w="28575" cap="flat" cmpd="sng">
              <a:solidFill>
                <a:schemeClr val="tx1"/>
              </a:solidFill>
              <a:prstDash val="solid"/>
              <a:headEnd type="none" w="med" len="med"/>
              <a:tailEnd type="none" w="med" len="med"/>
            </a:ln>
          </p:spPr>
        </p:sp>
        <p:sp>
          <p:nvSpPr>
            <p:cNvPr id="184348" name="Line 50"/>
            <p:cNvSpPr/>
            <p:nvPr/>
          </p:nvSpPr>
          <p:spPr>
            <a:xfrm rot="-5400000" flipH="1">
              <a:off x="1215" y="2180"/>
              <a:ext cx="422" cy="0"/>
            </a:xfrm>
            <a:prstGeom prst="line">
              <a:avLst/>
            </a:prstGeom>
            <a:ln w="28575" cap="flat" cmpd="sng">
              <a:solidFill>
                <a:schemeClr val="tx1"/>
              </a:solidFill>
              <a:prstDash val="solid"/>
              <a:headEnd type="none" w="med" len="med"/>
              <a:tailEnd type="none" w="med" len="med"/>
            </a:ln>
          </p:spPr>
        </p:sp>
        <p:sp>
          <p:nvSpPr>
            <p:cNvPr id="184349" name="Line 55"/>
            <p:cNvSpPr/>
            <p:nvPr/>
          </p:nvSpPr>
          <p:spPr>
            <a:xfrm>
              <a:off x="833" y="1679"/>
              <a:ext cx="0" cy="581"/>
            </a:xfrm>
            <a:prstGeom prst="line">
              <a:avLst/>
            </a:prstGeom>
            <a:ln w="28575" cap="flat" cmpd="sng">
              <a:solidFill>
                <a:schemeClr val="tx1"/>
              </a:solidFill>
              <a:prstDash val="solid"/>
              <a:headEnd type="none" w="med" len="med"/>
              <a:tailEnd type="none" w="med" len="med"/>
            </a:ln>
          </p:spPr>
        </p:sp>
        <p:sp>
          <p:nvSpPr>
            <p:cNvPr id="184350" name="Line 56"/>
            <p:cNvSpPr/>
            <p:nvPr/>
          </p:nvSpPr>
          <p:spPr>
            <a:xfrm rot="-5400000" flipH="1">
              <a:off x="2844" y="2019"/>
              <a:ext cx="211" cy="0"/>
            </a:xfrm>
            <a:prstGeom prst="line">
              <a:avLst/>
            </a:prstGeom>
            <a:ln w="28575" cap="flat" cmpd="sng">
              <a:solidFill>
                <a:schemeClr val="tx1"/>
              </a:solidFill>
              <a:prstDash val="solid"/>
              <a:headEnd type="none" w="med" len="med"/>
              <a:tailEnd type="none" w="med" len="med"/>
            </a:ln>
          </p:spPr>
        </p:sp>
        <p:sp>
          <p:nvSpPr>
            <p:cNvPr id="184351" name="Line 57"/>
            <p:cNvSpPr/>
            <p:nvPr/>
          </p:nvSpPr>
          <p:spPr>
            <a:xfrm>
              <a:off x="1229" y="2126"/>
              <a:ext cx="1028" cy="0"/>
            </a:xfrm>
            <a:prstGeom prst="line">
              <a:avLst/>
            </a:prstGeom>
            <a:ln w="28575" cap="flat" cmpd="sng">
              <a:solidFill>
                <a:schemeClr val="tx1"/>
              </a:solidFill>
              <a:prstDash val="solid"/>
              <a:headEnd type="none" w="med" len="med"/>
              <a:tailEnd type="none" w="med" len="med"/>
            </a:ln>
          </p:spPr>
        </p:sp>
        <p:sp>
          <p:nvSpPr>
            <p:cNvPr id="184352" name="Line 58"/>
            <p:cNvSpPr/>
            <p:nvPr/>
          </p:nvSpPr>
          <p:spPr>
            <a:xfrm>
              <a:off x="2941" y="2126"/>
              <a:ext cx="784" cy="0"/>
            </a:xfrm>
            <a:prstGeom prst="line">
              <a:avLst/>
            </a:prstGeom>
            <a:ln w="28575" cap="flat" cmpd="sng">
              <a:solidFill>
                <a:schemeClr val="tx1"/>
              </a:solidFill>
              <a:prstDash val="solid"/>
              <a:headEnd type="none" w="med" len="med"/>
              <a:tailEnd type="none" w="med" len="med"/>
            </a:ln>
          </p:spPr>
        </p:sp>
        <p:sp>
          <p:nvSpPr>
            <p:cNvPr id="184353" name="Line 59"/>
            <p:cNvSpPr/>
            <p:nvPr/>
          </p:nvSpPr>
          <p:spPr>
            <a:xfrm>
              <a:off x="1430" y="2384"/>
              <a:ext cx="2302" cy="0"/>
            </a:xfrm>
            <a:prstGeom prst="line">
              <a:avLst/>
            </a:prstGeom>
            <a:ln w="28575" cap="flat" cmpd="sng">
              <a:solidFill>
                <a:schemeClr val="tx1"/>
              </a:solidFill>
              <a:prstDash val="solid"/>
              <a:headEnd type="none" w="med" len="med"/>
              <a:tailEnd type="none" w="med" len="med"/>
            </a:ln>
          </p:spPr>
        </p:sp>
        <p:sp>
          <p:nvSpPr>
            <p:cNvPr id="184354" name="Text Box 60"/>
            <p:cNvSpPr txBox="1"/>
            <p:nvPr/>
          </p:nvSpPr>
          <p:spPr>
            <a:xfrm>
              <a:off x="0" y="2169"/>
              <a:ext cx="48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55" name="Line 61"/>
            <p:cNvSpPr/>
            <p:nvPr/>
          </p:nvSpPr>
          <p:spPr>
            <a:xfrm rot="-5400000" flipH="1">
              <a:off x="1067" y="849"/>
              <a:ext cx="367" cy="0"/>
            </a:xfrm>
            <a:prstGeom prst="line">
              <a:avLst/>
            </a:prstGeom>
            <a:ln w="28575" cap="flat" cmpd="sng">
              <a:solidFill>
                <a:schemeClr val="tx1"/>
              </a:solidFill>
              <a:prstDash val="solid"/>
              <a:headEnd type="none" w="med" len="med"/>
              <a:tailEnd type="none" w="med" len="med"/>
            </a:ln>
          </p:spPr>
        </p:sp>
        <p:sp>
          <p:nvSpPr>
            <p:cNvPr id="184356" name="Line 62"/>
            <p:cNvSpPr/>
            <p:nvPr/>
          </p:nvSpPr>
          <p:spPr>
            <a:xfrm rot="-5400000">
              <a:off x="2719" y="1271"/>
              <a:ext cx="453" cy="0"/>
            </a:xfrm>
            <a:prstGeom prst="line">
              <a:avLst/>
            </a:prstGeom>
            <a:ln w="28575" cap="flat" cmpd="sng">
              <a:solidFill>
                <a:schemeClr val="tx1"/>
              </a:solidFill>
              <a:prstDash val="solid"/>
              <a:headEnd type="none" w="med" len="med"/>
              <a:tailEnd type="none" w="med" len="med"/>
            </a:ln>
          </p:spPr>
        </p:sp>
        <p:sp>
          <p:nvSpPr>
            <p:cNvPr id="184357" name="Line 63"/>
            <p:cNvSpPr/>
            <p:nvPr/>
          </p:nvSpPr>
          <p:spPr>
            <a:xfrm rot="5400000" flipH="1">
              <a:off x="2987" y="1021"/>
              <a:ext cx="703" cy="0"/>
            </a:xfrm>
            <a:prstGeom prst="line">
              <a:avLst/>
            </a:prstGeom>
            <a:ln w="28575" cap="flat" cmpd="sng">
              <a:solidFill>
                <a:schemeClr val="tx1"/>
              </a:solidFill>
              <a:prstDash val="solid"/>
              <a:headEnd type="none" w="med" len="med"/>
              <a:tailEnd type="none" w="med" len="med"/>
            </a:ln>
          </p:spPr>
        </p:sp>
        <p:sp>
          <p:nvSpPr>
            <p:cNvPr id="184358" name="Line 64"/>
            <p:cNvSpPr/>
            <p:nvPr/>
          </p:nvSpPr>
          <p:spPr>
            <a:xfrm rot="-5400000">
              <a:off x="1059" y="1282"/>
              <a:ext cx="353" cy="0"/>
            </a:xfrm>
            <a:prstGeom prst="line">
              <a:avLst/>
            </a:prstGeom>
            <a:ln w="28575" cap="flat" cmpd="sng">
              <a:solidFill>
                <a:schemeClr val="tx1"/>
              </a:solidFill>
              <a:prstDash val="solid"/>
              <a:headEnd type="none" w="med" len="med"/>
              <a:tailEnd type="none" w="med" len="med"/>
            </a:ln>
          </p:spPr>
        </p:sp>
        <p:sp>
          <p:nvSpPr>
            <p:cNvPr id="184359" name="Line 65"/>
            <p:cNvSpPr/>
            <p:nvPr/>
          </p:nvSpPr>
          <p:spPr>
            <a:xfrm rot="5400000" flipH="1">
              <a:off x="1397" y="1147"/>
              <a:ext cx="453" cy="0"/>
            </a:xfrm>
            <a:prstGeom prst="line">
              <a:avLst/>
            </a:prstGeom>
            <a:ln w="28575" cap="flat" cmpd="sng">
              <a:solidFill>
                <a:schemeClr val="tx1"/>
              </a:solidFill>
              <a:prstDash val="solid"/>
              <a:headEnd type="none" w="med" len="med"/>
              <a:tailEnd type="none" w="med" len="med"/>
            </a:ln>
          </p:spPr>
        </p:sp>
        <p:sp>
          <p:nvSpPr>
            <p:cNvPr id="184360" name="Line 66"/>
            <p:cNvSpPr/>
            <p:nvPr/>
          </p:nvSpPr>
          <p:spPr>
            <a:xfrm flipH="1">
              <a:off x="1044" y="679"/>
              <a:ext cx="6" cy="464"/>
            </a:xfrm>
            <a:prstGeom prst="line">
              <a:avLst/>
            </a:prstGeom>
            <a:ln w="28575" cap="flat" cmpd="sng">
              <a:solidFill>
                <a:schemeClr val="tx1"/>
              </a:solidFill>
              <a:prstDash val="solid"/>
              <a:headEnd type="none" w="med" len="med"/>
              <a:tailEnd type="none" w="med" len="med"/>
            </a:ln>
          </p:spPr>
        </p:sp>
        <p:sp>
          <p:nvSpPr>
            <p:cNvPr id="184361" name="Line 67"/>
            <p:cNvSpPr/>
            <p:nvPr/>
          </p:nvSpPr>
          <p:spPr>
            <a:xfrm>
              <a:off x="1053" y="1143"/>
              <a:ext cx="725" cy="0"/>
            </a:xfrm>
            <a:prstGeom prst="line">
              <a:avLst/>
            </a:prstGeom>
            <a:ln w="28575" cap="flat" cmpd="sng">
              <a:solidFill>
                <a:schemeClr val="tx1"/>
              </a:solidFill>
              <a:prstDash val="solid"/>
              <a:headEnd type="none" w="med" len="med"/>
              <a:tailEnd type="none" w="med" len="med"/>
            </a:ln>
          </p:spPr>
        </p:sp>
        <p:sp>
          <p:nvSpPr>
            <p:cNvPr id="184362" name="Line 68"/>
            <p:cNvSpPr/>
            <p:nvPr/>
          </p:nvSpPr>
          <p:spPr>
            <a:xfrm>
              <a:off x="1632" y="941"/>
              <a:ext cx="1516" cy="0"/>
            </a:xfrm>
            <a:prstGeom prst="line">
              <a:avLst/>
            </a:prstGeom>
            <a:ln w="28575" cap="flat" cmpd="sng">
              <a:solidFill>
                <a:schemeClr val="tx1"/>
              </a:solidFill>
              <a:prstDash val="solid"/>
              <a:headEnd type="none" w="med" len="med"/>
              <a:tailEnd type="none" w="med" len="med"/>
            </a:ln>
          </p:spPr>
        </p:sp>
        <p:sp>
          <p:nvSpPr>
            <p:cNvPr id="184363" name="Line 69"/>
            <p:cNvSpPr/>
            <p:nvPr/>
          </p:nvSpPr>
          <p:spPr>
            <a:xfrm flipV="1">
              <a:off x="3141" y="668"/>
              <a:ext cx="0" cy="272"/>
            </a:xfrm>
            <a:prstGeom prst="line">
              <a:avLst/>
            </a:prstGeom>
            <a:ln w="28575" cap="flat" cmpd="sng">
              <a:solidFill>
                <a:schemeClr val="tx1"/>
              </a:solidFill>
              <a:prstDash val="solid"/>
              <a:headEnd type="none" w="med" len="med"/>
              <a:tailEnd type="none" w="med" len="med"/>
            </a:ln>
          </p:spPr>
        </p:sp>
        <p:sp>
          <p:nvSpPr>
            <p:cNvPr id="184364" name="Line 70"/>
            <p:cNvSpPr/>
            <p:nvPr/>
          </p:nvSpPr>
          <p:spPr>
            <a:xfrm flipV="1">
              <a:off x="2463" y="674"/>
              <a:ext cx="0" cy="263"/>
            </a:xfrm>
            <a:prstGeom prst="line">
              <a:avLst/>
            </a:prstGeom>
            <a:ln w="28575" cap="flat" cmpd="sng">
              <a:solidFill>
                <a:schemeClr val="tx1"/>
              </a:solidFill>
              <a:prstDash val="solid"/>
              <a:headEnd type="none" w="med" len="med"/>
              <a:tailEnd type="none" w="med" len="med"/>
            </a:ln>
          </p:spPr>
        </p:sp>
        <p:sp>
          <p:nvSpPr>
            <p:cNvPr id="184365" name="Line 71"/>
            <p:cNvSpPr/>
            <p:nvPr/>
          </p:nvSpPr>
          <p:spPr>
            <a:xfrm flipV="1">
              <a:off x="1776" y="663"/>
              <a:ext cx="0" cy="476"/>
            </a:xfrm>
            <a:prstGeom prst="line">
              <a:avLst/>
            </a:prstGeom>
            <a:ln w="28575" cap="flat" cmpd="sng">
              <a:solidFill>
                <a:schemeClr val="tx1"/>
              </a:solidFill>
              <a:prstDash val="solid"/>
              <a:headEnd type="none" w="med" len="med"/>
              <a:tailEnd type="none" w="med" len="med"/>
            </a:ln>
          </p:spPr>
        </p:sp>
        <p:sp>
          <p:nvSpPr>
            <p:cNvPr id="184366" name="Line 73"/>
            <p:cNvSpPr/>
            <p:nvPr/>
          </p:nvSpPr>
          <p:spPr>
            <a:xfrm>
              <a:off x="1245" y="1047"/>
              <a:ext cx="1709" cy="0"/>
            </a:xfrm>
            <a:prstGeom prst="line">
              <a:avLst/>
            </a:prstGeom>
            <a:ln w="28575" cap="flat" cmpd="sng">
              <a:solidFill>
                <a:schemeClr val="tx1"/>
              </a:solidFill>
              <a:prstDash val="solid"/>
              <a:headEnd type="none" w="med" len="med"/>
              <a:tailEnd type="none" w="med" len="med"/>
            </a:ln>
          </p:spPr>
        </p:sp>
        <p:sp>
          <p:nvSpPr>
            <p:cNvPr id="184367" name="Line 74"/>
            <p:cNvSpPr/>
            <p:nvPr/>
          </p:nvSpPr>
          <p:spPr>
            <a:xfrm>
              <a:off x="1966" y="680"/>
              <a:ext cx="0" cy="479"/>
            </a:xfrm>
            <a:prstGeom prst="line">
              <a:avLst/>
            </a:prstGeom>
            <a:ln w="28575" cap="flat" cmpd="sng">
              <a:solidFill>
                <a:schemeClr val="tx1"/>
              </a:solidFill>
              <a:prstDash val="solid"/>
              <a:headEnd type="none" w="med" len="med"/>
              <a:tailEnd type="none" w="med" len="med"/>
            </a:ln>
          </p:spPr>
        </p:sp>
        <p:sp>
          <p:nvSpPr>
            <p:cNvPr id="184368" name="Line 75"/>
            <p:cNvSpPr/>
            <p:nvPr/>
          </p:nvSpPr>
          <p:spPr>
            <a:xfrm>
              <a:off x="1959" y="1143"/>
              <a:ext cx="1406" cy="0"/>
            </a:xfrm>
            <a:prstGeom prst="line">
              <a:avLst/>
            </a:prstGeom>
            <a:ln w="28575" cap="flat" cmpd="sng">
              <a:solidFill>
                <a:schemeClr val="tx1"/>
              </a:solidFill>
              <a:prstDash val="solid"/>
              <a:headEnd type="none" w="med" len="med"/>
              <a:tailEnd type="none" w="med" len="med"/>
            </a:ln>
          </p:spPr>
        </p:sp>
        <p:sp>
          <p:nvSpPr>
            <p:cNvPr id="184369" name="Line 76"/>
            <p:cNvSpPr/>
            <p:nvPr/>
          </p:nvSpPr>
          <p:spPr>
            <a:xfrm rot="-5400000" flipH="1">
              <a:off x="2479" y="851"/>
              <a:ext cx="358" cy="0"/>
            </a:xfrm>
            <a:prstGeom prst="line">
              <a:avLst/>
            </a:prstGeom>
            <a:ln w="28575" cap="flat" cmpd="sng">
              <a:solidFill>
                <a:schemeClr val="tx1"/>
              </a:solidFill>
              <a:prstDash val="solid"/>
              <a:headEnd type="none" w="med" len="med"/>
              <a:tailEnd type="none" w="med" len="med"/>
            </a:ln>
          </p:spPr>
        </p:sp>
        <p:sp>
          <p:nvSpPr>
            <p:cNvPr id="184370" name="Text Box 79"/>
            <p:cNvSpPr txBox="1"/>
            <p:nvPr/>
          </p:nvSpPr>
          <p:spPr>
            <a:xfrm>
              <a:off x="1206" y="1191"/>
              <a:ext cx="36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1" name="Text Box 80"/>
            <p:cNvSpPr txBox="1"/>
            <p:nvPr/>
          </p:nvSpPr>
          <p:spPr>
            <a:xfrm>
              <a:off x="2928" y="1191"/>
              <a:ext cx="42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2" name="Oval 82"/>
            <p:cNvSpPr/>
            <p:nvPr/>
          </p:nvSpPr>
          <p:spPr>
            <a:xfrm>
              <a:off x="2637" y="101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3" name="Oval 83"/>
            <p:cNvSpPr/>
            <p:nvPr/>
          </p:nvSpPr>
          <p:spPr>
            <a:xfrm>
              <a:off x="3312" y="111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4" name="Oval 84"/>
            <p:cNvSpPr/>
            <p:nvPr/>
          </p:nvSpPr>
          <p:spPr>
            <a:xfrm>
              <a:off x="1218" y="112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5" name="Oval 85"/>
            <p:cNvSpPr/>
            <p:nvPr/>
          </p:nvSpPr>
          <p:spPr>
            <a:xfrm>
              <a:off x="2435" y="91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6" name="Oval 86"/>
            <p:cNvSpPr/>
            <p:nvPr/>
          </p:nvSpPr>
          <p:spPr>
            <a:xfrm>
              <a:off x="806" y="2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7" name="Line 87"/>
            <p:cNvSpPr/>
            <p:nvPr/>
          </p:nvSpPr>
          <p:spPr>
            <a:xfrm rot="-5400000" flipH="1">
              <a:off x="1526" y="2017"/>
              <a:ext cx="212" cy="0"/>
            </a:xfrm>
            <a:prstGeom prst="line">
              <a:avLst/>
            </a:prstGeom>
            <a:ln w="28575" cap="flat" cmpd="sng">
              <a:solidFill>
                <a:schemeClr val="tx1"/>
              </a:solidFill>
              <a:prstDash val="solid"/>
              <a:headEnd type="none" w="med" len="med"/>
              <a:tailEnd type="none" w="med" len="med"/>
            </a:ln>
          </p:spPr>
        </p:sp>
        <p:sp>
          <p:nvSpPr>
            <p:cNvPr id="184378" name="Oval 88"/>
            <p:cNvSpPr/>
            <p:nvPr/>
          </p:nvSpPr>
          <p:spPr>
            <a:xfrm>
              <a:off x="1602" y="209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9" name="Oval 90"/>
            <p:cNvSpPr/>
            <p:nvPr/>
          </p:nvSpPr>
          <p:spPr>
            <a:xfrm>
              <a:off x="3120" y="235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0" name="Line 91"/>
            <p:cNvSpPr/>
            <p:nvPr/>
          </p:nvSpPr>
          <p:spPr>
            <a:xfrm rot="-5400000" flipH="1">
              <a:off x="3244" y="2015"/>
              <a:ext cx="212" cy="0"/>
            </a:xfrm>
            <a:prstGeom prst="line">
              <a:avLst/>
            </a:prstGeom>
            <a:ln w="28575" cap="flat" cmpd="sng">
              <a:solidFill>
                <a:schemeClr val="tx1"/>
              </a:solidFill>
              <a:prstDash val="solid"/>
              <a:headEnd type="none" w="med" len="med"/>
              <a:tailEnd type="none" w="med" len="med"/>
            </a:ln>
          </p:spPr>
        </p:sp>
        <p:sp>
          <p:nvSpPr>
            <p:cNvPr id="184381" name="Oval 92"/>
            <p:cNvSpPr/>
            <p:nvPr/>
          </p:nvSpPr>
          <p:spPr>
            <a:xfrm>
              <a:off x="3332" y="209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2" name="Text Box 93"/>
            <p:cNvSpPr txBox="1"/>
            <p:nvPr/>
          </p:nvSpPr>
          <p:spPr>
            <a:xfrm>
              <a:off x="1440" y="2553"/>
              <a:ext cx="2304" cy="31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四输出节拍分配器逻辑图</a:t>
              </a:r>
              <a:endParaRPr lang="zh-CN" altLang="en-US" sz="1600" b="1" dirty="0">
                <a:solidFill>
                  <a:schemeClr val="tx1"/>
                </a:solidFill>
                <a:latin typeface="华文新魏" panose="02010800040101010101" pitchFamily="2" charset="-122"/>
                <a:ea typeface="华文新魏" panose="02010800040101010101" pitchFamily="2" charset="-122"/>
              </a:endParaRPr>
            </a:p>
          </p:txBody>
        </p:sp>
        <p:sp>
          <p:nvSpPr>
            <p:cNvPr id="184383" name="Rectangle 28"/>
            <p:cNvSpPr/>
            <p:nvPr/>
          </p:nvSpPr>
          <p:spPr>
            <a:xfrm rot="-5400000">
              <a:off x="2910" y="1319"/>
              <a:ext cx="459" cy="722"/>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4" name="Text Box 29"/>
            <p:cNvSpPr txBox="1"/>
            <p:nvPr/>
          </p:nvSpPr>
          <p:spPr>
            <a:xfrm>
              <a:off x="3256" y="1678"/>
              <a:ext cx="14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5" name="Text Box 30"/>
            <p:cNvSpPr txBox="1"/>
            <p:nvPr/>
          </p:nvSpPr>
          <p:spPr>
            <a:xfrm>
              <a:off x="2737" y="1535"/>
              <a:ext cx="346"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6" name="Text Box 31"/>
            <p:cNvSpPr txBox="1"/>
            <p:nvPr/>
          </p:nvSpPr>
          <p:spPr>
            <a:xfrm>
              <a:off x="2869" y="1678"/>
              <a:ext cx="157"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7" name="Text Box 32"/>
            <p:cNvSpPr txBox="1"/>
            <p:nvPr/>
          </p:nvSpPr>
          <p:spPr>
            <a:xfrm>
              <a:off x="2872" y="1386"/>
              <a:ext cx="159"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88" name="AutoShape 33"/>
            <p:cNvSpPr/>
            <p:nvPr/>
          </p:nvSpPr>
          <p:spPr>
            <a:xfrm>
              <a:off x="3104" y="1855"/>
              <a:ext cx="73"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9" name="Oval 34"/>
            <p:cNvSpPr/>
            <p:nvPr/>
          </p:nvSpPr>
          <p:spPr>
            <a:xfrm>
              <a:off x="3110" y="1907"/>
              <a:ext cx="66" cy="6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0" name="Text Box 36"/>
            <p:cNvSpPr txBox="1"/>
            <p:nvPr/>
          </p:nvSpPr>
          <p:spPr>
            <a:xfrm>
              <a:off x="3254" y="1386"/>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184391" name="Group 37"/>
            <p:cNvGrpSpPr/>
            <p:nvPr/>
          </p:nvGrpSpPr>
          <p:grpSpPr>
            <a:xfrm rot="10800000">
              <a:off x="2547" y="1650"/>
              <a:ext cx="230" cy="58"/>
              <a:chOff x="0" y="0"/>
              <a:chExt cx="225" cy="63"/>
            </a:xfrm>
          </p:grpSpPr>
          <p:sp>
            <p:nvSpPr>
              <p:cNvPr id="184407" name="Oval 38"/>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8" name="Line 39"/>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392" name="Rectangle 42"/>
            <p:cNvSpPr/>
            <p:nvPr/>
          </p:nvSpPr>
          <p:spPr>
            <a:xfrm rot="-5400000">
              <a:off x="1196" y="1319"/>
              <a:ext cx="459" cy="723"/>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3" name="Text Box 43"/>
            <p:cNvSpPr txBox="1"/>
            <p:nvPr/>
          </p:nvSpPr>
          <p:spPr>
            <a:xfrm>
              <a:off x="1522" y="1678"/>
              <a:ext cx="140"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4" name="Text Box 44"/>
            <p:cNvSpPr txBox="1"/>
            <p:nvPr/>
          </p:nvSpPr>
          <p:spPr>
            <a:xfrm>
              <a:off x="1023" y="1535"/>
              <a:ext cx="345"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5" name="Text Box 45"/>
            <p:cNvSpPr txBox="1"/>
            <p:nvPr/>
          </p:nvSpPr>
          <p:spPr>
            <a:xfrm>
              <a:off x="1139" y="1678"/>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6" name="Text Box 47"/>
            <p:cNvSpPr txBox="1"/>
            <p:nvPr/>
          </p:nvSpPr>
          <p:spPr>
            <a:xfrm>
              <a:off x="1138" y="1388"/>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184397" name="AutoShape 48"/>
            <p:cNvSpPr/>
            <p:nvPr/>
          </p:nvSpPr>
          <p:spPr>
            <a:xfrm>
              <a:off x="1390" y="1855"/>
              <a:ext cx="72"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8" name="Oval 49"/>
            <p:cNvSpPr/>
            <p:nvPr/>
          </p:nvSpPr>
          <p:spPr>
            <a:xfrm>
              <a:off x="1395" y="1906"/>
              <a:ext cx="66" cy="6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9" name="Text Box 51"/>
            <p:cNvSpPr txBox="1"/>
            <p:nvPr/>
          </p:nvSpPr>
          <p:spPr>
            <a:xfrm>
              <a:off x="1520" y="1386"/>
              <a:ext cx="158" cy="280"/>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184400" name="Group 52"/>
            <p:cNvGrpSpPr/>
            <p:nvPr/>
          </p:nvGrpSpPr>
          <p:grpSpPr>
            <a:xfrm rot="10800000">
              <a:off x="833" y="1650"/>
              <a:ext cx="229" cy="58"/>
              <a:chOff x="0" y="0"/>
              <a:chExt cx="225" cy="63"/>
            </a:xfrm>
          </p:grpSpPr>
          <p:sp>
            <p:nvSpPr>
              <p:cNvPr id="184405" name="Oval 53"/>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6" name="Line 54"/>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401" name="Oval 77"/>
            <p:cNvSpPr/>
            <p:nvPr/>
          </p:nvSpPr>
          <p:spPr>
            <a:xfrm rot="5400000">
              <a:off x="3307" y="1386"/>
              <a:ext cx="66" cy="65"/>
            </a:xfrm>
            <a:prstGeom prst="ellipse">
              <a:avLst/>
            </a:prstGeom>
            <a:noFill/>
            <a:ln w="28575" cap="flat" cmpd="sng">
              <a:solidFill>
                <a:schemeClr val="tx1"/>
              </a:solidFill>
              <a:prstDash val="solid"/>
              <a:headEnd type="none" w="med" len="med"/>
              <a:tailEnd type="none" w="med" len="med"/>
            </a:ln>
          </p:spPr>
          <p:txBody>
            <a:bodyPr rot="10800000" vert="eaVert"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2" name="Oval 78"/>
            <p:cNvSpPr/>
            <p:nvPr/>
          </p:nvSpPr>
          <p:spPr>
            <a:xfrm>
              <a:off x="1594" y="1378"/>
              <a:ext cx="66" cy="6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3" name="Oval 81"/>
            <p:cNvSpPr/>
            <p:nvPr/>
          </p:nvSpPr>
          <p:spPr>
            <a:xfrm>
              <a:off x="2928" y="1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4" name="Line 89"/>
            <p:cNvSpPr/>
            <p:nvPr/>
          </p:nvSpPr>
          <p:spPr>
            <a:xfrm>
              <a:off x="2256" y="1257"/>
              <a:ext cx="694" cy="0"/>
            </a:xfrm>
            <a:prstGeom prst="line">
              <a:avLst/>
            </a:prstGeom>
            <a:ln w="28575"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22"/>
                                        </p:tgtEl>
                                        <p:attrNameLst>
                                          <p:attrName>style.visibility</p:attrName>
                                        </p:attrNameLst>
                                      </p:cBhvr>
                                      <p:to>
                                        <p:strVal val="visible"/>
                                      </p:to>
                                    </p:set>
                                    <p:anim calcmode="lin" valueType="num">
                                      <p:cBhvr additive="base">
                                        <p:cTn id="7" dur="500" fill="hold"/>
                                        <p:tgtEl>
                                          <p:spTgt spid="184322"/>
                                        </p:tgtEl>
                                        <p:attrNameLst>
                                          <p:attrName>ppt_x</p:attrName>
                                        </p:attrNameLst>
                                      </p:cBhvr>
                                      <p:tavLst>
                                        <p:tav tm="0">
                                          <p:val>
                                            <p:strVal val="#ppt_x"/>
                                          </p:val>
                                        </p:tav>
                                        <p:tav tm="100000">
                                          <p:val>
                                            <p:strVal val="#ppt_x"/>
                                          </p:val>
                                        </p:tav>
                                      </p:tavLst>
                                    </p:anim>
                                    <p:anim calcmode="lin" valueType="num">
                                      <p:cBhvr additive="base">
                                        <p:cTn id="8" dur="500" fill="hold"/>
                                        <p:tgtEl>
                                          <p:spTgt spid="184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24"/>
                                        </p:tgtEl>
                                        <p:attrNameLst>
                                          <p:attrName>style.visibility</p:attrName>
                                        </p:attrNameLst>
                                      </p:cBhvr>
                                      <p:to>
                                        <p:strVal val="visible"/>
                                      </p:to>
                                    </p:set>
                                    <p:anim calcmode="lin" valueType="num">
                                      <p:cBhvr additive="base">
                                        <p:cTn id="13" dur="500" fill="hold"/>
                                        <p:tgtEl>
                                          <p:spTgt spid="184324"/>
                                        </p:tgtEl>
                                        <p:attrNameLst>
                                          <p:attrName>ppt_x</p:attrName>
                                        </p:attrNameLst>
                                      </p:cBhvr>
                                      <p:tavLst>
                                        <p:tav tm="0">
                                          <p:val>
                                            <p:strVal val="#ppt_x"/>
                                          </p:val>
                                        </p:tav>
                                        <p:tav tm="100000">
                                          <p:val>
                                            <p:strVal val="#ppt_x"/>
                                          </p:val>
                                        </p:tav>
                                      </p:tavLst>
                                    </p:anim>
                                    <p:anim calcmode="lin" valueType="num">
                                      <p:cBhvr additive="base">
                                        <p:cTn id="14"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a:xfrm>
            <a:off x="685800" y="700088"/>
            <a:ext cx="5791200" cy="6286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节拍分配器</a:t>
            </a:r>
            <a:r>
              <a:rPr lang="zh-CN" altLang="en-US" sz="2000" b="1" dirty="0">
                <a:latin typeface="华文新魏" panose="02010800040101010101" pitchFamily="2" charset="-122"/>
                <a:ea typeface="华文新魏" panose="02010800040101010101" pitchFamily="2" charset="-122"/>
              </a:rPr>
              <a:t>波形图</a:t>
            </a:r>
            <a:endParaRPr lang="zh-CN" altLang="en-US" sz="2000" b="1" dirty="0">
              <a:latin typeface="华文新魏" panose="02010800040101010101" pitchFamily="2" charset="-122"/>
              <a:ea typeface="华文新魏" panose="02010800040101010101" pitchFamily="2" charset="-122"/>
            </a:endParaRPr>
          </a:p>
        </p:txBody>
      </p:sp>
      <p:grpSp>
        <p:nvGrpSpPr>
          <p:cNvPr id="185347" name="Group 1115"/>
          <p:cNvGrpSpPr/>
          <p:nvPr/>
        </p:nvGrpSpPr>
        <p:grpSpPr>
          <a:xfrm>
            <a:off x="609600" y="1636713"/>
            <a:ext cx="5754688" cy="369887"/>
            <a:chOff x="0" y="-31"/>
            <a:chExt cx="3625" cy="310"/>
          </a:xfrm>
        </p:grpSpPr>
        <p:sp>
          <p:nvSpPr>
            <p:cNvPr id="185653" name="Line 100"/>
            <p:cNvSpPr/>
            <p:nvPr/>
          </p:nvSpPr>
          <p:spPr>
            <a:xfrm>
              <a:off x="644" y="178"/>
              <a:ext cx="220" cy="0"/>
            </a:xfrm>
            <a:prstGeom prst="line">
              <a:avLst/>
            </a:prstGeom>
            <a:ln w="28575" cap="flat" cmpd="sng">
              <a:solidFill>
                <a:schemeClr val="tx1"/>
              </a:solidFill>
              <a:prstDash val="solid"/>
              <a:headEnd type="none" w="med" len="med"/>
              <a:tailEnd type="none" w="med" len="med"/>
            </a:ln>
          </p:spPr>
        </p:sp>
        <p:sp>
          <p:nvSpPr>
            <p:cNvPr id="185654" name="Line 101"/>
            <p:cNvSpPr/>
            <p:nvPr/>
          </p:nvSpPr>
          <p:spPr>
            <a:xfrm>
              <a:off x="862" y="12"/>
              <a:ext cx="175" cy="0"/>
            </a:xfrm>
            <a:prstGeom prst="line">
              <a:avLst/>
            </a:prstGeom>
            <a:ln w="28575" cap="flat" cmpd="sng">
              <a:solidFill>
                <a:schemeClr val="tx1"/>
              </a:solidFill>
              <a:prstDash val="solid"/>
              <a:headEnd type="none" w="med" len="med"/>
              <a:tailEnd type="none" w="med" len="med"/>
            </a:ln>
          </p:spPr>
        </p:sp>
        <p:sp>
          <p:nvSpPr>
            <p:cNvPr id="185655" name="Line 102"/>
            <p:cNvSpPr/>
            <p:nvPr/>
          </p:nvSpPr>
          <p:spPr>
            <a:xfrm>
              <a:off x="862" y="12"/>
              <a:ext cx="0" cy="166"/>
            </a:xfrm>
            <a:prstGeom prst="line">
              <a:avLst/>
            </a:prstGeom>
            <a:ln w="28575" cap="flat" cmpd="sng">
              <a:solidFill>
                <a:schemeClr val="tx1"/>
              </a:solidFill>
              <a:prstDash val="solid"/>
              <a:headEnd type="none" w="med" len="med"/>
              <a:tailEnd type="none" w="med" len="med"/>
            </a:ln>
          </p:spPr>
        </p:sp>
        <p:sp>
          <p:nvSpPr>
            <p:cNvPr id="185656" name="Line 103"/>
            <p:cNvSpPr/>
            <p:nvPr/>
          </p:nvSpPr>
          <p:spPr>
            <a:xfrm>
              <a:off x="1037" y="12"/>
              <a:ext cx="0" cy="166"/>
            </a:xfrm>
            <a:prstGeom prst="line">
              <a:avLst/>
            </a:prstGeom>
            <a:ln w="28575" cap="flat" cmpd="sng">
              <a:solidFill>
                <a:schemeClr val="tx1"/>
              </a:solidFill>
              <a:prstDash val="solid"/>
              <a:headEnd type="none" w="med" len="med"/>
              <a:tailEnd type="none" w="med" len="med"/>
            </a:ln>
          </p:spPr>
        </p:sp>
        <p:grpSp>
          <p:nvGrpSpPr>
            <p:cNvPr id="185657" name="Group 104"/>
            <p:cNvGrpSpPr/>
            <p:nvPr/>
          </p:nvGrpSpPr>
          <p:grpSpPr>
            <a:xfrm>
              <a:off x="1037" y="12"/>
              <a:ext cx="344" cy="166"/>
              <a:chOff x="0" y="0"/>
              <a:chExt cx="567" cy="288"/>
            </a:xfrm>
          </p:grpSpPr>
          <p:sp>
            <p:nvSpPr>
              <p:cNvPr id="185694" name="Line 105"/>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5" name="Line 106"/>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6" name="Line 107"/>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7" name="Line 108"/>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58" name="Group 109"/>
            <p:cNvGrpSpPr/>
            <p:nvPr/>
          </p:nvGrpSpPr>
          <p:grpSpPr>
            <a:xfrm>
              <a:off x="1386" y="12"/>
              <a:ext cx="688" cy="166"/>
              <a:chOff x="0" y="0"/>
              <a:chExt cx="1134" cy="288"/>
            </a:xfrm>
          </p:grpSpPr>
          <p:grpSp>
            <p:nvGrpSpPr>
              <p:cNvPr id="185684" name="Group 110"/>
              <p:cNvGrpSpPr/>
              <p:nvPr/>
            </p:nvGrpSpPr>
            <p:grpSpPr>
              <a:xfrm>
                <a:off x="0" y="0"/>
                <a:ext cx="567" cy="288"/>
                <a:chOff x="0" y="0"/>
                <a:chExt cx="567" cy="288"/>
              </a:xfrm>
            </p:grpSpPr>
            <p:sp>
              <p:nvSpPr>
                <p:cNvPr id="185690" name="Line 111"/>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1" name="Line 112"/>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2" name="Line 113"/>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3" name="Line 114"/>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85" name="Group 115"/>
              <p:cNvGrpSpPr/>
              <p:nvPr/>
            </p:nvGrpSpPr>
            <p:grpSpPr>
              <a:xfrm>
                <a:off x="567" y="0"/>
                <a:ext cx="567" cy="288"/>
                <a:chOff x="0" y="0"/>
                <a:chExt cx="567" cy="288"/>
              </a:xfrm>
            </p:grpSpPr>
            <p:sp>
              <p:nvSpPr>
                <p:cNvPr id="185686" name="Line 116"/>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7" name="Line 117"/>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8" name="Line 118"/>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9" name="Line 119"/>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59" name="Group 120"/>
            <p:cNvGrpSpPr/>
            <p:nvPr/>
          </p:nvGrpSpPr>
          <p:grpSpPr>
            <a:xfrm>
              <a:off x="2069" y="12"/>
              <a:ext cx="1381" cy="166"/>
              <a:chOff x="0" y="0"/>
              <a:chExt cx="2277" cy="288"/>
            </a:xfrm>
          </p:grpSpPr>
          <p:grpSp>
            <p:nvGrpSpPr>
              <p:cNvPr id="185662" name="Group 121"/>
              <p:cNvGrpSpPr/>
              <p:nvPr/>
            </p:nvGrpSpPr>
            <p:grpSpPr>
              <a:xfrm>
                <a:off x="0" y="0"/>
                <a:ext cx="1134" cy="288"/>
                <a:chOff x="0" y="0"/>
                <a:chExt cx="1134" cy="288"/>
              </a:xfrm>
            </p:grpSpPr>
            <p:grpSp>
              <p:nvGrpSpPr>
                <p:cNvPr id="185674" name="Group 122"/>
                <p:cNvGrpSpPr/>
                <p:nvPr/>
              </p:nvGrpSpPr>
              <p:grpSpPr>
                <a:xfrm>
                  <a:off x="0" y="0"/>
                  <a:ext cx="567" cy="288"/>
                  <a:chOff x="0" y="0"/>
                  <a:chExt cx="567" cy="288"/>
                </a:xfrm>
              </p:grpSpPr>
              <p:sp>
                <p:nvSpPr>
                  <p:cNvPr id="185680" name="Line 123"/>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1" name="Line 124"/>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2" name="Line 125"/>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3" name="Line 126"/>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75" name="Group 127"/>
                <p:cNvGrpSpPr/>
                <p:nvPr/>
              </p:nvGrpSpPr>
              <p:grpSpPr>
                <a:xfrm>
                  <a:off x="567" y="0"/>
                  <a:ext cx="567" cy="288"/>
                  <a:chOff x="0" y="0"/>
                  <a:chExt cx="567" cy="288"/>
                </a:xfrm>
              </p:grpSpPr>
              <p:sp>
                <p:nvSpPr>
                  <p:cNvPr id="185676" name="Line 128"/>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7" name="Line 129"/>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8" name="Line 130"/>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9" name="Line 131"/>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63" name="Group 132"/>
              <p:cNvGrpSpPr/>
              <p:nvPr/>
            </p:nvGrpSpPr>
            <p:grpSpPr>
              <a:xfrm>
                <a:off x="1143" y="0"/>
                <a:ext cx="1134" cy="288"/>
                <a:chOff x="0" y="0"/>
                <a:chExt cx="1134" cy="288"/>
              </a:xfrm>
            </p:grpSpPr>
            <p:grpSp>
              <p:nvGrpSpPr>
                <p:cNvPr id="185664" name="Group 133"/>
                <p:cNvGrpSpPr/>
                <p:nvPr/>
              </p:nvGrpSpPr>
              <p:grpSpPr>
                <a:xfrm>
                  <a:off x="0" y="0"/>
                  <a:ext cx="567" cy="288"/>
                  <a:chOff x="0" y="0"/>
                  <a:chExt cx="567" cy="288"/>
                </a:xfrm>
              </p:grpSpPr>
              <p:sp>
                <p:nvSpPr>
                  <p:cNvPr id="185670" name="Line 134"/>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1" name="Line 135"/>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2" name="Line 136"/>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3" name="Line 137"/>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65" name="Group 138"/>
                <p:cNvGrpSpPr/>
                <p:nvPr/>
              </p:nvGrpSpPr>
              <p:grpSpPr>
                <a:xfrm>
                  <a:off x="567" y="0"/>
                  <a:ext cx="567" cy="288"/>
                  <a:chOff x="0" y="0"/>
                  <a:chExt cx="567" cy="288"/>
                </a:xfrm>
              </p:grpSpPr>
              <p:sp>
                <p:nvSpPr>
                  <p:cNvPr id="185666" name="Line 139"/>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67" name="Line 140"/>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68" name="Line 141"/>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69" name="Line 142"/>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sp>
          <p:nvSpPr>
            <p:cNvPr id="185660" name="Line 143"/>
            <p:cNvSpPr/>
            <p:nvPr/>
          </p:nvSpPr>
          <p:spPr>
            <a:xfrm>
              <a:off x="3450" y="178"/>
              <a:ext cx="175" cy="0"/>
            </a:xfrm>
            <a:prstGeom prst="line">
              <a:avLst/>
            </a:prstGeom>
            <a:ln w="28575" cap="flat" cmpd="sng">
              <a:solidFill>
                <a:schemeClr val="tx1"/>
              </a:solidFill>
              <a:prstDash val="solid"/>
              <a:headEnd type="none" w="med" len="med"/>
              <a:tailEnd type="none" w="med" len="med"/>
            </a:ln>
          </p:spPr>
        </p:sp>
        <p:sp>
          <p:nvSpPr>
            <p:cNvPr id="185661" name="Text Box 144"/>
            <p:cNvSpPr txBox="1"/>
            <p:nvPr/>
          </p:nvSpPr>
          <p:spPr>
            <a:xfrm>
              <a:off x="0" y="-31"/>
              <a:ext cx="63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48" name="Group 152"/>
          <p:cNvGrpSpPr/>
          <p:nvPr/>
        </p:nvGrpSpPr>
        <p:grpSpPr>
          <a:xfrm>
            <a:off x="5540375" y="1901825"/>
            <a:ext cx="0" cy="2493963"/>
            <a:chOff x="0" y="0"/>
            <a:chExt cx="0" cy="2494360"/>
          </a:xfrm>
        </p:grpSpPr>
        <p:grpSp>
          <p:nvGrpSpPr>
            <p:cNvPr id="185626" name="Group 153"/>
            <p:cNvGrpSpPr/>
            <p:nvPr/>
          </p:nvGrpSpPr>
          <p:grpSpPr>
            <a:xfrm>
              <a:off x="-5539607" y="-1541994"/>
              <a:ext cx="0" cy="816"/>
              <a:chOff x="0" y="0"/>
              <a:chExt cx="0" cy="816"/>
            </a:xfrm>
          </p:grpSpPr>
          <p:grpSp>
            <p:nvGrpSpPr>
              <p:cNvPr id="185645" name="Group 154"/>
              <p:cNvGrpSpPr/>
              <p:nvPr/>
            </p:nvGrpSpPr>
            <p:grpSpPr>
              <a:xfrm>
                <a:off x="0" y="0"/>
                <a:ext cx="0" cy="384"/>
                <a:chOff x="0" y="0"/>
                <a:chExt cx="0" cy="384"/>
              </a:xfrm>
            </p:grpSpPr>
            <p:sp>
              <p:nvSpPr>
                <p:cNvPr id="185650" name="Line 15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51" name="Line 15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52" name="Line 15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46" name="Group 158"/>
              <p:cNvGrpSpPr/>
              <p:nvPr/>
            </p:nvGrpSpPr>
            <p:grpSpPr>
              <a:xfrm>
                <a:off x="0" y="432"/>
                <a:ext cx="0" cy="384"/>
                <a:chOff x="0" y="0"/>
                <a:chExt cx="0" cy="384"/>
              </a:xfrm>
            </p:grpSpPr>
            <p:sp>
              <p:nvSpPr>
                <p:cNvPr id="185647" name="Line 1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8" name="Line 1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9" name="Line 1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7" name="Group 162"/>
            <p:cNvGrpSpPr/>
            <p:nvPr/>
          </p:nvGrpSpPr>
          <p:grpSpPr>
            <a:xfrm>
              <a:off x="-5539607" y="-1541130"/>
              <a:ext cx="0" cy="816"/>
              <a:chOff x="0" y="0"/>
              <a:chExt cx="0" cy="816"/>
            </a:xfrm>
          </p:grpSpPr>
          <p:grpSp>
            <p:nvGrpSpPr>
              <p:cNvPr id="185637" name="Group 163"/>
              <p:cNvGrpSpPr/>
              <p:nvPr/>
            </p:nvGrpSpPr>
            <p:grpSpPr>
              <a:xfrm>
                <a:off x="0" y="0"/>
                <a:ext cx="0" cy="384"/>
                <a:chOff x="0" y="0"/>
                <a:chExt cx="0" cy="384"/>
              </a:xfrm>
            </p:grpSpPr>
            <p:sp>
              <p:nvSpPr>
                <p:cNvPr id="185642" name="Line 16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3" name="Line 16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4" name="Line 16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8" name="Group 167"/>
              <p:cNvGrpSpPr/>
              <p:nvPr/>
            </p:nvGrpSpPr>
            <p:grpSpPr>
              <a:xfrm>
                <a:off x="0" y="432"/>
                <a:ext cx="0" cy="384"/>
                <a:chOff x="0" y="0"/>
                <a:chExt cx="0" cy="384"/>
              </a:xfrm>
            </p:grpSpPr>
            <p:sp>
              <p:nvSpPr>
                <p:cNvPr id="185639" name="Line 1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0" name="Line 1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1" name="Line 1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8" name="Group 171"/>
            <p:cNvGrpSpPr/>
            <p:nvPr/>
          </p:nvGrpSpPr>
          <p:grpSpPr>
            <a:xfrm>
              <a:off x="-5539607" y="-1540266"/>
              <a:ext cx="0" cy="816"/>
              <a:chOff x="0" y="0"/>
              <a:chExt cx="0" cy="816"/>
            </a:xfrm>
          </p:grpSpPr>
          <p:grpSp>
            <p:nvGrpSpPr>
              <p:cNvPr id="185629" name="Group 172"/>
              <p:cNvGrpSpPr/>
              <p:nvPr/>
            </p:nvGrpSpPr>
            <p:grpSpPr>
              <a:xfrm>
                <a:off x="0" y="0"/>
                <a:ext cx="0" cy="384"/>
                <a:chOff x="0" y="0"/>
                <a:chExt cx="0" cy="384"/>
              </a:xfrm>
            </p:grpSpPr>
            <p:sp>
              <p:nvSpPr>
                <p:cNvPr id="185634" name="Line 17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5" name="Line 17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6" name="Line 17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0" name="Group 176"/>
              <p:cNvGrpSpPr/>
              <p:nvPr/>
            </p:nvGrpSpPr>
            <p:grpSpPr>
              <a:xfrm>
                <a:off x="0" y="432"/>
                <a:ext cx="0" cy="384"/>
                <a:chOff x="0" y="0"/>
                <a:chExt cx="0" cy="384"/>
              </a:xfrm>
            </p:grpSpPr>
            <p:sp>
              <p:nvSpPr>
                <p:cNvPr id="185631" name="Line 17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2" name="Line 17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3" name="Line 17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49" name="Group 180"/>
          <p:cNvGrpSpPr/>
          <p:nvPr/>
        </p:nvGrpSpPr>
        <p:grpSpPr>
          <a:xfrm>
            <a:off x="4445000" y="1901825"/>
            <a:ext cx="0" cy="2493963"/>
            <a:chOff x="0" y="0"/>
            <a:chExt cx="0" cy="2494360"/>
          </a:xfrm>
        </p:grpSpPr>
        <p:grpSp>
          <p:nvGrpSpPr>
            <p:cNvPr id="185599" name="Group 181"/>
            <p:cNvGrpSpPr/>
            <p:nvPr/>
          </p:nvGrpSpPr>
          <p:grpSpPr>
            <a:xfrm>
              <a:off x="-4444232" y="-1541994"/>
              <a:ext cx="0" cy="816"/>
              <a:chOff x="0" y="0"/>
              <a:chExt cx="0" cy="816"/>
            </a:xfrm>
          </p:grpSpPr>
          <p:grpSp>
            <p:nvGrpSpPr>
              <p:cNvPr id="185618" name="Group 182"/>
              <p:cNvGrpSpPr/>
              <p:nvPr/>
            </p:nvGrpSpPr>
            <p:grpSpPr>
              <a:xfrm>
                <a:off x="0" y="0"/>
                <a:ext cx="0" cy="384"/>
                <a:chOff x="0" y="0"/>
                <a:chExt cx="0" cy="384"/>
              </a:xfrm>
            </p:grpSpPr>
            <p:sp>
              <p:nvSpPr>
                <p:cNvPr id="185623" name="Line 18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4" name="Line 18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5" name="Line 18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9" name="Group 186"/>
              <p:cNvGrpSpPr/>
              <p:nvPr/>
            </p:nvGrpSpPr>
            <p:grpSpPr>
              <a:xfrm>
                <a:off x="0" y="432"/>
                <a:ext cx="0" cy="384"/>
                <a:chOff x="0" y="0"/>
                <a:chExt cx="0" cy="384"/>
              </a:xfrm>
            </p:grpSpPr>
            <p:sp>
              <p:nvSpPr>
                <p:cNvPr id="185620" name="Line 1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1" name="Line 1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2" name="Line 1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0" name="Group 190"/>
            <p:cNvGrpSpPr/>
            <p:nvPr/>
          </p:nvGrpSpPr>
          <p:grpSpPr>
            <a:xfrm>
              <a:off x="-4444232" y="-1541130"/>
              <a:ext cx="0" cy="816"/>
              <a:chOff x="0" y="0"/>
              <a:chExt cx="0" cy="816"/>
            </a:xfrm>
          </p:grpSpPr>
          <p:grpSp>
            <p:nvGrpSpPr>
              <p:cNvPr id="185610" name="Group 191"/>
              <p:cNvGrpSpPr/>
              <p:nvPr/>
            </p:nvGrpSpPr>
            <p:grpSpPr>
              <a:xfrm>
                <a:off x="0" y="0"/>
                <a:ext cx="0" cy="384"/>
                <a:chOff x="0" y="0"/>
                <a:chExt cx="0" cy="384"/>
              </a:xfrm>
            </p:grpSpPr>
            <p:sp>
              <p:nvSpPr>
                <p:cNvPr id="185615" name="Line 19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6" name="Line 19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7" name="Line 19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1" name="Group 195"/>
              <p:cNvGrpSpPr/>
              <p:nvPr/>
            </p:nvGrpSpPr>
            <p:grpSpPr>
              <a:xfrm>
                <a:off x="0" y="432"/>
                <a:ext cx="0" cy="384"/>
                <a:chOff x="0" y="0"/>
                <a:chExt cx="0" cy="384"/>
              </a:xfrm>
            </p:grpSpPr>
            <p:sp>
              <p:nvSpPr>
                <p:cNvPr id="185612" name="Line 1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3" name="Line 1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4" name="Line 1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1" name="Group 199"/>
            <p:cNvGrpSpPr/>
            <p:nvPr/>
          </p:nvGrpSpPr>
          <p:grpSpPr>
            <a:xfrm>
              <a:off x="-4444232" y="-1540266"/>
              <a:ext cx="0" cy="816"/>
              <a:chOff x="0" y="0"/>
              <a:chExt cx="0" cy="816"/>
            </a:xfrm>
          </p:grpSpPr>
          <p:grpSp>
            <p:nvGrpSpPr>
              <p:cNvPr id="185602" name="Group 200"/>
              <p:cNvGrpSpPr/>
              <p:nvPr/>
            </p:nvGrpSpPr>
            <p:grpSpPr>
              <a:xfrm>
                <a:off x="0" y="0"/>
                <a:ext cx="0" cy="384"/>
                <a:chOff x="0" y="0"/>
                <a:chExt cx="0" cy="384"/>
              </a:xfrm>
            </p:grpSpPr>
            <p:sp>
              <p:nvSpPr>
                <p:cNvPr id="185607" name="Line 20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8" name="Line 20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9" name="Line 20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03" name="Group 204"/>
              <p:cNvGrpSpPr/>
              <p:nvPr/>
            </p:nvGrpSpPr>
            <p:grpSpPr>
              <a:xfrm>
                <a:off x="0" y="432"/>
                <a:ext cx="0" cy="384"/>
                <a:chOff x="0" y="0"/>
                <a:chExt cx="0" cy="384"/>
              </a:xfrm>
            </p:grpSpPr>
            <p:sp>
              <p:nvSpPr>
                <p:cNvPr id="185604" name="Line 20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5" name="Line 20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6" name="Line 20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0" name="Group 208"/>
          <p:cNvGrpSpPr/>
          <p:nvPr/>
        </p:nvGrpSpPr>
        <p:grpSpPr>
          <a:xfrm>
            <a:off x="3889375" y="1901825"/>
            <a:ext cx="0" cy="2493963"/>
            <a:chOff x="0" y="0"/>
            <a:chExt cx="0" cy="2494360"/>
          </a:xfrm>
        </p:grpSpPr>
        <p:grpSp>
          <p:nvGrpSpPr>
            <p:cNvPr id="185572" name="Group 209"/>
            <p:cNvGrpSpPr/>
            <p:nvPr/>
          </p:nvGrpSpPr>
          <p:grpSpPr>
            <a:xfrm>
              <a:off x="-3888607" y="-1541994"/>
              <a:ext cx="0" cy="816"/>
              <a:chOff x="0" y="0"/>
              <a:chExt cx="0" cy="816"/>
            </a:xfrm>
          </p:grpSpPr>
          <p:grpSp>
            <p:nvGrpSpPr>
              <p:cNvPr id="185591" name="Group 210"/>
              <p:cNvGrpSpPr/>
              <p:nvPr/>
            </p:nvGrpSpPr>
            <p:grpSpPr>
              <a:xfrm>
                <a:off x="0" y="0"/>
                <a:ext cx="0" cy="384"/>
                <a:chOff x="0" y="0"/>
                <a:chExt cx="0" cy="384"/>
              </a:xfrm>
            </p:grpSpPr>
            <p:sp>
              <p:nvSpPr>
                <p:cNvPr id="185596" name="Line 21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7" name="Line 21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8" name="Line 21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92" name="Group 214"/>
              <p:cNvGrpSpPr/>
              <p:nvPr/>
            </p:nvGrpSpPr>
            <p:grpSpPr>
              <a:xfrm>
                <a:off x="0" y="432"/>
                <a:ext cx="0" cy="384"/>
                <a:chOff x="0" y="0"/>
                <a:chExt cx="0" cy="384"/>
              </a:xfrm>
            </p:grpSpPr>
            <p:sp>
              <p:nvSpPr>
                <p:cNvPr id="185593" name="Line 2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4" name="Line 2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5" name="Line 2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3" name="Group 218"/>
            <p:cNvGrpSpPr/>
            <p:nvPr/>
          </p:nvGrpSpPr>
          <p:grpSpPr>
            <a:xfrm>
              <a:off x="-3888607" y="-1541130"/>
              <a:ext cx="0" cy="816"/>
              <a:chOff x="0" y="0"/>
              <a:chExt cx="0" cy="816"/>
            </a:xfrm>
          </p:grpSpPr>
          <p:grpSp>
            <p:nvGrpSpPr>
              <p:cNvPr id="185583" name="Group 219"/>
              <p:cNvGrpSpPr/>
              <p:nvPr/>
            </p:nvGrpSpPr>
            <p:grpSpPr>
              <a:xfrm>
                <a:off x="0" y="0"/>
                <a:ext cx="0" cy="384"/>
                <a:chOff x="0" y="0"/>
                <a:chExt cx="0" cy="384"/>
              </a:xfrm>
            </p:grpSpPr>
            <p:sp>
              <p:nvSpPr>
                <p:cNvPr id="185588" name="Line 22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9" name="Line 22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0" name="Line 22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84" name="Group 223"/>
              <p:cNvGrpSpPr/>
              <p:nvPr/>
            </p:nvGrpSpPr>
            <p:grpSpPr>
              <a:xfrm>
                <a:off x="0" y="432"/>
                <a:ext cx="0" cy="384"/>
                <a:chOff x="0" y="0"/>
                <a:chExt cx="0" cy="384"/>
              </a:xfrm>
            </p:grpSpPr>
            <p:sp>
              <p:nvSpPr>
                <p:cNvPr id="185585" name="Line 2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6" name="Line 2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7" name="Line 2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4" name="Group 227"/>
            <p:cNvGrpSpPr/>
            <p:nvPr/>
          </p:nvGrpSpPr>
          <p:grpSpPr>
            <a:xfrm>
              <a:off x="-3888607" y="-1540266"/>
              <a:ext cx="0" cy="816"/>
              <a:chOff x="0" y="0"/>
              <a:chExt cx="0" cy="816"/>
            </a:xfrm>
          </p:grpSpPr>
          <p:grpSp>
            <p:nvGrpSpPr>
              <p:cNvPr id="185575" name="Group 228"/>
              <p:cNvGrpSpPr/>
              <p:nvPr/>
            </p:nvGrpSpPr>
            <p:grpSpPr>
              <a:xfrm>
                <a:off x="0" y="0"/>
                <a:ext cx="0" cy="384"/>
                <a:chOff x="0" y="0"/>
                <a:chExt cx="0" cy="384"/>
              </a:xfrm>
            </p:grpSpPr>
            <p:sp>
              <p:nvSpPr>
                <p:cNvPr id="185580" name="Line 22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1" name="Line 23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2" name="Line 23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76" name="Group 232"/>
              <p:cNvGrpSpPr/>
              <p:nvPr/>
            </p:nvGrpSpPr>
            <p:grpSpPr>
              <a:xfrm>
                <a:off x="0" y="432"/>
                <a:ext cx="0" cy="384"/>
                <a:chOff x="0" y="0"/>
                <a:chExt cx="0" cy="384"/>
              </a:xfrm>
            </p:grpSpPr>
            <p:sp>
              <p:nvSpPr>
                <p:cNvPr id="185577" name="Line 23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8" name="Line 23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9" name="Line 23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1" name="Group 236"/>
          <p:cNvGrpSpPr/>
          <p:nvPr/>
        </p:nvGrpSpPr>
        <p:grpSpPr>
          <a:xfrm>
            <a:off x="3360738" y="1901825"/>
            <a:ext cx="0" cy="2493963"/>
            <a:chOff x="0" y="0"/>
            <a:chExt cx="0" cy="2494360"/>
          </a:xfrm>
        </p:grpSpPr>
        <p:grpSp>
          <p:nvGrpSpPr>
            <p:cNvPr id="185545" name="Group 237"/>
            <p:cNvGrpSpPr/>
            <p:nvPr/>
          </p:nvGrpSpPr>
          <p:grpSpPr>
            <a:xfrm>
              <a:off x="-3359970" y="-1541994"/>
              <a:ext cx="0" cy="816"/>
              <a:chOff x="0" y="0"/>
              <a:chExt cx="0" cy="816"/>
            </a:xfrm>
          </p:grpSpPr>
          <p:grpSp>
            <p:nvGrpSpPr>
              <p:cNvPr id="185564" name="Group 238"/>
              <p:cNvGrpSpPr/>
              <p:nvPr/>
            </p:nvGrpSpPr>
            <p:grpSpPr>
              <a:xfrm>
                <a:off x="0" y="0"/>
                <a:ext cx="0" cy="384"/>
                <a:chOff x="0" y="0"/>
                <a:chExt cx="0" cy="384"/>
              </a:xfrm>
            </p:grpSpPr>
            <p:sp>
              <p:nvSpPr>
                <p:cNvPr id="185569" name="Line 23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0" name="Line 24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1" name="Line 24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65" name="Group 242"/>
              <p:cNvGrpSpPr/>
              <p:nvPr/>
            </p:nvGrpSpPr>
            <p:grpSpPr>
              <a:xfrm>
                <a:off x="0" y="432"/>
                <a:ext cx="0" cy="384"/>
                <a:chOff x="0" y="0"/>
                <a:chExt cx="0" cy="384"/>
              </a:xfrm>
            </p:grpSpPr>
            <p:sp>
              <p:nvSpPr>
                <p:cNvPr id="185566" name="Line 2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7" name="Line 2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8" name="Line 2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6" name="Group 246"/>
            <p:cNvGrpSpPr/>
            <p:nvPr/>
          </p:nvGrpSpPr>
          <p:grpSpPr>
            <a:xfrm>
              <a:off x="-3359970" y="-1541130"/>
              <a:ext cx="0" cy="816"/>
              <a:chOff x="0" y="0"/>
              <a:chExt cx="0" cy="816"/>
            </a:xfrm>
          </p:grpSpPr>
          <p:grpSp>
            <p:nvGrpSpPr>
              <p:cNvPr id="185556" name="Group 247"/>
              <p:cNvGrpSpPr/>
              <p:nvPr/>
            </p:nvGrpSpPr>
            <p:grpSpPr>
              <a:xfrm>
                <a:off x="0" y="0"/>
                <a:ext cx="0" cy="384"/>
                <a:chOff x="0" y="0"/>
                <a:chExt cx="0" cy="384"/>
              </a:xfrm>
            </p:grpSpPr>
            <p:sp>
              <p:nvSpPr>
                <p:cNvPr id="185561" name="Line 24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2" name="Line 24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3" name="Line 25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57" name="Group 251"/>
              <p:cNvGrpSpPr/>
              <p:nvPr/>
            </p:nvGrpSpPr>
            <p:grpSpPr>
              <a:xfrm>
                <a:off x="0" y="432"/>
                <a:ext cx="0" cy="384"/>
                <a:chOff x="0" y="0"/>
                <a:chExt cx="0" cy="384"/>
              </a:xfrm>
            </p:grpSpPr>
            <p:sp>
              <p:nvSpPr>
                <p:cNvPr id="185558" name="Line 2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9" name="Line 2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0" name="Line 2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7" name="Group 255"/>
            <p:cNvGrpSpPr/>
            <p:nvPr/>
          </p:nvGrpSpPr>
          <p:grpSpPr>
            <a:xfrm>
              <a:off x="-3359970" y="-1540266"/>
              <a:ext cx="0" cy="816"/>
              <a:chOff x="0" y="0"/>
              <a:chExt cx="0" cy="816"/>
            </a:xfrm>
          </p:grpSpPr>
          <p:grpSp>
            <p:nvGrpSpPr>
              <p:cNvPr id="185548" name="Group 256"/>
              <p:cNvGrpSpPr/>
              <p:nvPr/>
            </p:nvGrpSpPr>
            <p:grpSpPr>
              <a:xfrm>
                <a:off x="0" y="0"/>
                <a:ext cx="0" cy="384"/>
                <a:chOff x="0" y="0"/>
                <a:chExt cx="0" cy="384"/>
              </a:xfrm>
            </p:grpSpPr>
            <p:sp>
              <p:nvSpPr>
                <p:cNvPr id="185553" name="Line 25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4" name="Line 25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5" name="Line 25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49" name="Group 260"/>
              <p:cNvGrpSpPr/>
              <p:nvPr/>
            </p:nvGrpSpPr>
            <p:grpSpPr>
              <a:xfrm>
                <a:off x="0" y="432"/>
                <a:ext cx="0" cy="384"/>
                <a:chOff x="0" y="0"/>
                <a:chExt cx="0" cy="384"/>
              </a:xfrm>
            </p:grpSpPr>
            <p:sp>
              <p:nvSpPr>
                <p:cNvPr id="185550" name="Line 26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1" name="Line 26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2" name="Line 26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2" name="Group 264"/>
          <p:cNvGrpSpPr/>
          <p:nvPr/>
        </p:nvGrpSpPr>
        <p:grpSpPr>
          <a:xfrm>
            <a:off x="2792413" y="1901825"/>
            <a:ext cx="0" cy="2493963"/>
            <a:chOff x="0" y="0"/>
            <a:chExt cx="0" cy="2494360"/>
          </a:xfrm>
        </p:grpSpPr>
        <p:grpSp>
          <p:nvGrpSpPr>
            <p:cNvPr id="185518" name="Group 265"/>
            <p:cNvGrpSpPr/>
            <p:nvPr/>
          </p:nvGrpSpPr>
          <p:grpSpPr>
            <a:xfrm>
              <a:off x="-2791645" y="-1541994"/>
              <a:ext cx="0" cy="816"/>
              <a:chOff x="0" y="0"/>
              <a:chExt cx="0" cy="816"/>
            </a:xfrm>
          </p:grpSpPr>
          <p:grpSp>
            <p:nvGrpSpPr>
              <p:cNvPr id="185537" name="Group 266"/>
              <p:cNvGrpSpPr/>
              <p:nvPr/>
            </p:nvGrpSpPr>
            <p:grpSpPr>
              <a:xfrm>
                <a:off x="0" y="0"/>
                <a:ext cx="0" cy="384"/>
                <a:chOff x="0" y="0"/>
                <a:chExt cx="0" cy="384"/>
              </a:xfrm>
            </p:grpSpPr>
            <p:sp>
              <p:nvSpPr>
                <p:cNvPr id="185542" name="Line 2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3" name="Line 2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4" name="Line 2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8" name="Group 270"/>
              <p:cNvGrpSpPr/>
              <p:nvPr/>
            </p:nvGrpSpPr>
            <p:grpSpPr>
              <a:xfrm>
                <a:off x="0" y="432"/>
                <a:ext cx="0" cy="384"/>
                <a:chOff x="0" y="0"/>
                <a:chExt cx="0" cy="384"/>
              </a:xfrm>
            </p:grpSpPr>
            <p:sp>
              <p:nvSpPr>
                <p:cNvPr id="185539" name="Line 2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0" name="Line 2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1" name="Line 2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19" name="Group 274"/>
            <p:cNvGrpSpPr/>
            <p:nvPr/>
          </p:nvGrpSpPr>
          <p:grpSpPr>
            <a:xfrm>
              <a:off x="-2791645" y="-1541130"/>
              <a:ext cx="0" cy="816"/>
              <a:chOff x="0" y="0"/>
              <a:chExt cx="0" cy="816"/>
            </a:xfrm>
          </p:grpSpPr>
          <p:grpSp>
            <p:nvGrpSpPr>
              <p:cNvPr id="185529" name="Group 275"/>
              <p:cNvGrpSpPr/>
              <p:nvPr/>
            </p:nvGrpSpPr>
            <p:grpSpPr>
              <a:xfrm>
                <a:off x="0" y="0"/>
                <a:ext cx="0" cy="384"/>
                <a:chOff x="0" y="0"/>
                <a:chExt cx="0" cy="384"/>
              </a:xfrm>
            </p:grpSpPr>
            <p:sp>
              <p:nvSpPr>
                <p:cNvPr id="185534" name="Line 2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5" name="Line 2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6" name="Line 2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0" name="Group 279"/>
              <p:cNvGrpSpPr/>
              <p:nvPr/>
            </p:nvGrpSpPr>
            <p:grpSpPr>
              <a:xfrm>
                <a:off x="0" y="432"/>
                <a:ext cx="0" cy="384"/>
                <a:chOff x="0" y="0"/>
                <a:chExt cx="0" cy="384"/>
              </a:xfrm>
            </p:grpSpPr>
            <p:sp>
              <p:nvSpPr>
                <p:cNvPr id="185531" name="Line 2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2" name="Line 2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3" name="Line 2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20" name="Group 283"/>
            <p:cNvGrpSpPr/>
            <p:nvPr/>
          </p:nvGrpSpPr>
          <p:grpSpPr>
            <a:xfrm>
              <a:off x="-2791645" y="-1540266"/>
              <a:ext cx="0" cy="816"/>
              <a:chOff x="0" y="0"/>
              <a:chExt cx="0" cy="816"/>
            </a:xfrm>
          </p:grpSpPr>
          <p:grpSp>
            <p:nvGrpSpPr>
              <p:cNvPr id="185521" name="Group 284"/>
              <p:cNvGrpSpPr/>
              <p:nvPr/>
            </p:nvGrpSpPr>
            <p:grpSpPr>
              <a:xfrm>
                <a:off x="0" y="0"/>
                <a:ext cx="0" cy="384"/>
                <a:chOff x="0" y="0"/>
                <a:chExt cx="0" cy="384"/>
              </a:xfrm>
            </p:grpSpPr>
            <p:sp>
              <p:nvSpPr>
                <p:cNvPr id="185526" name="Line 2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7" name="Line 2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8" name="Line 2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22" name="Group 288"/>
              <p:cNvGrpSpPr/>
              <p:nvPr/>
            </p:nvGrpSpPr>
            <p:grpSpPr>
              <a:xfrm>
                <a:off x="0" y="432"/>
                <a:ext cx="0" cy="384"/>
                <a:chOff x="0" y="0"/>
                <a:chExt cx="0" cy="384"/>
              </a:xfrm>
            </p:grpSpPr>
            <p:sp>
              <p:nvSpPr>
                <p:cNvPr id="185523" name="Line 28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4" name="Line 29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5" name="Line 29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3" name="Group 292"/>
          <p:cNvGrpSpPr/>
          <p:nvPr/>
        </p:nvGrpSpPr>
        <p:grpSpPr>
          <a:xfrm>
            <a:off x="2255838" y="1901825"/>
            <a:ext cx="0" cy="2493963"/>
            <a:chOff x="0" y="0"/>
            <a:chExt cx="0" cy="2494360"/>
          </a:xfrm>
        </p:grpSpPr>
        <p:grpSp>
          <p:nvGrpSpPr>
            <p:cNvPr id="185491" name="Group 293"/>
            <p:cNvGrpSpPr/>
            <p:nvPr/>
          </p:nvGrpSpPr>
          <p:grpSpPr>
            <a:xfrm>
              <a:off x="-2255070" y="-1541994"/>
              <a:ext cx="0" cy="816"/>
              <a:chOff x="0" y="0"/>
              <a:chExt cx="0" cy="816"/>
            </a:xfrm>
          </p:grpSpPr>
          <p:grpSp>
            <p:nvGrpSpPr>
              <p:cNvPr id="185510" name="Group 294"/>
              <p:cNvGrpSpPr/>
              <p:nvPr/>
            </p:nvGrpSpPr>
            <p:grpSpPr>
              <a:xfrm>
                <a:off x="0" y="0"/>
                <a:ext cx="0" cy="384"/>
                <a:chOff x="0" y="0"/>
                <a:chExt cx="0" cy="384"/>
              </a:xfrm>
            </p:grpSpPr>
            <p:sp>
              <p:nvSpPr>
                <p:cNvPr id="185515" name="Line 2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6" name="Line 2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7" name="Line 2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11" name="Group 298"/>
              <p:cNvGrpSpPr/>
              <p:nvPr/>
            </p:nvGrpSpPr>
            <p:grpSpPr>
              <a:xfrm>
                <a:off x="0" y="432"/>
                <a:ext cx="0" cy="384"/>
                <a:chOff x="0" y="0"/>
                <a:chExt cx="0" cy="384"/>
              </a:xfrm>
            </p:grpSpPr>
            <p:sp>
              <p:nvSpPr>
                <p:cNvPr id="185512" name="Line 2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3" name="Line 3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4" name="Line 3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2" name="Group 302"/>
            <p:cNvGrpSpPr/>
            <p:nvPr/>
          </p:nvGrpSpPr>
          <p:grpSpPr>
            <a:xfrm>
              <a:off x="-2255070" y="-1541130"/>
              <a:ext cx="0" cy="816"/>
              <a:chOff x="0" y="0"/>
              <a:chExt cx="0" cy="816"/>
            </a:xfrm>
          </p:grpSpPr>
          <p:grpSp>
            <p:nvGrpSpPr>
              <p:cNvPr id="185502" name="Group 303"/>
              <p:cNvGrpSpPr/>
              <p:nvPr/>
            </p:nvGrpSpPr>
            <p:grpSpPr>
              <a:xfrm>
                <a:off x="0" y="0"/>
                <a:ext cx="0" cy="384"/>
                <a:chOff x="0" y="0"/>
                <a:chExt cx="0" cy="384"/>
              </a:xfrm>
            </p:grpSpPr>
            <p:sp>
              <p:nvSpPr>
                <p:cNvPr id="185507" name="Line 3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8" name="Line 3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9" name="Line 3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03" name="Group 307"/>
              <p:cNvGrpSpPr/>
              <p:nvPr/>
            </p:nvGrpSpPr>
            <p:grpSpPr>
              <a:xfrm>
                <a:off x="0" y="432"/>
                <a:ext cx="0" cy="384"/>
                <a:chOff x="0" y="0"/>
                <a:chExt cx="0" cy="384"/>
              </a:xfrm>
            </p:grpSpPr>
            <p:sp>
              <p:nvSpPr>
                <p:cNvPr id="185504" name="Line 3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5" name="Line 3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6" name="Line 3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3" name="Group 311"/>
            <p:cNvGrpSpPr/>
            <p:nvPr/>
          </p:nvGrpSpPr>
          <p:grpSpPr>
            <a:xfrm>
              <a:off x="-2255070" y="-1540266"/>
              <a:ext cx="0" cy="816"/>
              <a:chOff x="0" y="0"/>
              <a:chExt cx="0" cy="816"/>
            </a:xfrm>
          </p:grpSpPr>
          <p:grpSp>
            <p:nvGrpSpPr>
              <p:cNvPr id="185494" name="Group 312"/>
              <p:cNvGrpSpPr/>
              <p:nvPr/>
            </p:nvGrpSpPr>
            <p:grpSpPr>
              <a:xfrm>
                <a:off x="0" y="0"/>
                <a:ext cx="0" cy="384"/>
                <a:chOff x="0" y="0"/>
                <a:chExt cx="0" cy="384"/>
              </a:xfrm>
            </p:grpSpPr>
            <p:sp>
              <p:nvSpPr>
                <p:cNvPr id="185499" name="Line 3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0" name="Line 3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1" name="Line 3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95" name="Group 316"/>
              <p:cNvGrpSpPr/>
              <p:nvPr/>
            </p:nvGrpSpPr>
            <p:grpSpPr>
              <a:xfrm>
                <a:off x="0" y="432"/>
                <a:ext cx="0" cy="384"/>
                <a:chOff x="0" y="0"/>
                <a:chExt cx="0" cy="384"/>
              </a:xfrm>
            </p:grpSpPr>
            <p:sp>
              <p:nvSpPr>
                <p:cNvPr id="185496" name="Line 31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97" name="Line 31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8" name="Line 31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4" name="Group 320"/>
          <p:cNvGrpSpPr/>
          <p:nvPr/>
        </p:nvGrpSpPr>
        <p:grpSpPr>
          <a:xfrm>
            <a:off x="4991100" y="1901825"/>
            <a:ext cx="0" cy="2493963"/>
            <a:chOff x="0" y="0"/>
            <a:chExt cx="0" cy="2494360"/>
          </a:xfrm>
        </p:grpSpPr>
        <p:grpSp>
          <p:nvGrpSpPr>
            <p:cNvPr id="185464" name="Group 321"/>
            <p:cNvGrpSpPr/>
            <p:nvPr/>
          </p:nvGrpSpPr>
          <p:grpSpPr>
            <a:xfrm>
              <a:off x="-4990332" y="-1541994"/>
              <a:ext cx="0" cy="816"/>
              <a:chOff x="0" y="0"/>
              <a:chExt cx="0" cy="816"/>
            </a:xfrm>
          </p:grpSpPr>
          <p:grpSp>
            <p:nvGrpSpPr>
              <p:cNvPr id="185483" name="Group 322"/>
              <p:cNvGrpSpPr/>
              <p:nvPr/>
            </p:nvGrpSpPr>
            <p:grpSpPr>
              <a:xfrm>
                <a:off x="0" y="0"/>
                <a:ext cx="0" cy="384"/>
                <a:chOff x="0" y="0"/>
                <a:chExt cx="0" cy="384"/>
              </a:xfrm>
            </p:grpSpPr>
            <p:sp>
              <p:nvSpPr>
                <p:cNvPr id="185488" name="Line 3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9" name="Line 3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0" name="Line 3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84" name="Group 326"/>
              <p:cNvGrpSpPr/>
              <p:nvPr/>
            </p:nvGrpSpPr>
            <p:grpSpPr>
              <a:xfrm>
                <a:off x="0" y="432"/>
                <a:ext cx="0" cy="384"/>
                <a:chOff x="0" y="0"/>
                <a:chExt cx="0" cy="384"/>
              </a:xfrm>
            </p:grpSpPr>
            <p:sp>
              <p:nvSpPr>
                <p:cNvPr id="185485" name="Line 3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6" name="Line 3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7" name="Line 3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5" name="Group 330"/>
            <p:cNvGrpSpPr/>
            <p:nvPr/>
          </p:nvGrpSpPr>
          <p:grpSpPr>
            <a:xfrm>
              <a:off x="-4990332" y="-1541130"/>
              <a:ext cx="0" cy="816"/>
              <a:chOff x="0" y="0"/>
              <a:chExt cx="0" cy="816"/>
            </a:xfrm>
          </p:grpSpPr>
          <p:grpSp>
            <p:nvGrpSpPr>
              <p:cNvPr id="185475" name="Group 331"/>
              <p:cNvGrpSpPr/>
              <p:nvPr/>
            </p:nvGrpSpPr>
            <p:grpSpPr>
              <a:xfrm>
                <a:off x="0" y="0"/>
                <a:ext cx="0" cy="384"/>
                <a:chOff x="0" y="0"/>
                <a:chExt cx="0" cy="384"/>
              </a:xfrm>
            </p:grpSpPr>
            <p:sp>
              <p:nvSpPr>
                <p:cNvPr id="185480" name="Line 3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1" name="Line 3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2" name="Line 3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76" name="Group 335"/>
              <p:cNvGrpSpPr/>
              <p:nvPr/>
            </p:nvGrpSpPr>
            <p:grpSpPr>
              <a:xfrm>
                <a:off x="0" y="432"/>
                <a:ext cx="0" cy="384"/>
                <a:chOff x="0" y="0"/>
                <a:chExt cx="0" cy="384"/>
              </a:xfrm>
            </p:grpSpPr>
            <p:sp>
              <p:nvSpPr>
                <p:cNvPr id="185477" name="Line 3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8" name="Line 3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9" name="Line 3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6" name="Group 339"/>
            <p:cNvGrpSpPr/>
            <p:nvPr/>
          </p:nvGrpSpPr>
          <p:grpSpPr>
            <a:xfrm>
              <a:off x="-4990332" y="-1540266"/>
              <a:ext cx="0" cy="816"/>
              <a:chOff x="0" y="0"/>
              <a:chExt cx="0" cy="816"/>
            </a:xfrm>
          </p:grpSpPr>
          <p:grpSp>
            <p:nvGrpSpPr>
              <p:cNvPr id="185467" name="Group 340"/>
              <p:cNvGrpSpPr/>
              <p:nvPr/>
            </p:nvGrpSpPr>
            <p:grpSpPr>
              <a:xfrm>
                <a:off x="0" y="0"/>
                <a:ext cx="0" cy="384"/>
                <a:chOff x="0" y="0"/>
                <a:chExt cx="0" cy="384"/>
              </a:xfrm>
            </p:grpSpPr>
            <p:sp>
              <p:nvSpPr>
                <p:cNvPr id="185472" name="Line 3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3" name="Line 3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4" name="Line 3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68" name="Group 344"/>
              <p:cNvGrpSpPr/>
              <p:nvPr/>
            </p:nvGrpSpPr>
            <p:grpSpPr>
              <a:xfrm>
                <a:off x="0" y="432"/>
                <a:ext cx="0" cy="384"/>
                <a:chOff x="0" y="0"/>
                <a:chExt cx="0" cy="384"/>
              </a:xfrm>
            </p:grpSpPr>
            <p:sp>
              <p:nvSpPr>
                <p:cNvPr id="185469" name="Line 34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0" name="Line 34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1" name="Line 34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5" name="Group 1114"/>
          <p:cNvGrpSpPr/>
          <p:nvPr/>
        </p:nvGrpSpPr>
        <p:grpSpPr>
          <a:xfrm>
            <a:off x="609600" y="1203325"/>
            <a:ext cx="5445125" cy="369888"/>
            <a:chOff x="0" y="-58"/>
            <a:chExt cx="3430" cy="310"/>
          </a:xfrm>
        </p:grpSpPr>
        <p:sp>
          <p:nvSpPr>
            <p:cNvPr id="185458" name="Line 146"/>
            <p:cNvSpPr/>
            <p:nvPr/>
          </p:nvSpPr>
          <p:spPr>
            <a:xfrm>
              <a:off x="672" y="237"/>
              <a:ext cx="152" cy="0"/>
            </a:xfrm>
            <a:prstGeom prst="line">
              <a:avLst/>
            </a:prstGeom>
            <a:ln w="28575" cap="flat" cmpd="sng">
              <a:solidFill>
                <a:schemeClr val="tx1"/>
              </a:solidFill>
              <a:prstDash val="solid"/>
              <a:headEnd type="none" w="med" len="med"/>
              <a:tailEnd type="none" w="med" len="med"/>
            </a:ln>
          </p:spPr>
        </p:sp>
        <p:sp>
          <p:nvSpPr>
            <p:cNvPr id="185459" name="Line 148"/>
            <p:cNvSpPr/>
            <p:nvPr/>
          </p:nvSpPr>
          <p:spPr>
            <a:xfrm>
              <a:off x="610" y="79"/>
              <a:ext cx="84" cy="0"/>
            </a:xfrm>
            <a:prstGeom prst="line">
              <a:avLst/>
            </a:prstGeom>
            <a:ln w="28575" cap="flat" cmpd="sng">
              <a:solidFill>
                <a:schemeClr val="tx1"/>
              </a:solidFill>
              <a:prstDash val="solid"/>
              <a:headEnd type="none" w="med" len="med"/>
              <a:tailEnd type="none" w="med" len="med"/>
            </a:ln>
          </p:spPr>
        </p:sp>
        <p:sp>
          <p:nvSpPr>
            <p:cNvPr id="185460" name="Line 149"/>
            <p:cNvSpPr/>
            <p:nvPr/>
          </p:nvSpPr>
          <p:spPr>
            <a:xfrm>
              <a:off x="685" y="79"/>
              <a:ext cx="0" cy="166"/>
            </a:xfrm>
            <a:prstGeom prst="line">
              <a:avLst/>
            </a:prstGeom>
            <a:ln w="28575" cap="flat" cmpd="sng">
              <a:solidFill>
                <a:schemeClr val="tx1"/>
              </a:solidFill>
              <a:prstDash val="solid"/>
              <a:headEnd type="none" w="med" len="med"/>
              <a:tailEnd type="none" w="med" len="med"/>
            </a:ln>
          </p:spPr>
        </p:sp>
        <p:sp>
          <p:nvSpPr>
            <p:cNvPr id="185461" name="Line 150"/>
            <p:cNvSpPr/>
            <p:nvPr/>
          </p:nvSpPr>
          <p:spPr>
            <a:xfrm>
              <a:off x="824" y="79"/>
              <a:ext cx="2606" cy="0"/>
            </a:xfrm>
            <a:prstGeom prst="line">
              <a:avLst/>
            </a:prstGeom>
            <a:ln w="28575" cap="flat" cmpd="sng">
              <a:solidFill>
                <a:schemeClr val="tx1"/>
              </a:solidFill>
              <a:prstDash val="solid"/>
              <a:headEnd type="none" w="med" len="med"/>
              <a:tailEnd type="none" w="med" len="med"/>
            </a:ln>
          </p:spPr>
        </p:sp>
        <p:sp>
          <p:nvSpPr>
            <p:cNvPr id="185462" name="Line 151"/>
            <p:cNvSpPr/>
            <p:nvPr/>
          </p:nvSpPr>
          <p:spPr>
            <a:xfrm>
              <a:off x="824" y="79"/>
              <a:ext cx="0" cy="166"/>
            </a:xfrm>
            <a:prstGeom prst="line">
              <a:avLst/>
            </a:prstGeom>
            <a:ln w="28575" cap="flat" cmpd="sng">
              <a:solidFill>
                <a:schemeClr val="tx1"/>
              </a:solidFill>
              <a:prstDash val="solid"/>
              <a:headEnd type="none" w="med" len="med"/>
              <a:tailEnd type="none" w="med" len="med"/>
            </a:ln>
          </p:spPr>
        </p:sp>
        <p:sp>
          <p:nvSpPr>
            <p:cNvPr id="185463" name="Text Box 348"/>
            <p:cNvSpPr txBox="1"/>
            <p:nvPr/>
          </p:nvSpPr>
          <p:spPr>
            <a:xfrm>
              <a:off x="0" y="-58"/>
              <a:ext cx="67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6" name="Group 1108"/>
          <p:cNvGrpSpPr/>
          <p:nvPr/>
        </p:nvGrpSpPr>
        <p:grpSpPr>
          <a:xfrm>
            <a:off x="990600" y="1995488"/>
            <a:ext cx="5394325" cy="369887"/>
            <a:chOff x="0" y="-65"/>
            <a:chExt cx="3398" cy="310"/>
          </a:xfrm>
        </p:grpSpPr>
        <p:sp>
          <p:nvSpPr>
            <p:cNvPr id="185440" name="Line 9"/>
            <p:cNvSpPr/>
            <p:nvPr/>
          </p:nvSpPr>
          <p:spPr>
            <a:xfrm>
              <a:off x="411" y="206"/>
              <a:ext cx="385" cy="0"/>
            </a:xfrm>
            <a:prstGeom prst="line">
              <a:avLst/>
            </a:prstGeom>
            <a:ln w="28575" cap="flat" cmpd="sng">
              <a:solidFill>
                <a:schemeClr val="tx1"/>
              </a:solidFill>
              <a:prstDash val="solid"/>
              <a:headEnd type="none" w="med" len="med"/>
              <a:tailEnd type="none" w="med" len="med"/>
            </a:ln>
          </p:spPr>
        </p:sp>
        <p:sp>
          <p:nvSpPr>
            <p:cNvPr id="185441" name="Line 10"/>
            <p:cNvSpPr/>
            <p:nvPr/>
          </p:nvSpPr>
          <p:spPr>
            <a:xfrm>
              <a:off x="787" y="40"/>
              <a:ext cx="349" cy="0"/>
            </a:xfrm>
            <a:prstGeom prst="line">
              <a:avLst/>
            </a:prstGeom>
            <a:ln w="28575" cap="flat" cmpd="sng">
              <a:solidFill>
                <a:schemeClr val="tx1"/>
              </a:solidFill>
              <a:prstDash val="solid"/>
              <a:headEnd type="none" w="med" len="med"/>
              <a:tailEnd type="none" w="med" len="med"/>
            </a:ln>
          </p:spPr>
        </p:sp>
        <p:sp>
          <p:nvSpPr>
            <p:cNvPr id="185442" name="Line 11"/>
            <p:cNvSpPr/>
            <p:nvPr/>
          </p:nvSpPr>
          <p:spPr>
            <a:xfrm>
              <a:off x="797" y="40"/>
              <a:ext cx="0" cy="166"/>
            </a:xfrm>
            <a:prstGeom prst="line">
              <a:avLst/>
            </a:prstGeom>
            <a:ln w="28575" cap="flat" cmpd="sng">
              <a:solidFill>
                <a:schemeClr val="tx1"/>
              </a:solidFill>
              <a:prstDash val="solid"/>
              <a:headEnd type="none" w="med" len="med"/>
              <a:tailEnd type="none" w="med" len="med"/>
            </a:ln>
          </p:spPr>
        </p:sp>
        <p:sp>
          <p:nvSpPr>
            <p:cNvPr id="185443" name="Line 12"/>
            <p:cNvSpPr/>
            <p:nvPr/>
          </p:nvSpPr>
          <p:spPr>
            <a:xfrm>
              <a:off x="1136" y="40"/>
              <a:ext cx="0" cy="166"/>
            </a:xfrm>
            <a:prstGeom prst="line">
              <a:avLst/>
            </a:prstGeom>
            <a:ln w="28575" cap="flat" cmpd="sng">
              <a:solidFill>
                <a:schemeClr val="tx1"/>
              </a:solidFill>
              <a:prstDash val="solid"/>
              <a:headEnd type="none" w="med" len="med"/>
              <a:tailEnd type="none" w="med" len="med"/>
            </a:ln>
          </p:spPr>
        </p:sp>
        <p:sp>
          <p:nvSpPr>
            <p:cNvPr id="185444" name="Line 14"/>
            <p:cNvSpPr/>
            <p:nvPr/>
          </p:nvSpPr>
          <p:spPr>
            <a:xfrm>
              <a:off x="1136" y="206"/>
              <a:ext cx="372" cy="0"/>
            </a:xfrm>
            <a:prstGeom prst="line">
              <a:avLst/>
            </a:prstGeom>
            <a:ln w="28575" cap="flat" cmpd="sng">
              <a:solidFill>
                <a:schemeClr val="tx1"/>
              </a:solidFill>
              <a:prstDash val="solid"/>
              <a:headEnd type="none" w="med" len="med"/>
              <a:tailEnd type="none" w="med" len="med"/>
            </a:ln>
          </p:spPr>
        </p:sp>
        <p:sp>
          <p:nvSpPr>
            <p:cNvPr id="185445" name="Line 15"/>
            <p:cNvSpPr/>
            <p:nvPr/>
          </p:nvSpPr>
          <p:spPr>
            <a:xfrm>
              <a:off x="1487" y="40"/>
              <a:ext cx="349" cy="0"/>
            </a:xfrm>
            <a:prstGeom prst="line">
              <a:avLst/>
            </a:prstGeom>
            <a:ln w="28575" cap="flat" cmpd="sng">
              <a:solidFill>
                <a:schemeClr val="tx1"/>
              </a:solidFill>
              <a:prstDash val="solid"/>
              <a:headEnd type="none" w="med" len="med"/>
              <a:tailEnd type="none" w="med" len="med"/>
            </a:ln>
          </p:spPr>
        </p:sp>
        <p:sp>
          <p:nvSpPr>
            <p:cNvPr id="185446" name="Line 16"/>
            <p:cNvSpPr/>
            <p:nvPr/>
          </p:nvSpPr>
          <p:spPr>
            <a:xfrm>
              <a:off x="1497" y="40"/>
              <a:ext cx="0" cy="166"/>
            </a:xfrm>
            <a:prstGeom prst="line">
              <a:avLst/>
            </a:prstGeom>
            <a:ln w="28575" cap="flat" cmpd="sng">
              <a:solidFill>
                <a:schemeClr val="tx1"/>
              </a:solidFill>
              <a:prstDash val="solid"/>
              <a:headEnd type="none" w="med" len="med"/>
              <a:tailEnd type="none" w="med" len="med"/>
            </a:ln>
          </p:spPr>
        </p:sp>
        <p:sp>
          <p:nvSpPr>
            <p:cNvPr id="185447" name="Line 17"/>
            <p:cNvSpPr/>
            <p:nvPr/>
          </p:nvSpPr>
          <p:spPr>
            <a:xfrm>
              <a:off x="1826" y="40"/>
              <a:ext cx="0" cy="166"/>
            </a:xfrm>
            <a:prstGeom prst="line">
              <a:avLst/>
            </a:prstGeom>
            <a:ln w="28575" cap="flat" cmpd="sng">
              <a:solidFill>
                <a:schemeClr val="tx1"/>
              </a:solidFill>
              <a:prstDash val="solid"/>
              <a:headEnd type="none" w="med" len="med"/>
              <a:tailEnd type="none" w="med" len="med"/>
            </a:ln>
          </p:spPr>
        </p:sp>
        <p:sp>
          <p:nvSpPr>
            <p:cNvPr id="185448" name="Line 20"/>
            <p:cNvSpPr/>
            <p:nvPr/>
          </p:nvSpPr>
          <p:spPr>
            <a:xfrm>
              <a:off x="1827" y="206"/>
              <a:ext cx="349" cy="0"/>
            </a:xfrm>
            <a:prstGeom prst="line">
              <a:avLst/>
            </a:prstGeom>
            <a:ln w="28575" cap="flat" cmpd="sng">
              <a:solidFill>
                <a:schemeClr val="tx1"/>
              </a:solidFill>
              <a:prstDash val="solid"/>
              <a:headEnd type="none" w="med" len="med"/>
              <a:tailEnd type="none" w="med" len="med"/>
            </a:ln>
          </p:spPr>
        </p:sp>
        <p:sp>
          <p:nvSpPr>
            <p:cNvPr id="185449" name="Line 21"/>
            <p:cNvSpPr/>
            <p:nvPr/>
          </p:nvSpPr>
          <p:spPr>
            <a:xfrm>
              <a:off x="2176" y="40"/>
              <a:ext cx="349" cy="0"/>
            </a:xfrm>
            <a:prstGeom prst="line">
              <a:avLst/>
            </a:prstGeom>
            <a:ln w="28575" cap="flat" cmpd="sng">
              <a:solidFill>
                <a:schemeClr val="tx1"/>
              </a:solidFill>
              <a:prstDash val="solid"/>
              <a:headEnd type="none" w="med" len="med"/>
              <a:tailEnd type="none" w="med" len="med"/>
            </a:ln>
          </p:spPr>
        </p:sp>
        <p:sp>
          <p:nvSpPr>
            <p:cNvPr id="185450" name="Line 22"/>
            <p:cNvSpPr/>
            <p:nvPr/>
          </p:nvSpPr>
          <p:spPr>
            <a:xfrm>
              <a:off x="2176" y="40"/>
              <a:ext cx="0" cy="166"/>
            </a:xfrm>
            <a:prstGeom prst="line">
              <a:avLst/>
            </a:prstGeom>
            <a:ln w="28575" cap="flat" cmpd="sng">
              <a:solidFill>
                <a:schemeClr val="tx1"/>
              </a:solidFill>
              <a:prstDash val="solid"/>
              <a:headEnd type="none" w="med" len="med"/>
              <a:tailEnd type="none" w="med" len="med"/>
            </a:ln>
          </p:spPr>
        </p:sp>
        <p:sp>
          <p:nvSpPr>
            <p:cNvPr id="185451" name="Line 23"/>
            <p:cNvSpPr/>
            <p:nvPr/>
          </p:nvSpPr>
          <p:spPr>
            <a:xfrm>
              <a:off x="2525" y="40"/>
              <a:ext cx="0" cy="166"/>
            </a:xfrm>
            <a:prstGeom prst="line">
              <a:avLst/>
            </a:prstGeom>
            <a:ln w="28575" cap="flat" cmpd="sng">
              <a:solidFill>
                <a:schemeClr val="tx1"/>
              </a:solidFill>
              <a:prstDash val="solid"/>
              <a:headEnd type="none" w="med" len="med"/>
              <a:tailEnd type="none" w="med" len="med"/>
            </a:ln>
          </p:spPr>
        </p:sp>
        <p:sp>
          <p:nvSpPr>
            <p:cNvPr id="185452" name="Line 25"/>
            <p:cNvSpPr/>
            <p:nvPr/>
          </p:nvSpPr>
          <p:spPr>
            <a:xfrm>
              <a:off x="2525" y="206"/>
              <a:ext cx="349" cy="0"/>
            </a:xfrm>
            <a:prstGeom prst="line">
              <a:avLst/>
            </a:prstGeom>
            <a:ln w="28575" cap="flat" cmpd="sng">
              <a:solidFill>
                <a:schemeClr val="tx1"/>
              </a:solidFill>
              <a:prstDash val="solid"/>
              <a:headEnd type="none" w="med" len="med"/>
              <a:tailEnd type="none" w="med" len="med"/>
            </a:ln>
          </p:spPr>
        </p:sp>
        <p:sp>
          <p:nvSpPr>
            <p:cNvPr id="185453" name="Line 26"/>
            <p:cNvSpPr/>
            <p:nvPr/>
          </p:nvSpPr>
          <p:spPr>
            <a:xfrm>
              <a:off x="2873" y="40"/>
              <a:ext cx="349" cy="0"/>
            </a:xfrm>
            <a:prstGeom prst="line">
              <a:avLst/>
            </a:prstGeom>
            <a:ln w="28575" cap="flat" cmpd="sng">
              <a:solidFill>
                <a:schemeClr val="tx1"/>
              </a:solidFill>
              <a:prstDash val="solid"/>
              <a:headEnd type="none" w="med" len="med"/>
              <a:tailEnd type="none" w="med" len="med"/>
            </a:ln>
          </p:spPr>
        </p:sp>
        <p:sp>
          <p:nvSpPr>
            <p:cNvPr id="185454" name="Line 27"/>
            <p:cNvSpPr/>
            <p:nvPr/>
          </p:nvSpPr>
          <p:spPr>
            <a:xfrm>
              <a:off x="2873" y="40"/>
              <a:ext cx="0" cy="166"/>
            </a:xfrm>
            <a:prstGeom prst="line">
              <a:avLst/>
            </a:prstGeom>
            <a:ln w="28575" cap="flat" cmpd="sng">
              <a:solidFill>
                <a:schemeClr val="tx1"/>
              </a:solidFill>
              <a:prstDash val="solid"/>
              <a:headEnd type="none" w="med" len="med"/>
              <a:tailEnd type="none" w="med" len="med"/>
            </a:ln>
          </p:spPr>
        </p:sp>
        <p:sp>
          <p:nvSpPr>
            <p:cNvPr id="185455" name="Line 28"/>
            <p:cNvSpPr/>
            <p:nvPr/>
          </p:nvSpPr>
          <p:spPr>
            <a:xfrm>
              <a:off x="3222" y="40"/>
              <a:ext cx="0" cy="166"/>
            </a:xfrm>
            <a:prstGeom prst="line">
              <a:avLst/>
            </a:prstGeom>
            <a:ln w="28575" cap="flat" cmpd="sng">
              <a:solidFill>
                <a:schemeClr val="tx1"/>
              </a:solidFill>
              <a:prstDash val="solid"/>
              <a:headEnd type="none" w="med" len="med"/>
              <a:tailEnd type="none" w="med" len="med"/>
            </a:ln>
          </p:spPr>
        </p:sp>
        <p:sp>
          <p:nvSpPr>
            <p:cNvPr id="185456" name="Line 29"/>
            <p:cNvSpPr/>
            <p:nvPr/>
          </p:nvSpPr>
          <p:spPr>
            <a:xfrm>
              <a:off x="3223" y="204"/>
              <a:ext cx="175" cy="0"/>
            </a:xfrm>
            <a:prstGeom prst="line">
              <a:avLst/>
            </a:prstGeom>
            <a:ln w="28575" cap="flat" cmpd="sng">
              <a:solidFill>
                <a:schemeClr val="tx1"/>
              </a:solidFill>
              <a:prstDash val="solid"/>
              <a:headEnd type="none" w="med" len="med"/>
              <a:tailEnd type="none" w="med" len="med"/>
            </a:ln>
          </p:spPr>
        </p:sp>
        <p:sp>
          <p:nvSpPr>
            <p:cNvPr id="185457" name="Text Box 349"/>
            <p:cNvSpPr txBox="1"/>
            <p:nvPr/>
          </p:nvSpPr>
          <p:spPr>
            <a:xfrm>
              <a:off x="0" y="-65"/>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7" name="Group 1109"/>
          <p:cNvGrpSpPr/>
          <p:nvPr/>
        </p:nvGrpSpPr>
        <p:grpSpPr>
          <a:xfrm>
            <a:off x="990600" y="2355850"/>
            <a:ext cx="5405438" cy="369888"/>
            <a:chOff x="0" y="-99"/>
            <a:chExt cx="3405" cy="310"/>
          </a:xfrm>
        </p:grpSpPr>
        <p:sp>
          <p:nvSpPr>
            <p:cNvPr id="185430" name="Line 31"/>
            <p:cNvSpPr/>
            <p:nvPr/>
          </p:nvSpPr>
          <p:spPr>
            <a:xfrm>
              <a:off x="412" y="186"/>
              <a:ext cx="725" cy="0"/>
            </a:xfrm>
            <a:prstGeom prst="line">
              <a:avLst/>
            </a:prstGeom>
            <a:ln w="28575" cap="flat" cmpd="sng">
              <a:solidFill>
                <a:schemeClr val="tx1"/>
              </a:solidFill>
              <a:prstDash val="solid"/>
              <a:headEnd type="none" w="med" len="med"/>
              <a:tailEnd type="none" w="med" len="med"/>
            </a:ln>
          </p:spPr>
        </p:sp>
        <p:sp>
          <p:nvSpPr>
            <p:cNvPr id="185431" name="Line 32"/>
            <p:cNvSpPr/>
            <p:nvPr/>
          </p:nvSpPr>
          <p:spPr>
            <a:xfrm>
              <a:off x="1141" y="20"/>
              <a:ext cx="698" cy="0"/>
            </a:xfrm>
            <a:prstGeom prst="line">
              <a:avLst/>
            </a:prstGeom>
            <a:ln w="28575" cap="flat" cmpd="sng">
              <a:solidFill>
                <a:schemeClr val="tx1"/>
              </a:solidFill>
              <a:prstDash val="solid"/>
              <a:headEnd type="none" w="med" len="med"/>
              <a:tailEnd type="none" w="med" len="med"/>
            </a:ln>
          </p:spPr>
        </p:sp>
        <p:sp>
          <p:nvSpPr>
            <p:cNvPr id="185432" name="Line 33"/>
            <p:cNvSpPr/>
            <p:nvPr/>
          </p:nvSpPr>
          <p:spPr>
            <a:xfrm>
              <a:off x="1141" y="20"/>
              <a:ext cx="0" cy="166"/>
            </a:xfrm>
            <a:prstGeom prst="line">
              <a:avLst/>
            </a:prstGeom>
            <a:ln w="28575" cap="flat" cmpd="sng">
              <a:solidFill>
                <a:schemeClr val="tx1"/>
              </a:solidFill>
              <a:prstDash val="solid"/>
              <a:headEnd type="none" w="med" len="med"/>
              <a:tailEnd type="none" w="med" len="med"/>
            </a:ln>
          </p:spPr>
        </p:sp>
        <p:sp>
          <p:nvSpPr>
            <p:cNvPr id="185433" name="Line 34"/>
            <p:cNvSpPr/>
            <p:nvPr/>
          </p:nvSpPr>
          <p:spPr>
            <a:xfrm>
              <a:off x="1829" y="20"/>
              <a:ext cx="0" cy="166"/>
            </a:xfrm>
            <a:prstGeom prst="line">
              <a:avLst/>
            </a:prstGeom>
            <a:ln w="28575" cap="flat" cmpd="sng">
              <a:solidFill>
                <a:schemeClr val="tx1"/>
              </a:solidFill>
              <a:prstDash val="solid"/>
              <a:headEnd type="none" w="med" len="med"/>
              <a:tailEnd type="none" w="med" len="med"/>
            </a:ln>
          </p:spPr>
        </p:sp>
        <p:sp>
          <p:nvSpPr>
            <p:cNvPr id="185434" name="Line 35"/>
            <p:cNvSpPr/>
            <p:nvPr/>
          </p:nvSpPr>
          <p:spPr>
            <a:xfrm>
              <a:off x="1839" y="186"/>
              <a:ext cx="690" cy="0"/>
            </a:xfrm>
            <a:prstGeom prst="line">
              <a:avLst/>
            </a:prstGeom>
            <a:ln w="28575" cap="flat" cmpd="sng">
              <a:solidFill>
                <a:schemeClr val="tx1"/>
              </a:solidFill>
              <a:prstDash val="solid"/>
              <a:headEnd type="none" w="med" len="med"/>
              <a:tailEnd type="none" w="med" len="med"/>
            </a:ln>
          </p:spPr>
        </p:sp>
        <p:sp>
          <p:nvSpPr>
            <p:cNvPr id="185435" name="Line 36"/>
            <p:cNvSpPr/>
            <p:nvPr/>
          </p:nvSpPr>
          <p:spPr>
            <a:xfrm>
              <a:off x="2525" y="20"/>
              <a:ext cx="698" cy="0"/>
            </a:xfrm>
            <a:prstGeom prst="line">
              <a:avLst/>
            </a:prstGeom>
            <a:ln w="28575" cap="flat" cmpd="sng">
              <a:solidFill>
                <a:schemeClr val="tx1"/>
              </a:solidFill>
              <a:prstDash val="solid"/>
              <a:headEnd type="none" w="med" len="med"/>
              <a:tailEnd type="none" w="med" len="med"/>
            </a:ln>
          </p:spPr>
        </p:sp>
        <p:sp>
          <p:nvSpPr>
            <p:cNvPr id="185436" name="Line 37"/>
            <p:cNvSpPr/>
            <p:nvPr/>
          </p:nvSpPr>
          <p:spPr>
            <a:xfrm>
              <a:off x="2525" y="20"/>
              <a:ext cx="0" cy="166"/>
            </a:xfrm>
            <a:prstGeom prst="line">
              <a:avLst/>
            </a:prstGeom>
            <a:ln w="28575" cap="flat" cmpd="sng">
              <a:solidFill>
                <a:schemeClr val="tx1"/>
              </a:solidFill>
              <a:prstDash val="solid"/>
              <a:headEnd type="none" w="med" len="med"/>
              <a:tailEnd type="none" w="med" len="med"/>
            </a:ln>
          </p:spPr>
        </p:sp>
        <p:sp>
          <p:nvSpPr>
            <p:cNvPr id="185437" name="Line 38"/>
            <p:cNvSpPr/>
            <p:nvPr/>
          </p:nvSpPr>
          <p:spPr>
            <a:xfrm>
              <a:off x="3223" y="20"/>
              <a:ext cx="0" cy="166"/>
            </a:xfrm>
            <a:prstGeom prst="line">
              <a:avLst/>
            </a:prstGeom>
            <a:ln w="28575" cap="flat" cmpd="sng">
              <a:solidFill>
                <a:schemeClr val="tx1"/>
              </a:solidFill>
              <a:prstDash val="solid"/>
              <a:headEnd type="none" w="med" len="med"/>
              <a:tailEnd type="none" w="med" len="med"/>
            </a:ln>
          </p:spPr>
        </p:sp>
        <p:sp>
          <p:nvSpPr>
            <p:cNvPr id="185438" name="Line 39"/>
            <p:cNvSpPr/>
            <p:nvPr/>
          </p:nvSpPr>
          <p:spPr>
            <a:xfrm>
              <a:off x="3230" y="177"/>
              <a:ext cx="175" cy="0"/>
            </a:xfrm>
            <a:prstGeom prst="line">
              <a:avLst/>
            </a:prstGeom>
            <a:ln w="28575" cap="flat" cmpd="sng">
              <a:solidFill>
                <a:schemeClr val="tx1"/>
              </a:solidFill>
              <a:prstDash val="solid"/>
              <a:headEnd type="none" w="med" len="med"/>
              <a:tailEnd type="none" w="med" len="med"/>
            </a:ln>
          </p:spPr>
        </p:sp>
        <p:sp>
          <p:nvSpPr>
            <p:cNvPr id="185439" name="Text Box 350"/>
            <p:cNvSpPr txBox="1"/>
            <p:nvPr/>
          </p:nvSpPr>
          <p:spPr>
            <a:xfrm>
              <a:off x="0" y="-99"/>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8" name="Group 1111"/>
          <p:cNvGrpSpPr/>
          <p:nvPr/>
        </p:nvGrpSpPr>
        <p:grpSpPr>
          <a:xfrm>
            <a:off x="990600" y="3292475"/>
            <a:ext cx="5370513" cy="368300"/>
            <a:chOff x="0" y="-90"/>
            <a:chExt cx="3383" cy="310"/>
          </a:xfrm>
        </p:grpSpPr>
        <p:sp>
          <p:nvSpPr>
            <p:cNvPr id="185420" name="Line 55"/>
            <p:cNvSpPr/>
            <p:nvPr/>
          </p:nvSpPr>
          <p:spPr>
            <a:xfrm>
              <a:off x="428" y="196"/>
              <a:ext cx="363" cy="0"/>
            </a:xfrm>
            <a:prstGeom prst="line">
              <a:avLst/>
            </a:prstGeom>
            <a:ln w="28575" cap="flat" cmpd="sng">
              <a:solidFill>
                <a:schemeClr val="tx1"/>
              </a:solidFill>
              <a:prstDash val="solid"/>
              <a:headEnd type="none" w="med" len="med"/>
              <a:tailEnd type="none" w="med" len="med"/>
            </a:ln>
          </p:spPr>
        </p:sp>
        <p:sp>
          <p:nvSpPr>
            <p:cNvPr id="185421" name="Line 56"/>
            <p:cNvSpPr/>
            <p:nvPr/>
          </p:nvSpPr>
          <p:spPr>
            <a:xfrm>
              <a:off x="787" y="30"/>
              <a:ext cx="349" cy="0"/>
            </a:xfrm>
            <a:prstGeom prst="line">
              <a:avLst/>
            </a:prstGeom>
            <a:ln w="28575" cap="flat" cmpd="sng">
              <a:solidFill>
                <a:schemeClr val="tx1"/>
              </a:solidFill>
              <a:prstDash val="solid"/>
              <a:headEnd type="none" w="med" len="med"/>
              <a:tailEnd type="none" w="med" len="med"/>
            </a:ln>
          </p:spPr>
        </p:sp>
        <p:sp>
          <p:nvSpPr>
            <p:cNvPr id="185422" name="Line 57"/>
            <p:cNvSpPr/>
            <p:nvPr/>
          </p:nvSpPr>
          <p:spPr>
            <a:xfrm>
              <a:off x="797" y="30"/>
              <a:ext cx="0" cy="166"/>
            </a:xfrm>
            <a:prstGeom prst="line">
              <a:avLst/>
            </a:prstGeom>
            <a:ln w="28575" cap="flat" cmpd="sng">
              <a:solidFill>
                <a:schemeClr val="tx1"/>
              </a:solidFill>
              <a:prstDash val="solid"/>
              <a:headEnd type="none" w="med" len="med"/>
              <a:tailEnd type="none" w="med" len="med"/>
            </a:ln>
          </p:spPr>
        </p:sp>
        <p:sp>
          <p:nvSpPr>
            <p:cNvPr id="185423" name="Line 58"/>
            <p:cNvSpPr/>
            <p:nvPr/>
          </p:nvSpPr>
          <p:spPr>
            <a:xfrm>
              <a:off x="1136" y="30"/>
              <a:ext cx="0" cy="166"/>
            </a:xfrm>
            <a:prstGeom prst="line">
              <a:avLst/>
            </a:prstGeom>
            <a:ln w="28575" cap="flat" cmpd="sng">
              <a:solidFill>
                <a:schemeClr val="tx1"/>
              </a:solidFill>
              <a:prstDash val="solid"/>
              <a:headEnd type="none" w="med" len="med"/>
              <a:tailEnd type="none" w="med" len="med"/>
            </a:ln>
          </p:spPr>
        </p:sp>
        <p:sp>
          <p:nvSpPr>
            <p:cNvPr id="185424" name="Line 59"/>
            <p:cNvSpPr/>
            <p:nvPr/>
          </p:nvSpPr>
          <p:spPr>
            <a:xfrm>
              <a:off x="1136" y="196"/>
              <a:ext cx="1043" cy="0"/>
            </a:xfrm>
            <a:prstGeom prst="line">
              <a:avLst/>
            </a:prstGeom>
            <a:ln w="28575" cap="flat" cmpd="sng">
              <a:solidFill>
                <a:schemeClr val="tx1"/>
              </a:solidFill>
              <a:prstDash val="solid"/>
              <a:headEnd type="none" w="med" len="med"/>
              <a:tailEnd type="none" w="med" len="med"/>
            </a:ln>
          </p:spPr>
        </p:sp>
        <p:sp>
          <p:nvSpPr>
            <p:cNvPr id="185425" name="Line 62"/>
            <p:cNvSpPr/>
            <p:nvPr/>
          </p:nvSpPr>
          <p:spPr>
            <a:xfrm>
              <a:off x="2183" y="30"/>
              <a:ext cx="349" cy="0"/>
            </a:xfrm>
            <a:prstGeom prst="line">
              <a:avLst/>
            </a:prstGeom>
            <a:ln w="28575" cap="flat" cmpd="sng">
              <a:solidFill>
                <a:schemeClr val="tx1"/>
              </a:solidFill>
              <a:prstDash val="solid"/>
              <a:headEnd type="none" w="med" len="med"/>
              <a:tailEnd type="none" w="med" len="med"/>
            </a:ln>
          </p:spPr>
        </p:sp>
        <p:sp>
          <p:nvSpPr>
            <p:cNvPr id="185426" name="Line 63"/>
            <p:cNvSpPr/>
            <p:nvPr/>
          </p:nvSpPr>
          <p:spPr>
            <a:xfrm>
              <a:off x="2183" y="30"/>
              <a:ext cx="0" cy="166"/>
            </a:xfrm>
            <a:prstGeom prst="line">
              <a:avLst/>
            </a:prstGeom>
            <a:ln w="28575" cap="flat" cmpd="sng">
              <a:solidFill>
                <a:schemeClr val="tx1"/>
              </a:solidFill>
              <a:prstDash val="solid"/>
              <a:headEnd type="none" w="med" len="med"/>
              <a:tailEnd type="none" w="med" len="med"/>
            </a:ln>
          </p:spPr>
        </p:sp>
        <p:sp>
          <p:nvSpPr>
            <p:cNvPr id="185427" name="Line 64"/>
            <p:cNvSpPr/>
            <p:nvPr/>
          </p:nvSpPr>
          <p:spPr>
            <a:xfrm>
              <a:off x="2522" y="30"/>
              <a:ext cx="0" cy="166"/>
            </a:xfrm>
            <a:prstGeom prst="line">
              <a:avLst/>
            </a:prstGeom>
            <a:ln w="28575" cap="flat" cmpd="sng">
              <a:solidFill>
                <a:schemeClr val="tx1"/>
              </a:solidFill>
              <a:prstDash val="solid"/>
              <a:headEnd type="none" w="med" len="med"/>
              <a:tailEnd type="none" w="med" len="med"/>
            </a:ln>
          </p:spPr>
        </p:sp>
        <p:sp>
          <p:nvSpPr>
            <p:cNvPr id="185428" name="Line 65"/>
            <p:cNvSpPr/>
            <p:nvPr/>
          </p:nvSpPr>
          <p:spPr>
            <a:xfrm>
              <a:off x="2522" y="196"/>
              <a:ext cx="861" cy="0"/>
            </a:xfrm>
            <a:prstGeom prst="line">
              <a:avLst/>
            </a:prstGeom>
            <a:ln w="28575" cap="flat" cmpd="sng">
              <a:solidFill>
                <a:schemeClr val="tx1"/>
              </a:solidFill>
              <a:prstDash val="solid"/>
              <a:headEnd type="none" w="med" len="med"/>
              <a:tailEnd type="none" w="med" len="med"/>
            </a:ln>
          </p:spPr>
        </p:sp>
        <p:sp>
          <p:nvSpPr>
            <p:cNvPr id="185429" name="Text Box 351"/>
            <p:cNvSpPr txBox="1"/>
            <p:nvPr/>
          </p:nvSpPr>
          <p:spPr>
            <a:xfrm>
              <a:off x="0" y="-9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9" name="Group 1110"/>
          <p:cNvGrpSpPr/>
          <p:nvPr/>
        </p:nvGrpSpPr>
        <p:grpSpPr>
          <a:xfrm>
            <a:off x="1676400" y="3057525"/>
            <a:ext cx="4703763" cy="187325"/>
            <a:chOff x="0" y="0"/>
            <a:chExt cx="2963" cy="158"/>
          </a:xfrm>
        </p:grpSpPr>
        <p:sp>
          <p:nvSpPr>
            <p:cNvPr id="185411" name="Line 41"/>
            <p:cNvSpPr/>
            <p:nvPr/>
          </p:nvSpPr>
          <p:spPr>
            <a:xfrm flipV="1">
              <a:off x="0" y="0"/>
              <a:ext cx="363" cy="0"/>
            </a:xfrm>
            <a:prstGeom prst="line">
              <a:avLst/>
            </a:prstGeom>
            <a:ln w="28575" cap="flat" cmpd="sng">
              <a:solidFill>
                <a:schemeClr val="tx1"/>
              </a:solidFill>
              <a:prstDash val="solid"/>
              <a:headEnd type="none" w="med" len="med"/>
              <a:tailEnd type="none" w="med" len="med"/>
            </a:ln>
          </p:spPr>
        </p:sp>
        <p:sp>
          <p:nvSpPr>
            <p:cNvPr id="185412" name="Line 42"/>
            <p:cNvSpPr/>
            <p:nvPr/>
          </p:nvSpPr>
          <p:spPr>
            <a:xfrm flipV="1">
              <a:off x="367" y="158"/>
              <a:ext cx="1031" cy="0"/>
            </a:xfrm>
            <a:prstGeom prst="line">
              <a:avLst/>
            </a:prstGeom>
            <a:ln w="28575" cap="flat" cmpd="sng">
              <a:solidFill>
                <a:schemeClr val="tx1"/>
              </a:solidFill>
              <a:prstDash val="solid"/>
              <a:headEnd type="none" w="med" len="med"/>
              <a:tailEnd type="none" w="med" len="med"/>
            </a:ln>
          </p:spPr>
        </p:sp>
        <p:sp>
          <p:nvSpPr>
            <p:cNvPr id="185413" name="Line 43"/>
            <p:cNvSpPr/>
            <p:nvPr/>
          </p:nvSpPr>
          <p:spPr>
            <a:xfrm flipV="1">
              <a:off x="367" y="0"/>
              <a:ext cx="0" cy="158"/>
            </a:xfrm>
            <a:prstGeom prst="line">
              <a:avLst/>
            </a:prstGeom>
            <a:ln w="28575" cap="flat" cmpd="sng">
              <a:solidFill>
                <a:schemeClr val="tx1"/>
              </a:solidFill>
              <a:prstDash val="solid"/>
              <a:headEnd type="none" w="med" len="med"/>
              <a:tailEnd type="none" w="med" len="med"/>
            </a:ln>
          </p:spPr>
        </p:sp>
        <p:sp>
          <p:nvSpPr>
            <p:cNvPr id="185414" name="Line 46"/>
            <p:cNvSpPr/>
            <p:nvPr/>
          </p:nvSpPr>
          <p:spPr>
            <a:xfrm flipV="1">
              <a:off x="1395" y="0"/>
              <a:ext cx="0" cy="158"/>
            </a:xfrm>
            <a:prstGeom prst="line">
              <a:avLst/>
            </a:prstGeom>
            <a:ln w="28575" cap="flat" cmpd="sng">
              <a:solidFill>
                <a:schemeClr val="tx1"/>
              </a:solidFill>
              <a:prstDash val="solid"/>
              <a:headEnd type="none" w="med" len="med"/>
              <a:tailEnd type="none" w="med" len="med"/>
            </a:ln>
          </p:spPr>
        </p:sp>
        <p:sp>
          <p:nvSpPr>
            <p:cNvPr id="185415" name="Line 47"/>
            <p:cNvSpPr/>
            <p:nvPr/>
          </p:nvSpPr>
          <p:spPr>
            <a:xfrm flipV="1">
              <a:off x="1396" y="0"/>
              <a:ext cx="351" cy="0"/>
            </a:xfrm>
            <a:prstGeom prst="line">
              <a:avLst/>
            </a:prstGeom>
            <a:ln w="28575" cap="flat" cmpd="sng">
              <a:solidFill>
                <a:schemeClr val="tx1"/>
              </a:solidFill>
              <a:prstDash val="solid"/>
              <a:headEnd type="none" w="med" len="med"/>
              <a:tailEnd type="none" w="med" len="med"/>
            </a:ln>
          </p:spPr>
        </p:sp>
        <p:sp>
          <p:nvSpPr>
            <p:cNvPr id="185416" name="Line 48"/>
            <p:cNvSpPr/>
            <p:nvPr/>
          </p:nvSpPr>
          <p:spPr>
            <a:xfrm flipV="1">
              <a:off x="1751" y="158"/>
              <a:ext cx="1043" cy="0"/>
            </a:xfrm>
            <a:prstGeom prst="line">
              <a:avLst/>
            </a:prstGeom>
            <a:ln w="28575" cap="flat" cmpd="sng">
              <a:solidFill>
                <a:schemeClr val="tx1"/>
              </a:solidFill>
              <a:prstDash val="solid"/>
              <a:headEnd type="none" w="med" len="med"/>
              <a:tailEnd type="none" w="med" len="med"/>
            </a:ln>
          </p:spPr>
        </p:sp>
        <p:sp>
          <p:nvSpPr>
            <p:cNvPr id="185417" name="Line 49"/>
            <p:cNvSpPr/>
            <p:nvPr/>
          </p:nvSpPr>
          <p:spPr>
            <a:xfrm flipV="1">
              <a:off x="1751" y="0"/>
              <a:ext cx="0" cy="158"/>
            </a:xfrm>
            <a:prstGeom prst="line">
              <a:avLst/>
            </a:prstGeom>
            <a:ln w="28575" cap="flat" cmpd="sng">
              <a:solidFill>
                <a:schemeClr val="tx1"/>
              </a:solidFill>
              <a:prstDash val="solid"/>
              <a:headEnd type="none" w="med" len="med"/>
              <a:tailEnd type="none" w="med" len="med"/>
            </a:ln>
          </p:spPr>
        </p:sp>
        <p:sp>
          <p:nvSpPr>
            <p:cNvPr id="185418" name="Line 52"/>
            <p:cNvSpPr/>
            <p:nvPr/>
          </p:nvSpPr>
          <p:spPr>
            <a:xfrm flipV="1">
              <a:off x="2789" y="0"/>
              <a:ext cx="0" cy="158"/>
            </a:xfrm>
            <a:prstGeom prst="line">
              <a:avLst/>
            </a:prstGeom>
            <a:ln w="28575" cap="flat" cmpd="sng">
              <a:solidFill>
                <a:schemeClr val="tx1"/>
              </a:solidFill>
              <a:prstDash val="solid"/>
              <a:headEnd type="none" w="med" len="med"/>
              <a:tailEnd type="none" w="med" len="med"/>
            </a:ln>
          </p:spPr>
        </p:sp>
        <p:sp>
          <p:nvSpPr>
            <p:cNvPr id="185419" name="Line 53"/>
            <p:cNvSpPr/>
            <p:nvPr/>
          </p:nvSpPr>
          <p:spPr>
            <a:xfrm flipV="1">
              <a:off x="2790" y="2"/>
              <a:ext cx="173" cy="0"/>
            </a:xfrm>
            <a:prstGeom prst="line">
              <a:avLst/>
            </a:prstGeom>
            <a:ln w="28575" cap="flat" cmpd="sng">
              <a:solidFill>
                <a:schemeClr val="tx1"/>
              </a:solidFill>
              <a:prstDash val="solid"/>
              <a:headEnd type="none" w="med" len="med"/>
              <a:tailEnd type="none" w="med" len="med"/>
            </a:ln>
          </p:spPr>
        </p:sp>
      </p:grpSp>
      <p:sp>
        <p:nvSpPr>
          <p:cNvPr id="185360" name="Text Box 352"/>
          <p:cNvSpPr txBox="1"/>
          <p:nvPr/>
        </p:nvSpPr>
        <p:spPr>
          <a:xfrm>
            <a:off x="990600" y="2859088"/>
            <a:ext cx="725488"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5361" name="Group 1105"/>
          <p:cNvGrpSpPr/>
          <p:nvPr/>
        </p:nvGrpSpPr>
        <p:grpSpPr>
          <a:xfrm>
            <a:off x="990600" y="3724275"/>
            <a:ext cx="5348288" cy="368300"/>
            <a:chOff x="0" y="-71"/>
            <a:chExt cx="3369" cy="310"/>
          </a:xfrm>
        </p:grpSpPr>
        <p:sp>
          <p:nvSpPr>
            <p:cNvPr id="185401" name="Line 69"/>
            <p:cNvSpPr/>
            <p:nvPr/>
          </p:nvSpPr>
          <p:spPr>
            <a:xfrm>
              <a:off x="432" y="166"/>
              <a:ext cx="703" cy="0"/>
            </a:xfrm>
            <a:prstGeom prst="line">
              <a:avLst/>
            </a:prstGeom>
            <a:ln w="28575" cap="flat" cmpd="sng">
              <a:solidFill>
                <a:schemeClr val="tx1"/>
              </a:solidFill>
              <a:prstDash val="solid"/>
              <a:headEnd type="none" w="med" len="med"/>
              <a:tailEnd type="none" w="med" len="med"/>
            </a:ln>
          </p:spPr>
        </p:sp>
        <p:sp>
          <p:nvSpPr>
            <p:cNvPr id="185402" name="Line 70"/>
            <p:cNvSpPr/>
            <p:nvPr/>
          </p:nvSpPr>
          <p:spPr>
            <a:xfrm>
              <a:off x="1135" y="0"/>
              <a:ext cx="349" cy="0"/>
            </a:xfrm>
            <a:prstGeom prst="line">
              <a:avLst/>
            </a:prstGeom>
            <a:ln w="28575" cap="flat" cmpd="sng">
              <a:solidFill>
                <a:schemeClr val="tx1"/>
              </a:solidFill>
              <a:prstDash val="solid"/>
              <a:headEnd type="none" w="med" len="med"/>
              <a:tailEnd type="none" w="med" len="med"/>
            </a:ln>
          </p:spPr>
        </p:sp>
        <p:sp>
          <p:nvSpPr>
            <p:cNvPr id="185403" name="Line 71"/>
            <p:cNvSpPr/>
            <p:nvPr/>
          </p:nvSpPr>
          <p:spPr>
            <a:xfrm>
              <a:off x="1135" y="0"/>
              <a:ext cx="0" cy="166"/>
            </a:xfrm>
            <a:prstGeom prst="line">
              <a:avLst/>
            </a:prstGeom>
            <a:ln w="28575" cap="flat" cmpd="sng">
              <a:solidFill>
                <a:schemeClr val="tx1"/>
              </a:solidFill>
              <a:prstDash val="solid"/>
              <a:headEnd type="none" w="med" len="med"/>
              <a:tailEnd type="none" w="med" len="med"/>
            </a:ln>
          </p:spPr>
        </p:sp>
        <p:sp>
          <p:nvSpPr>
            <p:cNvPr id="185404" name="Line 72"/>
            <p:cNvSpPr/>
            <p:nvPr/>
          </p:nvSpPr>
          <p:spPr>
            <a:xfrm>
              <a:off x="1494" y="0"/>
              <a:ext cx="0" cy="166"/>
            </a:xfrm>
            <a:prstGeom prst="line">
              <a:avLst/>
            </a:prstGeom>
            <a:ln w="28575" cap="flat" cmpd="sng">
              <a:solidFill>
                <a:schemeClr val="tx1"/>
              </a:solidFill>
              <a:prstDash val="solid"/>
              <a:headEnd type="none" w="med" len="med"/>
              <a:tailEnd type="none" w="med" len="med"/>
            </a:ln>
          </p:spPr>
        </p:sp>
        <p:sp>
          <p:nvSpPr>
            <p:cNvPr id="185405" name="Line 73"/>
            <p:cNvSpPr/>
            <p:nvPr/>
          </p:nvSpPr>
          <p:spPr>
            <a:xfrm>
              <a:off x="1484" y="166"/>
              <a:ext cx="1043" cy="0"/>
            </a:xfrm>
            <a:prstGeom prst="line">
              <a:avLst/>
            </a:prstGeom>
            <a:ln w="28575" cap="flat" cmpd="sng">
              <a:solidFill>
                <a:schemeClr val="tx1"/>
              </a:solidFill>
              <a:prstDash val="solid"/>
              <a:headEnd type="none" w="med" len="med"/>
              <a:tailEnd type="none" w="med" len="med"/>
            </a:ln>
          </p:spPr>
        </p:sp>
        <p:sp>
          <p:nvSpPr>
            <p:cNvPr id="185406" name="Line 76"/>
            <p:cNvSpPr/>
            <p:nvPr/>
          </p:nvSpPr>
          <p:spPr>
            <a:xfrm>
              <a:off x="2521" y="0"/>
              <a:ext cx="349" cy="0"/>
            </a:xfrm>
            <a:prstGeom prst="line">
              <a:avLst/>
            </a:prstGeom>
            <a:ln w="28575" cap="flat" cmpd="sng">
              <a:solidFill>
                <a:schemeClr val="tx1"/>
              </a:solidFill>
              <a:prstDash val="solid"/>
              <a:headEnd type="none" w="med" len="med"/>
              <a:tailEnd type="none" w="med" len="med"/>
            </a:ln>
          </p:spPr>
        </p:sp>
        <p:sp>
          <p:nvSpPr>
            <p:cNvPr id="185407" name="Line 77"/>
            <p:cNvSpPr/>
            <p:nvPr/>
          </p:nvSpPr>
          <p:spPr>
            <a:xfrm>
              <a:off x="2521" y="0"/>
              <a:ext cx="0" cy="166"/>
            </a:xfrm>
            <a:prstGeom prst="line">
              <a:avLst/>
            </a:prstGeom>
            <a:ln w="28575" cap="flat" cmpd="sng">
              <a:solidFill>
                <a:schemeClr val="tx1"/>
              </a:solidFill>
              <a:prstDash val="solid"/>
              <a:headEnd type="none" w="med" len="med"/>
              <a:tailEnd type="none" w="med" len="med"/>
            </a:ln>
          </p:spPr>
        </p:sp>
        <p:sp>
          <p:nvSpPr>
            <p:cNvPr id="185408" name="Line 78"/>
            <p:cNvSpPr/>
            <p:nvPr/>
          </p:nvSpPr>
          <p:spPr>
            <a:xfrm>
              <a:off x="2870" y="0"/>
              <a:ext cx="0" cy="166"/>
            </a:xfrm>
            <a:prstGeom prst="line">
              <a:avLst/>
            </a:prstGeom>
            <a:ln w="28575" cap="flat" cmpd="sng">
              <a:solidFill>
                <a:schemeClr val="tx1"/>
              </a:solidFill>
              <a:prstDash val="solid"/>
              <a:headEnd type="none" w="med" len="med"/>
              <a:tailEnd type="none" w="med" len="med"/>
            </a:ln>
          </p:spPr>
        </p:sp>
        <p:sp>
          <p:nvSpPr>
            <p:cNvPr id="185409" name="Line 79"/>
            <p:cNvSpPr/>
            <p:nvPr/>
          </p:nvSpPr>
          <p:spPr>
            <a:xfrm>
              <a:off x="2870" y="166"/>
              <a:ext cx="499" cy="0"/>
            </a:xfrm>
            <a:prstGeom prst="line">
              <a:avLst/>
            </a:prstGeom>
            <a:ln w="28575" cap="flat" cmpd="sng">
              <a:solidFill>
                <a:schemeClr val="tx1"/>
              </a:solidFill>
              <a:prstDash val="solid"/>
              <a:headEnd type="none" w="med" len="med"/>
              <a:tailEnd type="none" w="med" len="med"/>
            </a:ln>
          </p:spPr>
        </p:sp>
        <p:sp>
          <p:nvSpPr>
            <p:cNvPr id="185410" name="Text Box 353"/>
            <p:cNvSpPr txBox="1"/>
            <p:nvPr/>
          </p:nvSpPr>
          <p:spPr>
            <a:xfrm>
              <a:off x="0" y="-71"/>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grpSp>
      <p:grpSp>
        <p:nvGrpSpPr>
          <p:cNvPr id="185362" name="Group 1112"/>
          <p:cNvGrpSpPr/>
          <p:nvPr/>
        </p:nvGrpSpPr>
        <p:grpSpPr>
          <a:xfrm>
            <a:off x="990600" y="4083050"/>
            <a:ext cx="5392738" cy="368300"/>
            <a:chOff x="0" y="-105"/>
            <a:chExt cx="3397" cy="310"/>
          </a:xfrm>
        </p:grpSpPr>
        <p:sp>
          <p:nvSpPr>
            <p:cNvPr id="185391" name="Line 84"/>
            <p:cNvSpPr/>
            <p:nvPr/>
          </p:nvSpPr>
          <p:spPr>
            <a:xfrm>
              <a:off x="1491" y="0"/>
              <a:ext cx="349" cy="0"/>
            </a:xfrm>
            <a:prstGeom prst="line">
              <a:avLst/>
            </a:prstGeom>
            <a:ln w="28575" cap="flat" cmpd="sng">
              <a:solidFill>
                <a:schemeClr val="tx1"/>
              </a:solidFill>
              <a:prstDash val="solid"/>
              <a:headEnd type="none" w="med" len="med"/>
              <a:tailEnd type="none" w="med" len="med"/>
            </a:ln>
          </p:spPr>
        </p:sp>
        <p:sp>
          <p:nvSpPr>
            <p:cNvPr id="185392" name="Line 85"/>
            <p:cNvSpPr/>
            <p:nvPr/>
          </p:nvSpPr>
          <p:spPr>
            <a:xfrm>
              <a:off x="1491" y="0"/>
              <a:ext cx="0" cy="167"/>
            </a:xfrm>
            <a:prstGeom prst="line">
              <a:avLst/>
            </a:prstGeom>
            <a:ln w="28575" cap="flat" cmpd="sng">
              <a:solidFill>
                <a:schemeClr val="tx1"/>
              </a:solidFill>
              <a:prstDash val="solid"/>
              <a:headEnd type="none" w="med" len="med"/>
              <a:tailEnd type="none" w="med" len="med"/>
            </a:ln>
          </p:spPr>
        </p:sp>
        <p:sp>
          <p:nvSpPr>
            <p:cNvPr id="185393" name="Line 86"/>
            <p:cNvSpPr/>
            <p:nvPr/>
          </p:nvSpPr>
          <p:spPr>
            <a:xfrm>
              <a:off x="1830" y="0"/>
              <a:ext cx="0" cy="167"/>
            </a:xfrm>
            <a:prstGeom prst="line">
              <a:avLst/>
            </a:prstGeom>
            <a:ln w="28575" cap="flat" cmpd="sng">
              <a:solidFill>
                <a:schemeClr val="tx1"/>
              </a:solidFill>
              <a:prstDash val="solid"/>
              <a:headEnd type="none" w="med" len="med"/>
              <a:tailEnd type="none" w="med" len="med"/>
            </a:ln>
          </p:spPr>
        </p:sp>
        <p:sp>
          <p:nvSpPr>
            <p:cNvPr id="185394" name="Line 87"/>
            <p:cNvSpPr/>
            <p:nvPr/>
          </p:nvSpPr>
          <p:spPr>
            <a:xfrm>
              <a:off x="1830" y="167"/>
              <a:ext cx="1043" cy="0"/>
            </a:xfrm>
            <a:prstGeom prst="line">
              <a:avLst/>
            </a:prstGeom>
            <a:ln w="28575" cap="flat" cmpd="sng">
              <a:solidFill>
                <a:schemeClr val="tx1"/>
              </a:solidFill>
              <a:prstDash val="solid"/>
              <a:headEnd type="none" w="med" len="med"/>
              <a:tailEnd type="none" w="med" len="med"/>
            </a:ln>
          </p:spPr>
        </p:sp>
        <p:sp>
          <p:nvSpPr>
            <p:cNvPr id="185395" name="Line 90"/>
            <p:cNvSpPr/>
            <p:nvPr/>
          </p:nvSpPr>
          <p:spPr>
            <a:xfrm>
              <a:off x="2867" y="0"/>
              <a:ext cx="349" cy="0"/>
            </a:xfrm>
            <a:prstGeom prst="line">
              <a:avLst/>
            </a:prstGeom>
            <a:ln w="28575" cap="flat" cmpd="sng">
              <a:solidFill>
                <a:schemeClr val="tx1"/>
              </a:solidFill>
              <a:prstDash val="solid"/>
              <a:headEnd type="none" w="med" len="med"/>
              <a:tailEnd type="none" w="med" len="med"/>
            </a:ln>
          </p:spPr>
        </p:sp>
        <p:sp>
          <p:nvSpPr>
            <p:cNvPr id="185396" name="Line 91"/>
            <p:cNvSpPr/>
            <p:nvPr/>
          </p:nvSpPr>
          <p:spPr>
            <a:xfrm>
              <a:off x="2867" y="0"/>
              <a:ext cx="0" cy="167"/>
            </a:xfrm>
            <a:prstGeom prst="line">
              <a:avLst/>
            </a:prstGeom>
            <a:ln w="28575" cap="flat" cmpd="sng">
              <a:solidFill>
                <a:schemeClr val="tx1"/>
              </a:solidFill>
              <a:prstDash val="solid"/>
              <a:headEnd type="none" w="med" len="med"/>
              <a:tailEnd type="none" w="med" len="med"/>
            </a:ln>
          </p:spPr>
        </p:sp>
        <p:sp>
          <p:nvSpPr>
            <p:cNvPr id="185397" name="Line 92"/>
            <p:cNvSpPr/>
            <p:nvPr/>
          </p:nvSpPr>
          <p:spPr>
            <a:xfrm>
              <a:off x="3216" y="0"/>
              <a:ext cx="0" cy="167"/>
            </a:xfrm>
            <a:prstGeom prst="line">
              <a:avLst/>
            </a:prstGeom>
            <a:ln w="28575" cap="flat" cmpd="sng">
              <a:solidFill>
                <a:schemeClr val="tx1"/>
              </a:solidFill>
              <a:prstDash val="solid"/>
              <a:headEnd type="none" w="med" len="med"/>
              <a:tailEnd type="none" w="med" len="med"/>
            </a:ln>
          </p:spPr>
        </p:sp>
        <p:sp>
          <p:nvSpPr>
            <p:cNvPr id="185398" name="Line 93"/>
            <p:cNvSpPr/>
            <p:nvPr/>
          </p:nvSpPr>
          <p:spPr>
            <a:xfrm>
              <a:off x="432" y="166"/>
              <a:ext cx="1065" cy="0"/>
            </a:xfrm>
            <a:prstGeom prst="line">
              <a:avLst/>
            </a:prstGeom>
            <a:ln w="28575" cap="flat" cmpd="sng">
              <a:solidFill>
                <a:schemeClr val="tx1"/>
              </a:solidFill>
              <a:prstDash val="solid"/>
              <a:headEnd type="none" w="med" len="med"/>
              <a:tailEnd type="none" w="med" len="med"/>
            </a:ln>
          </p:spPr>
        </p:sp>
        <p:sp>
          <p:nvSpPr>
            <p:cNvPr id="185399" name="Line 95"/>
            <p:cNvSpPr/>
            <p:nvPr/>
          </p:nvSpPr>
          <p:spPr>
            <a:xfrm>
              <a:off x="3222" y="166"/>
              <a:ext cx="175" cy="0"/>
            </a:xfrm>
            <a:prstGeom prst="line">
              <a:avLst/>
            </a:prstGeom>
            <a:ln w="28575" cap="flat" cmpd="sng">
              <a:solidFill>
                <a:schemeClr val="tx1"/>
              </a:solidFill>
              <a:prstDash val="solid"/>
              <a:headEnd type="none" w="med" len="med"/>
              <a:tailEnd type="none" w="med" len="med"/>
            </a:ln>
          </p:spPr>
        </p:sp>
        <p:sp>
          <p:nvSpPr>
            <p:cNvPr id="185400" name="Text Box 354"/>
            <p:cNvSpPr txBox="1"/>
            <p:nvPr/>
          </p:nvSpPr>
          <p:spPr>
            <a:xfrm>
              <a:off x="0" y="-105"/>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grpSp>
      <p:grpSp>
        <p:nvGrpSpPr>
          <p:cNvPr id="185363" name="Group 1069"/>
          <p:cNvGrpSpPr/>
          <p:nvPr/>
        </p:nvGrpSpPr>
        <p:grpSpPr>
          <a:xfrm>
            <a:off x="6096000" y="1901825"/>
            <a:ext cx="0" cy="2493963"/>
            <a:chOff x="0" y="0"/>
            <a:chExt cx="0" cy="2494360"/>
          </a:xfrm>
        </p:grpSpPr>
        <p:grpSp>
          <p:nvGrpSpPr>
            <p:cNvPr id="185364" name="Group 1070"/>
            <p:cNvGrpSpPr/>
            <p:nvPr/>
          </p:nvGrpSpPr>
          <p:grpSpPr>
            <a:xfrm>
              <a:off x="-6095232" y="-1541994"/>
              <a:ext cx="0" cy="816"/>
              <a:chOff x="0" y="0"/>
              <a:chExt cx="0" cy="816"/>
            </a:xfrm>
          </p:grpSpPr>
          <p:grpSp>
            <p:nvGrpSpPr>
              <p:cNvPr id="185383" name="Group 1071"/>
              <p:cNvGrpSpPr/>
              <p:nvPr/>
            </p:nvGrpSpPr>
            <p:grpSpPr>
              <a:xfrm>
                <a:off x="0" y="0"/>
                <a:ext cx="0" cy="384"/>
                <a:chOff x="0" y="0"/>
                <a:chExt cx="0" cy="384"/>
              </a:xfrm>
            </p:grpSpPr>
            <p:sp>
              <p:nvSpPr>
                <p:cNvPr id="185388" name="Line 10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9" name="Line 10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90" name="Line 10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84" name="Group 1075"/>
              <p:cNvGrpSpPr/>
              <p:nvPr/>
            </p:nvGrpSpPr>
            <p:grpSpPr>
              <a:xfrm>
                <a:off x="0" y="432"/>
                <a:ext cx="0" cy="384"/>
                <a:chOff x="0" y="0"/>
                <a:chExt cx="0" cy="384"/>
              </a:xfrm>
            </p:grpSpPr>
            <p:sp>
              <p:nvSpPr>
                <p:cNvPr id="185385" name="Line 10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6" name="Line 10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7" name="Line 10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5" name="Group 1079"/>
            <p:cNvGrpSpPr/>
            <p:nvPr/>
          </p:nvGrpSpPr>
          <p:grpSpPr>
            <a:xfrm>
              <a:off x="-6095232" y="-1541130"/>
              <a:ext cx="0" cy="816"/>
              <a:chOff x="0" y="0"/>
              <a:chExt cx="0" cy="816"/>
            </a:xfrm>
          </p:grpSpPr>
          <p:grpSp>
            <p:nvGrpSpPr>
              <p:cNvPr id="185375" name="Group 1080"/>
              <p:cNvGrpSpPr/>
              <p:nvPr/>
            </p:nvGrpSpPr>
            <p:grpSpPr>
              <a:xfrm>
                <a:off x="0" y="0"/>
                <a:ext cx="0" cy="384"/>
                <a:chOff x="0" y="0"/>
                <a:chExt cx="0" cy="384"/>
              </a:xfrm>
            </p:grpSpPr>
            <p:sp>
              <p:nvSpPr>
                <p:cNvPr id="185380" name="Line 10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1" name="Line 10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2" name="Line 10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76" name="Group 1084"/>
              <p:cNvGrpSpPr/>
              <p:nvPr/>
            </p:nvGrpSpPr>
            <p:grpSpPr>
              <a:xfrm>
                <a:off x="0" y="432"/>
                <a:ext cx="0" cy="384"/>
                <a:chOff x="0" y="0"/>
                <a:chExt cx="0" cy="384"/>
              </a:xfrm>
            </p:grpSpPr>
            <p:sp>
              <p:nvSpPr>
                <p:cNvPr id="185377" name="Line 10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8" name="Line 10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9" name="Line 10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6" name="Group 1088"/>
            <p:cNvGrpSpPr/>
            <p:nvPr/>
          </p:nvGrpSpPr>
          <p:grpSpPr>
            <a:xfrm>
              <a:off x="-6095232" y="-1540266"/>
              <a:ext cx="0" cy="816"/>
              <a:chOff x="0" y="0"/>
              <a:chExt cx="0" cy="816"/>
            </a:xfrm>
          </p:grpSpPr>
          <p:grpSp>
            <p:nvGrpSpPr>
              <p:cNvPr id="185367" name="Group 1089"/>
              <p:cNvGrpSpPr/>
              <p:nvPr/>
            </p:nvGrpSpPr>
            <p:grpSpPr>
              <a:xfrm>
                <a:off x="0" y="0"/>
                <a:ext cx="0" cy="384"/>
                <a:chOff x="0" y="0"/>
                <a:chExt cx="0" cy="384"/>
              </a:xfrm>
            </p:grpSpPr>
            <p:sp>
              <p:nvSpPr>
                <p:cNvPr id="185372" name="Line 10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3" name="Line 10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4" name="Line 10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68" name="Group 1093"/>
              <p:cNvGrpSpPr/>
              <p:nvPr/>
            </p:nvGrpSpPr>
            <p:grpSpPr>
              <a:xfrm>
                <a:off x="0" y="432"/>
                <a:ext cx="0" cy="384"/>
                <a:chOff x="0" y="0"/>
                <a:chExt cx="0" cy="384"/>
              </a:xfrm>
            </p:grpSpPr>
            <p:sp>
              <p:nvSpPr>
                <p:cNvPr id="185369" name="Line 10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0" name="Line 10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1" name="Line 10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sp>
        <p:nvSpPr>
          <p:cNvPr id="185699" name="直接连接符 185698"/>
          <p:cNvSpPr/>
          <p:nvPr/>
        </p:nvSpPr>
        <p:spPr>
          <a:xfrm>
            <a:off x="2276158" y="1203325"/>
            <a:ext cx="0" cy="3240088"/>
          </a:xfrm>
          <a:prstGeom prst="line">
            <a:avLst/>
          </a:prstGeom>
          <a:ln w="9525" cap="flat" cmpd="sng">
            <a:solidFill>
              <a:srgbClr val="FF0000"/>
            </a:solidFill>
            <a:prstDash val="solid"/>
            <a:headEnd type="none" w="med" len="med"/>
            <a:tailEnd type="none" w="med" len="med"/>
          </a:ln>
        </p:spPr>
      </p:sp>
      <p:sp>
        <p:nvSpPr>
          <p:cNvPr id="185700" name="直接连接符 185699"/>
          <p:cNvSpPr/>
          <p:nvPr/>
        </p:nvSpPr>
        <p:spPr>
          <a:xfrm>
            <a:off x="2805113" y="1203325"/>
            <a:ext cx="0" cy="3240088"/>
          </a:xfrm>
          <a:prstGeom prst="line">
            <a:avLst/>
          </a:prstGeom>
          <a:ln w="9525" cap="flat" cmpd="sng">
            <a:solidFill>
              <a:srgbClr val="FF0000"/>
            </a:solidFill>
            <a:prstDash val="solid"/>
            <a:headEnd type="none" w="med" len="med"/>
            <a:tailEnd type="none" w="med" len="med"/>
          </a:ln>
        </p:spPr>
      </p:sp>
      <p:sp>
        <p:nvSpPr>
          <p:cNvPr id="185701" name="直接连接符 185700"/>
          <p:cNvSpPr/>
          <p:nvPr/>
        </p:nvSpPr>
        <p:spPr>
          <a:xfrm>
            <a:off x="3348038" y="1219200"/>
            <a:ext cx="0" cy="3240088"/>
          </a:xfrm>
          <a:prstGeom prst="line">
            <a:avLst/>
          </a:prstGeom>
          <a:ln w="9525" cap="flat" cmpd="sng">
            <a:solidFill>
              <a:srgbClr val="FF0000"/>
            </a:solidFill>
            <a:prstDash val="solid"/>
            <a:headEnd type="none" w="med" len="med"/>
            <a:tailEnd type="none" w="med" len="med"/>
          </a:ln>
        </p:spPr>
      </p:sp>
      <p:sp>
        <p:nvSpPr>
          <p:cNvPr id="185702" name="直接连接符 185701"/>
          <p:cNvSpPr/>
          <p:nvPr/>
        </p:nvSpPr>
        <p:spPr>
          <a:xfrm>
            <a:off x="3895725" y="124777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1738948" y="1196340"/>
            <a:ext cx="0" cy="3240088"/>
          </a:xfrm>
          <a:prstGeom prst="line">
            <a:avLst/>
          </a:prstGeom>
          <a:ln w="9525" cap="flat" cmpd="sng">
            <a:solidFill>
              <a:srgbClr val="FF0000"/>
            </a:solidFill>
            <a:prstDash val="solid"/>
            <a:headEnd type="none" w="med" len="med"/>
            <a:tailEnd type="none" w="med" len="med"/>
          </a:ln>
        </p:spPr>
      </p:sp>
      <p:sp>
        <p:nvSpPr>
          <p:cNvPr id="3" name="圆角矩形标注 2"/>
          <p:cNvSpPr/>
          <p:nvPr/>
        </p:nvSpPr>
        <p:spPr>
          <a:xfrm>
            <a:off x="6499225" y="2427605"/>
            <a:ext cx="1376680" cy="452755"/>
          </a:xfrm>
          <a:prstGeom prst="wedgeRoundRectCallout">
            <a:avLst>
              <a:gd name="adj1" fmla="val -158118"/>
              <a:gd name="adj2" fmla="val 180715"/>
              <a:gd name="adj3" fmla="val 1666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0" i="0" u="none" strike="noStrike" cap="none" normalizeH="0" baseline="0" smtClean="0">
                <a:ln>
                  <a:noFill/>
                </a:ln>
                <a:solidFill>
                  <a:srgbClr val="FFFF00"/>
                </a:solidFill>
                <a:effectLst/>
                <a:highlight>
                  <a:srgbClr val="FF0000"/>
                </a:highlight>
                <a:latin typeface="Calibri" panose="020F0502020204030204" pitchFamily="34" charset="0"/>
                <a:ea typeface="宋体" panose="02010600030101010101" pitchFamily="2" charset="-122"/>
              </a:rPr>
              <a:t>宽了咋办？</a:t>
            </a:r>
            <a:endParaRPr kumimoji="0" lang="zh-CN" altLang="zh-CN" sz="2000" b="0" i="0" u="none" strike="noStrike" cap="none" normalizeH="0" baseline="0" smtClean="0">
              <a:ln>
                <a:noFill/>
              </a:ln>
              <a:solidFill>
                <a:srgbClr val="FFFF00"/>
              </a:solidFill>
              <a:effectLst/>
              <a:highlight>
                <a:srgbClr val="FF0000"/>
              </a:highligh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5699"/>
                                        </p:tgtEl>
                                        <p:attrNameLst>
                                          <p:attrName>style.visibility</p:attrName>
                                        </p:attrNameLst>
                                      </p:cBhvr>
                                      <p:to>
                                        <p:strVal val="visible"/>
                                      </p:to>
                                    </p:set>
                                    <p:anim calcmode="lin" valueType="num">
                                      <p:cBhvr additive="base">
                                        <p:cTn id="13" dur="500" fill="hold"/>
                                        <p:tgtEl>
                                          <p:spTgt spid="185699"/>
                                        </p:tgtEl>
                                        <p:attrNameLst>
                                          <p:attrName>ppt_x</p:attrName>
                                        </p:attrNameLst>
                                      </p:cBhvr>
                                      <p:tavLst>
                                        <p:tav tm="0">
                                          <p:val>
                                            <p:strVal val="#ppt_x"/>
                                          </p:val>
                                        </p:tav>
                                        <p:tav tm="100000">
                                          <p:val>
                                            <p:strVal val="#ppt_x"/>
                                          </p:val>
                                        </p:tav>
                                      </p:tavLst>
                                    </p:anim>
                                    <p:anim calcmode="lin" valueType="num">
                                      <p:cBhvr additive="base">
                                        <p:cTn id="14" dur="500" fill="hold"/>
                                        <p:tgtEl>
                                          <p:spTgt spid="1856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5700"/>
                                        </p:tgtEl>
                                        <p:attrNameLst>
                                          <p:attrName>style.visibility</p:attrName>
                                        </p:attrNameLst>
                                      </p:cBhvr>
                                      <p:to>
                                        <p:strVal val="visible"/>
                                      </p:to>
                                    </p:set>
                                    <p:anim calcmode="lin" valueType="num">
                                      <p:cBhvr additive="base">
                                        <p:cTn id="19" dur="500" fill="hold"/>
                                        <p:tgtEl>
                                          <p:spTgt spid="185700"/>
                                        </p:tgtEl>
                                        <p:attrNameLst>
                                          <p:attrName>ppt_x</p:attrName>
                                        </p:attrNameLst>
                                      </p:cBhvr>
                                      <p:tavLst>
                                        <p:tav tm="0">
                                          <p:val>
                                            <p:strVal val="#ppt_x"/>
                                          </p:val>
                                        </p:tav>
                                        <p:tav tm="100000">
                                          <p:val>
                                            <p:strVal val="#ppt_x"/>
                                          </p:val>
                                        </p:tav>
                                      </p:tavLst>
                                    </p:anim>
                                    <p:anim calcmode="lin" valueType="num">
                                      <p:cBhvr additive="base">
                                        <p:cTn id="20" dur="500" fill="hold"/>
                                        <p:tgtEl>
                                          <p:spTgt spid="18570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5701"/>
                                        </p:tgtEl>
                                        <p:attrNameLst>
                                          <p:attrName>style.visibility</p:attrName>
                                        </p:attrNameLst>
                                      </p:cBhvr>
                                      <p:to>
                                        <p:strVal val="visible"/>
                                      </p:to>
                                    </p:set>
                                    <p:anim calcmode="lin" valueType="num">
                                      <p:cBhvr additive="base">
                                        <p:cTn id="25" dur="500" fill="hold"/>
                                        <p:tgtEl>
                                          <p:spTgt spid="185701"/>
                                        </p:tgtEl>
                                        <p:attrNameLst>
                                          <p:attrName>ppt_x</p:attrName>
                                        </p:attrNameLst>
                                      </p:cBhvr>
                                      <p:tavLst>
                                        <p:tav tm="0">
                                          <p:val>
                                            <p:strVal val="#ppt_x"/>
                                          </p:val>
                                        </p:tav>
                                        <p:tav tm="100000">
                                          <p:val>
                                            <p:strVal val="#ppt_x"/>
                                          </p:val>
                                        </p:tav>
                                      </p:tavLst>
                                    </p:anim>
                                    <p:anim calcmode="lin" valueType="num">
                                      <p:cBhvr additive="base">
                                        <p:cTn id="26" dur="500" fill="hold"/>
                                        <p:tgtEl>
                                          <p:spTgt spid="18570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185702"/>
                                        </p:tgtEl>
                                        <p:attrNameLst>
                                          <p:attrName>style.visibility</p:attrName>
                                        </p:attrNameLst>
                                      </p:cBhvr>
                                      <p:to>
                                        <p:strVal val="visible"/>
                                      </p:to>
                                    </p:set>
                                    <p:animEffect transition="in" filter="diamond(in)">
                                      <p:cBhvr>
                                        <p:cTn id="31" dur="2000"/>
                                        <p:tgtEl>
                                          <p:spTgt spid="18570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a:xfrm>
            <a:off x="685800" y="530225"/>
            <a:ext cx="77724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脉冲分配器</a:t>
            </a:r>
            <a:r>
              <a:rPr lang="zh-CN" altLang="en-US" sz="2000" b="1" dirty="0">
                <a:latin typeface="华文新魏" panose="02010800040101010101" pitchFamily="2" charset="-122"/>
                <a:ea typeface="华文新魏" panose="02010800040101010101" pitchFamily="2" charset="-122"/>
              </a:rPr>
              <a:t>逻辑图</a:t>
            </a:r>
            <a:endParaRPr lang="zh-CN" altLang="en-US" sz="2000" b="1" dirty="0">
              <a:latin typeface="华文新魏" panose="02010800040101010101" pitchFamily="2" charset="-122"/>
              <a:ea typeface="华文新魏" panose="02010800040101010101" pitchFamily="2" charset="-122"/>
            </a:endParaRPr>
          </a:p>
        </p:txBody>
      </p:sp>
      <p:grpSp>
        <p:nvGrpSpPr>
          <p:cNvPr id="186371" name="Group 3"/>
          <p:cNvGrpSpPr/>
          <p:nvPr/>
        </p:nvGrpSpPr>
        <p:grpSpPr>
          <a:xfrm>
            <a:off x="1254443" y="883603"/>
            <a:ext cx="6432550" cy="3827462"/>
            <a:chOff x="-10" y="0"/>
            <a:chExt cx="10130" cy="6027"/>
          </a:xfrm>
        </p:grpSpPr>
        <p:sp>
          <p:nvSpPr>
            <p:cNvPr id="186375" name="Text Box 5"/>
            <p:cNvSpPr txBox="1"/>
            <p:nvPr/>
          </p:nvSpPr>
          <p:spPr>
            <a:xfrm>
              <a:off x="8267" y="4736"/>
              <a:ext cx="1013"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黑体" panose="02010609060101010101" pitchFamily="2" charset="-122"/>
                  <a:ea typeface="黑体" panose="02010609060101010101" pitchFamily="2" charset="-122"/>
                </a:rPr>
                <a:t>CLK</a:t>
              </a:r>
              <a:endParaRPr lang="en-US" altLang="zh-CN" sz="1600" b="1">
                <a:solidFill>
                  <a:srgbClr val="FF0000"/>
                </a:solidFill>
                <a:latin typeface="黑体" panose="02010609060101010101" pitchFamily="2" charset="-122"/>
                <a:ea typeface="黑体" panose="02010609060101010101" pitchFamily="2" charset="-122"/>
              </a:endParaRPr>
            </a:p>
          </p:txBody>
        </p:sp>
        <p:sp>
          <p:nvSpPr>
            <p:cNvPr id="186376" name="Text Box 6"/>
            <p:cNvSpPr txBox="1"/>
            <p:nvPr/>
          </p:nvSpPr>
          <p:spPr>
            <a:xfrm>
              <a:off x="6295" y="4019"/>
              <a:ext cx="3148" cy="533"/>
            </a:xfrm>
            <a:prstGeom prst="rect">
              <a:avLst/>
            </a:prstGeom>
            <a:noFill/>
            <a:ln w="9525">
              <a:noFill/>
            </a:ln>
          </p:spPr>
          <p:txBody>
            <a:bodyPr>
              <a:spAutoFit/>
            </a:bodyPr>
            <a:p>
              <a:pPr eaLnBrk="1" hangingPunct="1">
                <a:spcBef>
                  <a:spcPct val="50000"/>
                </a:spcBef>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7" name="Text Box 7"/>
            <p:cNvSpPr txBox="1"/>
            <p:nvPr/>
          </p:nvSpPr>
          <p:spPr>
            <a:xfrm>
              <a:off x="217" y="0"/>
              <a:ext cx="110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78" name="Text Box 8"/>
            <p:cNvSpPr txBox="1"/>
            <p:nvPr/>
          </p:nvSpPr>
          <p:spPr>
            <a:xfrm>
              <a:off x="5969" y="0"/>
              <a:ext cx="110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79" name="Text Box 9"/>
            <p:cNvSpPr txBox="1"/>
            <p:nvPr/>
          </p:nvSpPr>
          <p:spPr>
            <a:xfrm>
              <a:off x="4124" y="0"/>
              <a:ext cx="111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80" name="Text Box 10"/>
            <p:cNvSpPr txBox="1"/>
            <p:nvPr/>
          </p:nvSpPr>
          <p:spPr>
            <a:xfrm>
              <a:off x="2170" y="0"/>
              <a:ext cx="869"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6381" name="Text Box 11"/>
            <p:cNvSpPr txBox="1"/>
            <p:nvPr/>
          </p:nvSpPr>
          <p:spPr>
            <a:xfrm>
              <a:off x="8140" y="5494"/>
              <a:ext cx="19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rgbClr val="0000CC"/>
                  </a:solidFill>
                  <a:latin typeface="黑体" panose="02010609060101010101" pitchFamily="2" charset="-122"/>
                  <a:ea typeface="黑体" panose="02010609060101010101" pitchFamily="2" charset="-122"/>
                </a:rPr>
                <a:t>/CLR</a:t>
              </a:r>
              <a:endParaRPr lang="en-US" altLang="zh-CN" sz="1600" b="1">
                <a:solidFill>
                  <a:srgbClr val="0000CC"/>
                </a:solidFill>
                <a:latin typeface="黑体" panose="02010609060101010101" pitchFamily="2" charset="-122"/>
                <a:ea typeface="黑体" panose="02010609060101010101" pitchFamily="2" charset="-122"/>
              </a:endParaRPr>
            </a:p>
          </p:txBody>
        </p:sp>
        <p:sp>
          <p:nvSpPr>
            <p:cNvPr id="186382" name="Text Box 12"/>
            <p:cNvSpPr txBox="1"/>
            <p:nvPr/>
          </p:nvSpPr>
          <p:spPr>
            <a:xfrm>
              <a:off x="4811" y="2979"/>
              <a:ext cx="76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383" name="Rectangle 13"/>
            <p:cNvSpPr/>
            <p:nvPr/>
          </p:nvSpPr>
          <p:spPr>
            <a:xfrm rot="-5400000">
              <a:off x="4880" y="3229"/>
              <a:ext cx="953"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4" name="Line 14"/>
            <p:cNvSpPr/>
            <p:nvPr/>
          </p:nvSpPr>
          <p:spPr>
            <a:xfrm rot="-5400000" flipH="1">
              <a:off x="4712" y="4669"/>
              <a:ext cx="332" cy="0"/>
            </a:xfrm>
            <a:prstGeom prst="line">
              <a:avLst/>
            </a:prstGeom>
            <a:ln w="19050" cap="flat" cmpd="sng">
              <a:solidFill>
                <a:schemeClr val="tx1"/>
              </a:solidFill>
              <a:prstDash val="solid"/>
              <a:headEnd type="none" w="med" len="med"/>
              <a:tailEnd type="none" w="med" len="med"/>
            </a:ln>
          </p:spPr>
        </p:sp>
        <p:sp>
          <p:nvSpPr>
            <p:cNvPr id="186385" name="Text Box 15"/>
            <p:cNvSpPr txBox="1"/>
            <p:nvPr/>
          </p:nvSpPr>
          <p:spPr>
            <a:xfrm>
              <a:off x="4667" y="3978"/>
              <a:ext cx="34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86" name="Line 16"/>
            <p:cNvSpPr/>
            <p:nvPr/>
          </p:nvSpPr>
          <p:spPr>
            <a:xfrm rot="-5400000">
              <a:off x="4404" y="3076"/>
              <a:ext cx="923" cy="0"/>
            </a:xfrm>
            <a:prstGeom prst="line">
              <a:avLst/>
            </a:prstGeom>
            <a:ln w="19050" cap="flat" cmpd="sng">
              <a:solidFill>
                <a:schemeClr val="tx1"/>
              </a:solidFill>
              <a:prstDash val="solid"/>
              <a:headEnd type="none" w="med" len="med"/>
              <a:tailEnd type="none" w="med" len="med"/>
            </a:ln>
          </p:spPr>
        </p:sp>
        <p:sp>
          <p:nvSpPr>
            <p:cNvPr id="186387" name="Text Box 17"/>
            <p:cNvSpPr txBox="1"/>
            <p:nvPr/>
          </p:nvSpPr>
          <p:spPr>
            <a:xfrm>
              <a:off x="4667" y="3531"/>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88" name="AutoShape 19"/>
            <p:cNvSpPr/>
            <p:nvPr/>
          </p:nvSpPr>
          <p:spPr>
            <a:xfrm>
              <a:off x="5766"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9" name="Text Box 20"/>
            <p:cNvSpPr txBox="1"/>
            <p:nvPr/>
          </p:nvSpPr>
          <p:spPr>
            <a:xfrm>
              <a:off x="5428" y="3999"/>
              <a:ext cx="208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0" name="Line 21"/>
            <p:cNvSpPr/>
            <p:nvPr/>
          </p:nvSpPr>
          <p:spPr>
            <a:xfrm rot="5400000" flipH="1">
              <a:off x="5549" y="3107"/>
              <a:ext cx="582" cy="0"/>
            </a:xfrm>
            <a:prstGeom prst="line">
              <a:avLst/>
            </a:prstGeom>
            <a:ln w="19050" cap="flat" cmpd="sng">
              <a:solidFill>
                <a:schemeClr val="tx1"/>
              </a:solidFill>
              <a:prstDash val="solid"/>
              <a:headEnd type="none" w="med" len="med"/>
              <a:tailEnd type="none" w="med" len="med"/>
            </a:ln>
          </p:spPr>
        </p:sp>
        <p:sp>
          <p:nvSpPr>
            <p:cNvPr id="186391" name="Text Box 22"/>
            <p:cNvSpPr txBox="1"/>
            <p:nvPr/>
          </p:nvSpPr>
          <p:spPr>
            <a:xfrm>
              <a:off x="5644" y="3413"/>
              <a:ext cx="2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2" name="Oval 23"/>
            <p:cNvSpPr/>
            <p:nvPr/>
          </p:nvSpPr>
          <p:spPr>
            <a:xfrm rot="5400000">
              <a:off x="5780" y="3403"/>
              <a:ext cx="120" cy="142"/>
            </a:xfrm>
            <a:prstGeom prst="ellipse">
              <a:avLst/>
            </a:prstGeom>
            <a:noFill/>
            <a:ln w="1905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3" name="Text Box 24"/>
            <p:cNvSpPr txBox="1"/>
            <p:nvPr/>
          </p:nvSpPr>
          <p:spPr>
            <a:xfrm>
              <a:off x="5427" y="3721"/>
              <a:ext cx="2601"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394" name="Oval 25"/>
            <p:cNvSpPr/>
            <p:nvPr/>
          </p:nvSpPr>
          <p:spPr>
            <a:xfrm rot="10800000">
              <a:off x="4320" y="2568"/>
              <a:ext cx="140"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5" name="Line 26"/>
            <p:cNvSpPr/>
            <p:nvPr/>
          </p:nvSpPr>
          <p:spPr>
            <a:xfrm rot="-10800000" flipH="1">
              <a:off x="6286" y="4004"/>
              <a:ext cx="372" cy="0"/>
            </a:xfrm>
            <a:prstGeom prst="line">
              <a:avLst/>
            </a:prstGeom>
            <a:ln w="19050" cap="flat" cmpd="sng">
              <a:solidFill>
                <a:schemeClr val="tx1"/>
              </a:solidFill>
              <a:prstDash val="solid"/>
              <a:headEnd type="none" w="med" len="med"/>
              <a:tailEnd type="none" w="med" len="med"/>
            </a:ln>
          </p:spPr>
        </p:sp>
        <p:sp>
          <p:nvSpPr>
            <p:cNvPr id="186396" name="Line 32"/>
            <p:cNvSpPr/>
            <p:nvPr/>
          </p:nvSpPr>
          <p:spPr>
            <a:xfrm>
              <a:off x="217" y="1373"/>
              <a:ext cx="0" cy="742"/>
            </a:xfrm>
            <a:prstGeom prst="line">
              <a:avLst/>
            </a:prstGeom>
            <a:ln w="19050" cap="flat" cmpd="sng">
              <a:solidFill>
                <a:schemeClr val="tx1"/>
              </a:solidFill>
              <a:prstDash val="solid"/>
              <a:headEnd type="none" w="med" len="med"/>
              <a:tailEnd type="none" w="med" len="med"/>
            </a:ln>
          </p:spPr>
        </p:sp>
        <p:sp>
          <p:nvSpPr>
            <p:cNvPr id="186397" name="Line 33"/>
            <p:cNvSpPr/>
            <p:nvPr/>
          </p:nvSpPr>
          <p:spPr>
            <a:xfrm>
              <a:off x="759" y="1393"/>
              <a:ext cx="0" cy="557"/>
            </a:xfrm>
            <a:prstGeom prst="line">
              <a:avLst/>
            </a:prstGeom>
            <a:ln w="19050" cap="flat" cmpd="sng">
              <a:solidFill>
                <a:srgbClr val="FF0000"/>
              </a:solidFill>
              <a:prstDash val="solid"/>
              <a:headEnd type="none" w="med" len="med"/>
              <a:tailEnd type="none" w="med" len="med"/>
            </a:ln>
          </p:spPr>
        </p:sp>
        <p:sp>
          <p:nvSpPr>
            <p:cNvPr id="186398" name="Line 34"/>
            <p:cNvSpPr/>
            <p:nvPr/>
          </p:nvSpPr>
          <p:spPr>
            <a:xfrm>
              <a:off x="485" y="1334"/>
              <a:ext cx="0" cy="1284"/>
            </a:xfrm>
            <a:prstGeom prst="line">
              <a:avLst/>
            </a:prstGeom>
            <a:ln w="19050" cap="flat" cmpd="sng">
              <a:solidFill>
                <a:schemeClr val="tx1"/>
              </a:solidFill>
              <a:prstDash val="solid"/>
              <a:headEnd type="none" w="med" len="med"/>
              <a:tailEnd type="none" w="med" len="med"/>
            </a:ln>
          </p:spPr>
        </p:sp>
        <p:sp>
          <p:nvSpPr>
            <p:cNvPr id="186399" name="Line 39"/>
            <p:cNvSpPr/>
            <p:nvPr/>
          </p:nvSpPr>
          <p:spPr>
            <a:xfrm>
              <a:off x="2170" y="1393"/>
              <a:ext cx="0" cy="742"/>
            </a:xfrm>
            <a:prstGeom prst="line">
              <a:avLst/>
            </a:prstGeom>
            <a:ln w="19050" cap="flat" cmpd="sng">
              <a:solidFill>
                <a:schemeClr val="tx1"/>
              </a:solidFill>
              <a:prstDash val="solid"/>
              <a:headEnd type="none" w="med" len="med"/>
              <a:tailEnd type="none" w="med" len="med"/>
            </a:ln>
          </p:spPr>
        </p:sp>
        <p:sp>
          <p:nvSpPr>
            <p:cNvPr id="186400" name="Line 40"/>
            <p:cNvSpPr/>
            <p:nvPr/>
          </p:nvSpPr>
          <p:spPr>
            <a:xfrm>
              <a:off x="2713" y="1393"/>
              <a:ext cx="0" cy="557"/>
            </a:xfrm>
            <a:prstGeom prst="line">
              <a:avLst/>
            </a:prstGeom>
            <a:ln w="19050" cap="flat" cmpd="sng">
              <a:solidFill>
                <a:srgbClr val="FF0000"/>
              </a:solidFill>
              <a:prstDash val="solid"/>
              <a:headEnd type="none" w="med" len="med"/>
              <a:tailEnd type="none" w="med" len="med"/>
            </a:ln>
          </p:spPr>
        </p:sp>
        <p:sp>
          <p:nvSpPr>
            <p:cNvPr id="186401" name="Line 41"/>
            <p:cNvSpPr/>
            <p:nvPr/>
          </p:nvSpPr>
          <p:spPr>
            <a:xfrm>
              <a:off x="2449" y="1334"/>
              <a:ext cx="0" cy="1505"/>
            </a:xfrm>
            <a:prstGeom prst="line">
              <a:avLst/>
            </a:prstGeom>
            <a:ln w="19050" cap="flat" cmpd="sng">
              <a:solidFill>
                <a:schemeClr val="tx1"/>
              </a:solidFill>
              <a:prstDash val="solid"/>
              <a:headEnd type="none" w="med" len="med"/>
              <a:tailEnd type="none" w="med" len="med"/>
            </a:ln>
          </p:spPr>
        </p:sp>
        <p:sp>
          <p:nvSpPr>
            <p:cNvPr id="186402" name="Line 47"/>
            <p:cNvSpPr/>
            <p:nvPr/>
          </p:nvSpPr>
          <p:spPr>
            <a:xfrm>
              <a:off x="4124" y="1393"/>
              <a:ext cx="0" cy="940"/>
            </a:xfrm>
            <a:prstGeom prst="line">
              <a:avLst/>
            </a:prstGeom>
            <a:ln w="19050" cap="flat" cmpd="sng">
              <a:solidFill>
                <a:schemeClr val="tx1"/>
              </a:solidFill>
              <a:prstDash val="solid"/>
              <a:headEnd type="none" w="med" len="med"/>
              <a:tailEnd type="none" w="med" len="med"/>
            </a:ln>
          </p:spPr>
        </p:sp>
        <p:sp>
          <p:nvSpPr>
            <p:cNvPr id="186403" name="Line 48"/>
            <p:cNvSpPr/>
            <p:nvPr/>
          </p:nvSpPr>
          <p:spPr>
            <a:xfrm>
              <a:off x="4667" y="1393"/>
              <a:ext cx="0" cy="557"/>
            </a:xfrm>
            <a:prstGeom prst="line">
              <a:avLst/>
            </a:prstGeom>
            <a:ln w="19050" cap="flat" cmpd="sng">
              <a:solidFill>
                <a:srgbClr val="FF0000"/>
              </a:solidFill>
              <a:prstDash val="solid"/>
              <a:headEnd type="none" w="med" len="med"/>
              <a:tailEnd type="none" w="med" len="med"/>
            </a:ln>
          </p:spPr>
        </p:sp>
        <p:sp>
          <p:nvSpPr>
            <p:cNvPr id="186404" name="Line 49"/>
            <p:cNvSpPr/>
            <p:nvPr/>
          </p:nvSpPr>
          <p:spPr>
            <a:xfrm>
              <a:off x="4393" y="1307"/>
              <a:ext cx="0" cy="1284"/>
            </a:xfrm>
            <a:prstGeom prst="line">
              <a:avLst/>
            </a:prstGeom>
            <a:ln w="19050" cap="flat" cmpd="sng">
              <a:solidFill>
                <a:schemeClr val="tx1"/>
              </a:solidFill>
              <a:prstDash val="solid"/>
              <a:headEnd type="none" w="med" len="med"/>
              <a:tailEnd type="none" w="med" len="med"/>
            </a:ln>
          </p:spPr>
        </p:sp>
        <p:sp>
          <p:nvSpPr>
            <p:cNvPr id="186405" name="Rectangle 29"/>
            <p:cNvSpPr/>
            <p:nvPr/>
          </p:nvSpPr>
          <p:spPr>
            <a:xfrm>
              <a:off x="0"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6" name="Text Box 30"/>
            <p:cNvSpPr txBox="1"/>
            <p:nvPr/>
          </p:nvSpPr>
          <p:spPr>
            <a:xfrm>
              <a:off x="160" y="871"/>
              <a:ext cx="554"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07" name="Line 31"/>
            <p:cNvSpPr/>
            <p:nvPr/>
          </p:nvSpPr>
          <p:spPr>
            <a:xfrm rot="5400000" flipH="1">
              <a:off x="226" y="657"/>
              <a:ext cx="426" cy="0"/>
            </a:xfrm>
            <a:prstGeom prst="line">
              <a:avLst/>
            </a:prstGeom>
            <a:ln w="19050" cap="flat" cmpd="sng">
              <a:solidFill>
                <a:schemeClr val="tx1"/>
              </a:solidFill>
              <a:prstDash val="solid"/>
              <a:headEnd type="none" w="med" len="med"/>
              <a:tailEnd type="none" w="med" len="med"/>
            </a:ln>
          </p:spPr>
        </p:sp>
        <p:sp>
          <p:nvSpPr>
            <p:cNvPr id="186408" name="Rectangle 36"/>
            <p:cNvSpPr/>
            <p:nvPr/>
          </p:nvSpPr>
          <p:spPr>
            <a:xfrm>
              <a:off x="1953"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9" name="Text Box 37"/>
            <p:cNvSpPr txBox="1"/>
            <p:nvPr/>
          </p:nvSpPr>
          <p:spPr>
            <a:xfrm>
              <a:off x="2113"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0" name="Line 38"/>
            <p:cNvSpPr/>
            <p:nvPr/>
          </p:nvSpPr>
          <p:spPr>
            <a:xfrm rot="5400000" flipH="1">
              <a:off x="2180" y="657"/>
              <a:ext cx="426" cy="0"/>
            </a:xfrm>
            <a:prstGeom prst="line">
              <a:avLst/>
            </a:prstGeom>
            <a:ln w="19050" cap="flat" cmpd="sng">
              <a:solidFill>
                <a:schemeClr val="tx1"/>
              </a:solidFill>
              <a:prstDash val="solid"/>
              <a:headEnd type="none" w="med" len="med"/>
              <a:tailEnd type="none" w="med" len="med"/>
            </a:ln>
          </p:spPr>
        </p:sp>
        <p:sp>
          <p:nvSpPr>
            <p:cNvPr id="186411" name="Rectangle 44"/>
            <p:cNvSpPr/>
            <p:nvPr/>
          </p:nvSpPr>
          <p:spPr>
            <a:xfrm>
              <a:off x="3907"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2" name="Text Box 45"/>
            <p:cNvSpPr txBox="1"/>
            <p:nvPr/>
          </p:nvSpPr>
          <p:spPr>
            <a:xfrm>
              <a:off x="4067"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3" name="Line 46"/>
            <p:cNvSpPr/>
            <p:nvPr/>
          </p:nvSpPr>
          <p:spPr>
            <a:xfrm rot="5400000" flipH="1">
              <a:off x="4132" y="655"/>
              <a:ext cx="425" cy="0"/>
            </a:xfrm>
            <a:prstGeom prst="line">
              <a:avLst/>
            </a:prstGeom>
            <a:ln w="19050" cap="flat" cmpd="sng">
              <a:solidFill>
                <a:schemeClr val="tx1"/>
              </a:solidFill>
              <a:prstDash val="solid"/>
              <a:headEnd type="none" w="med" len="med"/>
              <a:tailEnd type="none" w="med" len="med"/>
            </a:ln>
          </p:spPr>
        </p:sp>
        <p:sp>
          <p:nvSpPr>
            <p:cNvPr id="186414" name="Rectangle 51"/>
            <p:cNvSpPr/>
            <p:nvPr/>
          </p:nvSpPr>
          <p:spPr>
            <a:xfrm>
              <a:off x="5752"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5" name="Text Box 52"/>
            <p:cNvSpPr txBox="1"/>
            <p:nvPr/>
          </p:nvSpPr>
          <p:spPr>
            <a:xfrm>
              <a:off x="5912" y="871"/>
              <a:ext cx="555"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16" name="Line 53"/>
            <p:cNvSpPr/>
            <p:nvPr/>
          </p:nvSpPr>
          <p:spPr>
            <a:xfrm rot="5400000" flipH="1">
              <a:off x="5979" y="657"/>
              <a:ext cx="426" cy="0"/>
            </a:xfrm>
            <a:prstGeom prst="line">
              <a:avLst/>
            </a:prstGeom>
            <a:ln w="19050" cap="flat" cmpd="sng">
              <a:solidFill>
                <a:schemeClr val="tx1"/>
              </a:solidFill>
              <a:prstDash val="solid"/>
              <a:headEnd type="none" w="med" len="med"/>
              <a:tailEnd type="none" w="med" len="med"/>
            </a:ln>
          </p:spPr>
        </p:sp>
        <p:sp>
          <p:nvSpPr>
            <p:cNvPr id="186417" name="Line 54"/>
            <p:cNvSpPr/>
            <p:nvPr/>
          </p:nvSpPr>
          <p:spPr>
            <a:xfrm>
              <a:off x="5969" y="1393"/>
              <a:ext cx="0" cy="940"/>
            </a:xfrm>
            <a:prstGeom prst="line">
              <a:avLst/>
            </a:prstGeom>
            <a:ln w="19050" cap="flat" cmpd="sng">
              <a:solidFill>
                <a:schemeClr val="tx1"/>
              </a:solidFill>
              <a:prstDash val="solid"/>
              <a:headEnd type="none" w="med" len="med"/>
              <a:tailEnd type="none" w="med" len="med"/>
            </a:ln>
          </p:spPr>
        </p:sp>
        <p:sp>
          <p:nvSpPr>
            <p:cNvPr id="186418" name="Line 55"/>
            <p:cNvSpPr/>
            <p:nvPr/>
          </p:nvSpPr>
          <p:spPr>
            <a:xfrm>
              <a:off x="6512" y="1393"/>
              <a:ext cx="0" cy="557"/>
            </a:xfrm>
            <a:prstGeom prst="line">
              <a:avLst/>
            </a:prstGeom>
            <a:ln w="19050" cap="flat" cmpd="sng">
              <a:solidFill>
                <a:srgbClr val="FF0000"/>
              </a:solidFill>
              <a:prstDash val="solid"/>
              <a:headEnd type="none" w="med" len="med"/>
              <a:tailEnd type="none" w="med" len="med"/>
            </a:ln>
          </p:spPr>
        </p:sp>
        <p:sp>
          <p:nvSpPr>
            <p:cNvPr id="186419" name="Line 56"/>
            <p:cNvSpPr/>
            <p:nvPr/>
          </p:nvSpPr>
          <p:spPr>
            <a:xfrm>
              <a:off x="6268" y="1344"/>
              <a:ext cx="0" cy="1505"/>
            </a:xfrm>
            <a:prstGeom prst="line">
              <a:avLst/>
            </a:prstGeom>
            <a:ln w="19050" cap="flat" cmpd="sng">
              <a:solidFill>
                <a:schemeClr val="tx1"/>
              </a:solidFill>
              <a:prstDash val="solid"/>
              <a:headEnd type="none" w="med" len="med"/>
              <a:tailEnd type="none" w="med" len="med"/>
            </a:ln>
          </p:spPr>
        </p:sp>
        <p:sp>
          <p:nvSpPr>
            <p:cNvPr id="186420" name="Line 57"/>
            <p:cNvSpPr/>
            <p:nvPr/>
          </p:nvSpPr>
          <p:spPr>
            <a:xfrm>
              <a:off x="759" y="1928"/>
              <a:ext cx="7125" cy="0"/>
            </a:xfrm>
            <a:prstGeom prst="line">
              <a:avLst/>
            </a:prstGeom>
            <a:ln w="19050" cap="flat" cmpd="sng">
              <a:solidFill>
                <a:srgbClr val="FF0000"/>
              </a:solidFill>
              <a:prstDash val="solid"/>
              <a:headEnd type="none" w="med" len="med"/>
              <a:tailEnd type="none" w="med" len="med"/>
            </a:ln>
          </p:spPr>
        </p:sp>
        <p:sp>
          <p:nvSpPr>
            <p:cNvPr id="186421" name="Line 58"/>
            <p:cNvSpPr/>
            <p:nvPr/>
          </p:nvSpPr>
          <p:spPr>
            <a:xfrm>
              <a:off x="2148" y="2333"/>
              <a:ext cx="3844" cy="0"/>
            </a:xfrm>
            <a:prstGeom prst="line">
              <a:avLst/>
            </a:prstGeom>
            <a:ln w="19050" cap="flat" cmpd="sng">
              <a:solidFill>
                <a:schemeClr val="tx1"/>
              </a:solidFill>
              <a:prstDash val="solid"/>
              <a:headEnd type="none" w="med" len="med"/>
              <a:tailEnd type="none" w="med" len="med"/>
            </a:ln>
          </p:spPr>
        </p:sp>
        <p:sp>
          <p:nvSpPr>
            <p:cNvPr id="186422" name="Line 59"/>
            <p:cNvSpPr/>
            <p:nvPr/>
          </p:nvSpPr>
          <p:spPr>
            <a:xfrm>
              <a:off x="481" y="2631"/>
              <a:ext cx="3921" cy="0"/>
            </a:xfrm>
            <a:prstGeom prst="line">
              <a:avLst/>
            </a:prstGeom>
            <a:ln w="19050" cap="flat" cmpd="sng">
              <a:solidFill>
                <a:schemeClr val="tx1"/>
              </a:solidFill>
              <a:prstDash val="solid"/>
              <a:headEnd type="none" w="med" len="med"/>
              <a:tailEnd type="none" w="med" len="med"/>
            </a:ln>
          </p:spPr>
        </p:sp>
        <p:sp>
          <p:nvSpPr>
            <p:cNvPr id="186423" name="Line 60"/>
            <p:cNvSpPr/>
            <p:nvPr/>
          </p:nvSpPr>
          <p:spPr>
            <a:xfrm>
              <a:off x="2434" y="2840"/>
              <a:ext cx="3840" cy="0"/>
            </a:xfrm>
            <a:prstGeom prst="line">
              <a:avLst/>
            </a:prstGeom>
            <a:ln w="19050" cap="flat" cmpd="sng">
              <a:solidFill>
                <a:schemeClr val="tx1"/>
              </a:solidFill>
              <a:prstDash val="solid"/>
              <a:headEnd type="none" w="med" len="med"/>
              <a:tailEnd type="none" w="med" len="med"/>
            </a:ln>
          </p:spPr>
        </p:sp>
        <p:sp>
          <p:nvSpPr>
            <p:cNvPr id="186424" name="Line 61"/>
            <p:cNvSpPr/>
            <p:nvPr/>
          </p:nvSpPr>
          <p:spPr>
            <a:xfrm>
              <a:off x="4341" y="2631"/>
              <a:ext cx="543" cy="0"/>
            </a:xfrm>
            <a:prstGeom prst="line">
              <a:avLst/>
            </a:prstGeom>
            <a:ln w="19050" cap="flat" cmpd="sng">
              <a:solidFill>
                <a:schemeClr val="tx1"/>
              </a:solidFill>
              <a:prstDash val="solid"/>
              <a:headEnd type="none" w="med" len="med"/>
              <a:tailEnd type="none" w="med" len="med"/>
            </a:ln>
          </p:spPr>
        </p:sp>
        <p:sp>
          <p:nvSpPr>
            <p:cNvPr id="186425" name="Line 62"/>
            <p:cNvSpPr/>
            <p:nvPr/>
          </p:nvSpPr>
          <p:spPr>
            <a:xfrm flipH="1">
              <a:off x="4220" y="4833"/>
              <a:ext cx="651" cy="0"/>
            </a:xfrm>
            <a:prstGeom prst="line">
              <a:avLst/>
            </a:prstGeom>
            <a:ln w="19050" cap="flat" cmpd="sng">
              <a:solidFill>
                <a:schemeClr val="tx1"/>
              </a:solidFill>
              <a:prstDash val="solid"/>
              <a:headEnd type="none" w="med" len="med"/>
              <a:tailEnd type="none" w="med" len="med"/>
            </a:ln>
          </p:spPr>
        </p:sp>
        <p:sp>
          <p:nvSpPr>
            <p:cNvPr id="186426" name="Line 63"/>
            <p:cNvSpPr/>
            <p:nvPr/>
          </p:nvSpPr>
          <p:spPr>
            <a:xfrm flipV="1">
              <a:off x="4233" y="3006"/>
              <a:ext cx="0" cy="1805"/>
            </a:xfrm>
            <a:prstGeom prst="line">
              <a:avLst/>
            </a:prstGeom>
            <a:ln w="19050" cap="flat" cmpd="sng">
              <a:solidFill>
                <a:schemeClr val="tx1"/>
              </a:solidFill>
              <a:prstDash val="solid"/>
              <a:headEnd type="none" w="med" len="med"/>
              <a:tailEnd type="none" w="med" len="med"/>
            </a:ln>
          </p:spPr>
        </p:sp>
        <p:sp>
          <p:nvSpPr>
            <p:cNvPr id="186427" name="Line 64"/>
            <p:cNvSpPr/>
            <p:nvPr/>
          </p:nvSpPr>
          <p:spPr>
            <a:xfrm>
              <a:off x="4233" y="2997"/>
              <a:ext cx="1628" cy="0"/>
            </a:xfrm>
            <a:prstGeom prst="line">
              <a:avLst/>
            </a:prstGeom>
            <a:ln w="19050" cap="flat" cmpd="sng">
              <a:solidFill>
                <a:schemeClr val="tx1"/>
              </a:solidFill>
              <a:prstDash val="solid"/>
              <a:headEnd type="none" w="med" len="med"/>
              <a:tailEnd type="none" w="med" len="med"/>
            </a:ln>
          </p:spPr>
        </p:sp>
        <p:sp>
          <p:nvSpPr>
            <p:cNvPr id="186428" name="Line 65"/>
            <p:cNvSpPr/>
            <p:nvPr/>
          </p:nvSpPr>
          <p:spPr>
            <a:xfrm>
              <a:off x="3821" y="2631"/>
              <a:ext cx="0" cy="3361"/>
            </a:xfrm>
            <a:prstGeom prst="line">
              <a:avLst/>
            </a:prstGeom>
            <a:ln w="19050" cap="flat" cmpd="sng">
              <a:solidFill>
                <a:schemeClr val="tx1"/>
              </a:solidFill>
              <a:prstDash val="solid"/>
              <a:headEnd type="none" w="med" len="med"/>
              <a:tailEnd type="none" w="med" len="med"/>
            </a:ln>
          </p:spPr>
        </p:sp>
        <p:sp>
          <p:nvSpPr>
            <p:cNvPr id="186429" name="Rectangle 66"/>
            <p:cNvSpPr/>
            <p:nvPr/>
          </p:nvSpPr>
          <p:spPr>
            <a:xfrm>
              <a:off x="651" y="5233"/>
              <a:ext cx="977" cy="4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30" name="Text Box 67"/>
            <p:cNvSpPr txBox="1"/>
            <p:nvPr/>
          </p:nvSpPr>
          <p:spPr>
            <a:xfrm>
              <a:off x="759" y="5223"/>
              <a:ext cx="869" cy="53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600" dirty="0">
                  <a:solidFill>
                    <a:schemeClr val="tx1"/>
                  </a:solidFill>
                  <a:latin typeface="黑体" panose="02010609060101010101" pitchFamily="2" charset="-122"/>
                  <a:ea typeface="黑体" panose="02010609060101010101" pitchFamily="2" charset="-122"/>
                </a:rPr>
                <a:t>＝</a:t>
              </a: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31" name="Line 68"/>
            <p:cNvSpPr/>
            <p:nvPr/>
          </p:nvSpPr>
          <p:spPr>
            <a:xfrm>
              <a:off x="1411" y="5705"/>
              <a:ext cx="0" cy="289"/>
            </a:xfrm>
            <a:prstGeom prst="line">
              <a:avLst/>
            </a:prstGeom>
            <a:ln w="19050" cap="flat" cmpd="sng">
              <a:solidFill>
                <a:schemeClr val="tx1"/>
              </a:solidFill>
              <a:prstDash val="solid"/>
              <a:headEnd type="none" w="med" len="med"/>
              <a:tailEnd type="none" w="med" len="med"/>
            </a:ln>
          </p:spPr>
        </p:sp>
        <p:sp>
          <p:nvSpPr>
            <p:cNvPr id="186432" name="Line 69"/>
            <p:cNvSpPr/>
            <p:nvPr/>
          </p:nvSpPr>
          <p:spPr>
            <a:xfrm>
              <a:off x="1411" y="5998"/>
              <a:ext cx="2424" cy="0"/>
            </a:xfrm>
            <a:prstGeom prst="line">
              <a:avLst/>
            </a:prstGeom>
            <a:ln w="19050" cap="flat" cmpd="sng">
              <a:solidFill>
                <a:schemeClr val="tx1"/>
              </a:solidFill>
              <a:prstDash val="solid"/>
              <a:headEnd type="none" w="med" len="med"/>
              <a:tailEnd type="none" w="med" len="med"/>
            </a:ln>
          </p:spPr>
        </p:sp>
        <p:sp>
          <p:nvSpPr>
            <p:cNvPr id="186433" name="Line 70"/>
            <p:cNvSpPr/>
            <p:nvPr/>
          </p:nvSpPr>
          <p:spPr>
            <a:xfrm>
              <a:off x="868" y="5705"/>
              <a:ext cx="0" cy="289"/>
            </a:xfrm>
            <a:prstGeom prst="line">
              <a:avLst/>
            </a:prstGeom>
            <a:ln w="19050" cap="flat" cmpd="sng">
              <a:solidFill>
                <a:schemeClr val="tx1"/>
              </a:solidFill>
              <a:prstDash val="solid"/>
              <a:headEnd type="none" w="med" len="med"/>
              <a:tailEnd type="none" w="med" len="med"/>
            </a:ln>
          </p:spPr>
        </p:sp>
        <p:sp>
          <p:nvSpPr>
            <p:cNvPr id="186434" name="Line 71"/>
            <p:cNvSpPr/>
            <p:nvPr/>
          </p:nvSpPr>
          <p:spPr>
            <a:xfrm flipH="1">
              <a:off x="0" y="5998"/>
              <a:ext cx="868" cy="0"/>
            </a:xfrm>
            <a:prstGeom prst="line">
              <a:avLst/>
            </a:prstGeom>
            <a:ln w="19050" cap="flat" cmpd="sng">
              <a:solidFill>
                <a:schemeClr val="tx1"/>
              </a:solidFill>
              <a:prstDash val="solid"/>
              <a:headEnd type="none" w="med" len="med"/>
              <a:tailEnd type="none" w="med" len="med"/>
            </a:ln>
          </p:spPr>
        </p:sp>
        <p:sp>
          <p:nvSpPr>
            <p:cNvPr id="186435" name="Line 72"/>
            <p:cNvSpPr/>
            <p:nvPr/>
          </p:nvSpPr>
          <p:spPr>
            <a:xfrm flipV="1">
              <a:off x="0" y="2999"/>
              <a:ext cx="0" cy="3017"/>
            </a:xfrm>
            <a:prstGeom prst="line">
              <a:avLst/>
            </a:prstGeom>
            <a:ln w="19050" cap="flat" cmpd="sng">
              <a:solidFill>
                <a:schemeClr val="tx1"/>
              </a:solidFill>
              <a:prstDash val="solid"/>
              <a:headEnd type="none" w="med" len="med"/>
              <a:tailEnd type="none" w="med" len="med"/>
            </a:ln>
          </p:spPr>
        </p:sp>
        <p:sp>
          <p:nvSpPr>
            <p:cNvPr id="186436" name="Line 73"/>
            <p:cNvSpPr/>
            <p:nvPr/>
          </p:nvSpPr>
          <p:spPr>
            <a:xfrm rot="-5400000" flipH="1">
              <a:off x="756" y="4874"/>
              <a:ext cx="757" cy="0"/>
            </a:xfrm>
            <a:prstGeom prst="line">
              <a:avLst/>
            </a:prstGeom>
            <a:ln w="19050" cap="flat" cmpd="sng">
              <a:solidFill>
                <a:schemeClr val="tx1"/>
              </a:solidFill>
              <a:prstDash val="solid"/>
              <a:headEnd type="none" w="med" len="med"/>
              <a:tailEnd type="none" w="med" len="med"/>
            </a:ln>
          </p:spPr>
        </p:sp>
        <p:sp>
          <p:nvSpPr>
            <p:cNvPr id="186437" name="Line 74"/>
            <p:cNvSpPr/>
            <p:nvPr/>
          </p:nvSpPr>
          <p:spPr>
            <a:xfrm rot="-5400000">
              <a:off x="440" y="2832"/>
              <a:ext cx="1399" cy="0"/>
            </a:xfrm>
            <a:prstGeom prst="line">
              <a:avLst/>
            </a:prstGeom>
            <a:ln w="19050" cap="flat" cmpd="sng">
              <a:solidFill>
                <a:schemeClr val="tx1"/>
              </a:solidFill>
              <a:prstDash val="solid"/>
              <a:headEnd type="none" w="med" len="med"/>
              <a:tailEnd type="none" w="med" len="med"/>
            </a:ln>
          </p:spPr>
        </p:sp>
        <p:sp>
          <p:nvSpPr>
            <p:cNvPr id="186438" name="Line 75"/>
            <p:cNvSpPr/>
            <p:nvPr/>
          </p:nvSpPr>
          <p:spPr>
            <a:xfrm rot="-5400000" flipH="1">
              <a:off x="1906" y="4749"/>
              <a:ext cx="511" cy="0"/>
            </a:xfrm>
            <a:prstGeom prst="line">
              <a:avLst/>
            </a:prstGeom>
            <a:ln w="28575" cap="flat" cmpd="sng">
              <a:solidFill>
                <a:srgbClr val="FF0000"/>
              </a:solidFill>
              <a:prstDash val="solid"/>
              <a:headEnd type="none" w="med" len="med"/>
              <a:tailEnd type="none" w="med" len="med"/>
            </a:ln>
          </p:spPr>
        </p:sp>
        <p:grpSp>
          <p:nvGrpSpPr>
            <p:cNvPr id="186439" name="Group 76"/>
            <p:cNvGrpSpPr/>
            <p:nvPr/>
          </p:nvGrpSpPr>
          <p:grpSpPr>
            <a:xfrm>
              <a:off x="2082" y="2345"/>
              <a:ext cx="143" cy="1192"/>
              <a:chOff x="0" y="0"/>
              <a:chExt cx="63" cy="618"/>
            </a:xfrm>
          </p:grpSpPr>
          <p:sp>
            <p:nvSpPr>
              <p:cNvPr id="186473" name="Line 77"/>
              <p:cNvSpPr/>
              <p:nvPr/>
            </p:nvSpPr>
            <p:spPr>
              <a:xfrm rot="5400000" flipH="1">
                <a:off x="-243" y="272"/>
                <a:ext cx="544" cy="0"/>
              </a:xfrm>
              <a:prstGeom prst="line">
                <a:avLst/>
              </a:prstGeom>
              <a:ln w="19050" cap="flat" cmpd="sng">
                <a:solidFill>
                  <a:schemeClr val="tx1"/>
                </a:solidFill>
                <a:prstDash val="solid"/>
                <a:headEnd type="none" w="med" len="med"/>
                <a:tailEnd type="none" w="med" len="med"/>
              </a:ln>
            </p:spPr>
          </p:sp>
          <p:sp>
            <p:nvSpPr>
              <p:cNvPr id="186474" name="Oval 78"/>
              <p:cNvSpPr/>
              <p:nvPr/>
            </p:nvSpPr>
            <p:spPr>
              <a:xfrm rot="5400000">
                <a:off x="0" y="553"/>
                <a:ext cx="62" cy="63"/>
              </a:xfrm>
              <a:prstGeom prst="ellipse">
                <a:avLst/>
              </a:prstGeom>
              <a:noFill/>
              <a:ln w="1905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440" name="Line 79"/>
            <p:cNvSpPr/>
            <p:nvPr/>
          </p:nvSpPr>
          <p:spPr>
            <a:xfrm>
              <a:off x="217" y="2113"/>
              <a:ext cx="1953" cy="0"/>
            </a:xfrm>
            <a:prstGeom prst="line">
              <a:avLst/>
            </a:prstGeom>
            <a:ln w="19050" cap="flat" cmpd="sng">
              <a:solidFill>
                <a:schemeClr val="tx1"/>
              </a:solidFill>
              <a:prstDash val="solid"/>
              <a:headEnd type="none" w="med" len="med"/>
              <a:tailEnd type="none" w="med" len="med"/>
            </a:ln>
          </p:spPr>
        </p:sp>
        <p:sp>
          <p:nvSpPr>
            <p:cNvPr id="186441" name="Line 81"/>
            <p:cNvSpPr/>
            <p:nvPr/>
          </p:nvSpPr>
          <p:spPr>
            <a:xfrm>
              <a:off x="-10" y="3022"/>
              <a:ext cx="1177" cy="0"/>
            </a:xfrm>
            <a:prstGeom prst="line">
              <a:avLst/>
            </a:prstGeom>
            <a:ln w="19050" cap="flat" cmpd="sng">
              <a:solidFill>
                <a:schemeClr val="tx1"/>
              </a:solidFill>
              <a:prstDash val="solid"/>
              <a:headEnd type="none" w="med" len="med"/>
              <a:tailEnd type="none" w="med" len="med"/>
            </a:ln>
          </p:spPr>
        </p:sp>
        <p:sp>
          <p:nvSpPr>
            <p:cNvPr id="186442" name="Rectangle 82"/>
            <p:cNvSpPr/>
            <p:nvPr/>
          </p:nvSpPr>
          <p:spPr>
            <a:xfrm rot="-5400000">
              <a:off x="1189" y="3229"/>
              <a:ext cx="954"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3" name="Text Box 83"/>
            <p:cNvSpPr txBox="1"/>
            <p:nvPr/>
          </p:nvSpPr>
          <p:spPr>
            <a:xfrm>
              <a:off x="976" y="3978"/>
              <a:ext cx="349"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4" name="Text Box 84"/>
            <p:cNvSpPr txBox="1"/>
            <p:nvPr/>
          </p:nvSpPr>
          <p:spPr>
            <a:xfrm>
              <a:off x="976" y="3531"/>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5" name="AutoShape 85"/>
            <p:cNvSpPr/>
            <p:nvPr/>
          </p:nvSpPr>
          <p:spPr>
            <a:xfrm>
              <a:off x="2075"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6" name="Text Box 86"/>
            <p:cNvSpPr txBox="1"/>
            <p:nvPr/>
          </p:nvSpPr>
          <p:spPr>
            <a:xfrm>
              <a:off x="1737" y="3999"/>
              <a:ext cx="2261"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7" name="Text Box 87"/>
            <p:cNvSpPr txBox="1"/>
            <p:nvPr/>
          </p:nvSpPr>
          <p:spPr>
            <a:xfrm>
              <a:off x="1953" y="3410"/>
              <a:ext cx="35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8" name="Text Box 88"/>
            <p:cNvSpPr txBox="1"/>
            <p:nvPr/>
          </p:nvSpPr>
          <p:spPr>
            <a:xfrm>
              <a:off x="1736" y="3721"/>
              <a:ext cx="2907"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49" name="Line 90"/>
            <p:cNvSpPr/>
            <p:nvPr/>
          </p:nvSpPr>
          <p:spPr>
            <a:xfrm rot="-10800000" flipH="1">
              <a:off x="2595" y="4004"/>
              <a:ext cx="373" cy="0"/>
            </a:xfrm>
            <a:prstGeom prst="line">
              <a:avLst/>
            </a:prstGeom>
            <a:ln w="19050" cap="flat" cmpd="sng">
              <a:solidFill>
                <a:srgbClr val="0000CC"/>
              </a:solidFill>
              <a:prstDash val="solid"/>
              <a:headEnd type="none" w="med" len="med"/>
              <a:tailEnd type="none" w="med" len="med"/>
            </a:ln>
          </p:spPr>
        </p:sp>
        <p:sp>
          <p:nvSpPr>
            <p:cNvPr id="186450" name="Text Box 91"/>
            <p:cNvSpPr txBox="1"/>
            <p:nvPr/>
          </p:nvSpPr>
          <p:spPr>
            <a:xfrm>
              <a:off x="1085" y="2979"/>
              <a:ext cx="868"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451" name="Rectangle 92"/>
            <p:cNvSpPr/>
            <p:nvPr/>
          </p:nvSpPr>
          <p:spPr>
            <a:xfrm>
              <a:off x="7102" y="4648"/>
              <a:ext cx="495" cy="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52" name="Text Box 93"/>
            <p:cNvSpPr txBox="1"/>
            <p:nvPr/>
          </p:nvSpPr>
          <p:spPr>
            <a:xfrm>
              <a:off x="7102" y="4667"/>
              <a:ext cx="604"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6453" name="Line 94"/>
            <p:cNvSpPr/>
            <p:nvPr/>
          </p:nvSpPr>
          <p:spPr>
            <a:xfrm flipH="1">
              <a:off x="2150" y="4980"/>
              <a:ext cx="4819" cy="0"/>
            </a:xfrm>
            <a:prstGeom prst="line">
              <a:avLst/>
            </a:prstGeom>
            <a:ln w="19050" cap="flat" cmpd="sng">
              <a:solidFill>
                <a:srgbClr val="FF0000"/>
              </a:solidFill>
              <a:prstDash val="solid"/>
              <a:headEnd type="none" w="med" len="med"/>
              <a:tailEnd type="none" w="med" len="med"/>
            </a:ln>
          </p:spPr>
        </p:sp>
        <p:sp>
          <p:nvSpPr>
            <p:cNvPr id="186454" name="Line 96"/>
            <p:cNvSpPr/>
            <p:nvPr/>
          </p:nvSpPr>
          <p:spPr>
            <a:xfrm>
              <a:off x="7615" y="5013"/>
              <a:ext cx="652" cy="0"/>
            </a:xfrm>
            <a:prstGeom prst="line">
              <a:avLst/>
            </a:prstGeom>
            <a:ln w="19050" cap="flat" cmpd="sng">
              <a:solidFill>
                <a:srgbClr val="FF0000"/>
              </a:solidFill>
              <a:prstDash val="solid"/>
              <a:headEnd type="none" w="med" len="med"/>
              <a:tailEnd type="none" w="med" len="med"/>
            </a:ln>
          </p:spPr>
        </p:sp>
        <p:sp>
          <p:nvSpPr>
            <p:cNvPr id="186455" name="Line 97"/>
            <p:cNvSpPr/>
            <p:nvPr/>
          </p:nvSpPr>
          <p:spPr>
            <a:xfrm>
              <a:off x="2948" y="4019"/>
              <a:ext cx="0" cy="1781"/>
            </a:xfrm>
            <a:prstGeom prst="line">
              <a:avLst/>
            </a:prstGeom>
            <a:ln w="19050" cap="flat" cmpd="sng">
              <a:solidFill>
                <a:srgbClr val="0000CC"/>
              </a:solidFill>
              <a:prstDash val="solid"/>
              <a:headEnd type="none" w="med" len="med"/>
              <a:tailEnd type="none" w="med" len="med"/>
            </a:ln>
          </p:spPr>
        </p:sp>
        <p:sp>
          <p:nvSpPr>
            <p:cNvPr id="186456" name="Line 98"/>
            <p:cNvSpPr/>
            <p:nvPr/>
          </p:nvSpPr>
          <p:spPr>
            <a:xfrm>
              <a:off x="2948" y="5778"/>
              <a:ext cx="4871" cy="0"/>
            </a:xfrm>
            <a:prstGeom prst="line">
              <a:avLst/>
            </a:prstGeom>
            <a:ln w="19050" cap="flat" cmpd="sng">
              <a:solidFill>
                <a:srgbClr val="0000CC"/>
              </a:solidFill>
              <a:prstDash val="solid"/>
              <a:headEnd type="none" w="med" len="med"/>
              <a:tailEnd type="none" w="med" len="med"/>
            </a:ln>
          </p:spPr>
        </p:sp>
        <p:sp>
          <p:nvSpPr>
            <p:cNvPr id="186457" name="Line 99"/>
            <p:cNvSpPr/>
            <p:nvPr/>
          </p:nvSpPr>
          <p:spPr>
            <a:xfrm>
              <a:off x="6639" y="4019"/>
              <a:ext cx="0" cy="1781"/>
            </a:xfrm>
            <a:prstGeom prst="line">
              <a:avLst/>
            </a:prstGeom>
            <a:ln w="19050" cap="flat" cmpd="sng">
              <a:solidFill>
                <a:srgbClr val="0000CC"/>
              </a:solidFill>
              <a:prstDash val="solid"/>
              <a:headEnd type="none" w="med" len="med"/>
              <a:tailEnd type="none" w="med" len="med"/>
            </a:ln>
          </p:spPr>
        </p:sp>
        <p:sp>
          <p:nvSpPr>
            <p:cNvPr id="186458" name="Line 198"/>
            <p:cNvSpPr/>
            <p:nvPr/>
          </p:nvSpPr>
          <p:spPr>
            <a:xfrm>
              <a:off x="7878" y="1943"/>
              <a:ext cx="0" cy="3110"/>
            </a:xfrm>
            <a:prstGeom prst="line">
              <a:avLst/>
            </a:prstGeom>
            <a:ln w="19050" cap="flat" cmpd="sng">
              <a:solidFill>
                <a:srgbClr val="FF0000"/>
              </a:solidFill>
              <a:prstDash val="solid"/>
              <a:headEnd type="none" w="med" len="med"/>
              <a:tailEnd type="none" w="med" len="med"/>
            </a:ln>
          </p:spPr>
        </p:sp>
        <p:sp>
          <p:nvSpPr>
            <p:cNvPr id="186459" name="Line 199"/>
            <p:cNvSpPr/>
            <p:nvPr/>
          </p:nvSpPr>
          <p:spPr>
            <a:xfrm rot="-5400000" flipH="1">
              <a:off x="5580" y="4753"/>
              <a:ext cx="511" cy="0"/>
            </a:xfrm>
            <a:prstGeom prst="line">
              <a:avLst/>
            </a:prstGeom>
            <a:ln w="19050" cap="flat" cmpd="sng">
              <a:solidFill>
                <a:schemeClr val="tx1"/>
              </a:solidFill>
              <a:prstDash val="solid"/>
              <a:headEnd type="none" w="med" len="med"/>
              <a:tailEnd type="none" w="med" len="med"/>
            </a:ln>
          </p:spPr>
        </p:sp>
        <p:sp>
          <p:nvSpPr>
            <p:cNvPr id="186460" name="Oval 200"/>
            <p:cNvSpPr/>
            <p:nvPr/>
          </p:nvSpPr>
          <p:spPr>
            <a:xfrm>
              <a:off x="6585" y="5730"/>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1" name="Oval 201"/>
            <p:cNvSpPr/>
            <p:nvPr/>
          </p:nvSpPr>
          <p:spPr>
            <a:xfrm>
              <a:off x="6474"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2" name="Oval 202"/>
            <p:cNvSpPr/>
            <p:nvPr/>
          </p:nvSpPr>
          <p:spPr>
            <a:xfrm>
              <a:off x="4619" y="1874"/>
              <a:ext cx="108"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3" name="Oval 203"/>
            <p:cNvSpPr/>
            <p:nvPr/>
          </p:nvSpPr>
          <p:spPr>
            <a:xfrm>
              <a:off x="2665"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4" name="Oval 204"/>
            <p:cNvSpPr/>
            <p:nvPr/>
          </p:nvSpPr>
          <p:spPr>
            <a:xfrm>
              <a:off x="1093" y="206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5" name="Oval 205"/>
            <p:cNvSpPr/>
            <p:nvPr/>
          </p:nvSpPr>
          <p:spPr>
            <a:xfrm>
              <a:off x="4056" y="229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6" name="Oval 206"/>
            <p:cNvSpPr/>
            <p:nvPr/>
          </p:nvSpPr>
          <p:spPr>
            <a:xfrm>
              <a:off x="3776" y="257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7" name="Oval 207"/>
            <p:cNvSpPr/>
            <p:nvPr/>
          </p:nvSpPr>
          <p:spPr>
            <a:xfrm>
              <a:off x="5793" y="279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8" name="Oval 208"/>
            <p:cNvSpPr/>
            <p:nvPr/>
          </p:nvSpPr>
          <p:spPr>
            <a:xfrm>
              <a:off x="1085" y="2977"/>
              <a:ext cx="108" cy="93"/>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9" name="Oval 209"/>
            <p:cNvSpPr/>
            <p:nvPr/>
          </p:nvSpPr>
          <p:spPr>
            <a:xfrm>
              <a:off x="5797" y="2962"/>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0" name="Oval 210"/>
            <p:cNvSpPr/>
            <p:nvPr/>
          </p:nvSpPr>
          <p:spPr>
            <a:xfrm>
              <a:off x="7824" y="4966"/>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1" name="Oval 215"/>
            <p:cNvSpPr/>
            <p:nvPr/>
          </p:nvSpPr>
          <p:spPr>
            <a:xfrm>
              <a:off x="4341" y="2572"/>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2" name="Oval 89"/>
            <p:cNvSpPr/>
            <p:nvPr/>
          </p:nvSpPr>
          <p:spPr>
            <a:xfrm rot="10800000">
              <a:off x="1061" y="2949"/>
              <a:ext cx="141"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372" name="Oval 29"/>
          <p:cNvSpPr/>
          <p:nvPr/>
        </p:nvSpPr>
        <p:spPr>
          <a:xfrm>
            <a:off x="2819400" y="3388043"/>
            <a:ext cx="111125" cy="825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3" name="Oval 29"/>
          <p:cNvSpPr/>
          <p:nvPr/>
        </p:nvSpPr>
        <p:spPr>
          <a:xfrm>
            <a:off x="5164138" y="3386138"/>
            <a:ext cx="111125" cy="841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4" name="Oval 29"/>
          <p:cNvSpPr/>
          <p:nvPr/>
        </p:nvSpPr>
        <p:spPr>
          <a:xfrm>
            <a:off x="5676900" y="4006850"/>
            <a:ext cx="111125" cy="825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 name="Oval 200"/>
          <p:cNvSpPr/>
          <p:nvPr/>
        </p:nvSpPr>
        <p:spPr>
          <a:xfrm>
            <a:off x="4934903" y="4014454"/>
            <a:ext cx="69215" cy="5906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a:xfrm>
            <a:off x="533400" y="515938"/>
            <a:ext cx="77724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四输出脉冲分配器波形图</a:t>
            </a:r>
            <a:endParaRPr lang="zh-CN" altLang="en-US" sz="2000" b="1" dirty="0">
              <a:latin typeface="华文新魏" panose="02010800040101010101" pitchFamily="2" charset="-122"/>
              <a:ea typeface="华文新魏" panose="02010800040101010101" pitchFamily="2" charset="-122"/>
            </a:endParaRPr>
          </a:p>
        </p:txBody>
      </p:sp>
      <p:grpSp>
        <p:nvGrpSpPr>
          <p:cNvPr id="187395" name="Group 3"/>
          <p:cNvGrpSpPr/>
          <p:nvPr/>
        </p:nvGrpSpPr>
        <p:grpSpPr>
          <a:xfrm>
            <a:off x="1270000" y="915988"/>
            <a:ext cx="5673725" cy="3327400"/>
            <a:chOff x="0" y="0"/>
            <a:chExt cx="8935" cy="5241"/>
          </a:xfrm>
        </p:grpSpPr>
        <p:grpSp>
          <p:nvGrpSpPr>
            <p:cNvPr id="187396" name="Group 584"/>
            <p:cNvGrpSpPr/>
            <p:nvPr/>
          </p:nvGrpSpPr>
          <p:grpSpPr>
            <a:xfrm>
              <a:off x="1440" y="652"/>
              <a:ext cx="7482" cy="311"/>
              <a:chOff x="0" y="0"/>
              <a:chExt cx="2993" cy="166"/>
            </a:xfrm>
          </p:grpSpPr>
          <p:sp>
            <p:nvSpPr>
              <p:cNvPr id="187865" name="Line 8"/>
              <p:cNvSpPr/>
              <p:nvPr/>
            </p:nvSpPr>
            <p:spPr>
              <a:xfrm>
                <a:off x="0" y="166"/>
                <a:ext cx="401" cy="0"/>
              </a:xfrm>
              <a:prstGeom prst="line">
                <a:avLst/>
              </a:prstGeom>
              <a:ln w="28575" cap="flat" cmpd="sng">
                <a:solidFill>
                  <a:srgbClr val="0000CC"/>
                </a:solidFill>
                <a:prstDash val="solid"/>
                <a:headEnd type="none" w="med" len="med"/>
                <a:tailEnd type="none" w="med" len="med"/>
              </a:ln>
            </p:spPr>
          </p:sp>
          <p:sp>
            <p:nvSpPr>
              <p:cNvPr id="187866" name="Line 9"/>
              <p:cNvSpPr/>
              <p:nvPr/>
            </p:nvSpPr>
            <p:spPr>
              <a:xfrm>
                <a:off x="405" y="0"/>
                <a:ext cx="175" cy="0"/>
              </a:xfrm>
              <a:prstGeom prst="line">
                <a:avLst/>
              </a:prstGeom>
              <a:ln w="28575" cap="flat" cmpd="sng">
                <a:solidFill>
                  <a:srgbClr val="0000CC"/>
                </a:solidFill>
                <a:prstDash val="solid"/>
                <a:headEnd type="none" w="med" len="med"/>
                <a:tailEnd type="none" w="med" len="med"/>
              </a:ln>
            </p:spPr>
          </p:sp>
          <p:sp>
            <p:nvSpPr>
              <p:cNvPr id="187867" name="Line 10"/>
              <p:cNvSpPr/>
              <p:nvPr/>
            </p:nvSpPr>
            <p:spPr>
              <a:xfrm>
                <a:off x="405" y="0"/>
                <a:ext cx="0" cy="166"/>
              </a:xfrm>
              <a:prstGeom prst="line">
                <a:avLst/>
              </a:prstGeom>
              <a:ln w="28575" cap="flat" cmpd="sng">
                <a:solidFill>
                  <a:srgbClr val="0000CC"/>
                </a:solidFill>
                <a:prstDash val="solid"/>
                <a:headEnd type="none" w="med" len="med"/>
                <a:tailEnd type="none" w="med" len="med"/>
              </a:ln>
            </p:spPr>
          </p:sp>
          <p:sp>
            <p:nvSpPr>
              <p:cNvPr id="187868" name="Line 11"/>
              <p:cNvSpPr/>
              <p:nvPr/>
            </p:nvSpPr>
            <p:spPr>
              <a:xfrm>
                <a:off x="580" y="0"/>
                <a:ext cx="0" cy="166"/>
              </a:xfrm>
              <a:prstGeom prst="line">
                <a:avLst/>
              </a:prstGeom>
              <a:ln w="28575" cap="flat" cmpd="sng">
                <a:solidFill>
                  <a:srgbClr val="0000CC"/>
                </a:solidFill>
                <a:prstDash val="solid"/>
                <a:headEnd type="none" w="med" len="med"/>
                <a:tailEnd type="none" w="med" len="med"/>
              </a:ln>
            </p:spPr>
          </p:sp>
          <p:sp>
            <p:nvSpPr>
              <p:cNvPr id="187869" name="Line 13"/>
              <p:cNvSpPr/>
              <p:nvPr/>
            </p:nvSpPr>
            <p:spPr>
              <a:xfrm>
                <a:off x="580" y="166"/>
                <a:ext cx="175" cy="0"/>
              </a:xfrm>
              <a:prstGeom prst="line">
                <a:avLst/>
              </a:prstGeom>
              <a:ln w="28575" cap="flat" cmpd="sng">
                <a:solidFill>
                  <a:srgbClr val="0000CC"/>
                </a:solidFill>
                <a:prstDash val="solid"/>
                <a:headEnd type="none" w="med" len="med"/>
                <a:tailEnd type="none" w="med" len="med"/>
              </a:ln>
            </p:spPr>
          </p:sp>
          <p:sp>
            <p:nvSpPr>
              <p:cNvPr id="187870" name="Line 14"/>
              <p:cNvSpPr/>
              <p:nvPr/>
            </p:nvSpPr>
            <p:spPr>
              <a:xfrm>
                <a:off x="749" y="0"/>
                <a:ext cx="175" cy="0"/>
              </a:xfrm>
              <a:prstGeom prst="line">
                <a:avLst/>
              </a:prstGeom>
              <a:ln w="28575" cap="flat" cmpd="sng">
                <a:solidFill>
                  <a:srgbClr val="0000CC"/>
                </a:solidFill>
                <a:prstDash val="solid"/>
                <a:headEnd type="none" w="med" len="med"/>
                <a:tailEnd type="none" w="med" len="med"/>
              </a:ln>
            </p:spPr>
          </p:sp>
          <p:sp>
            <p:nvSpPr>
              <p:cNvPr id="187871" name="Line 15"/>
              <p:cNvSpPr/>
              <p:nvPr/>
            </p:nvSpPr>
            <p:spPr>
              <a:xfrm>
                <a:off x="749" y="0"/>
                <a:ext cx="0" cy="166"/>
              </a:xfrm>
              <a:prstGeom prst="line">
                <a:avLst/>
              </a:prstGeom>
              <a:ln w="28575" cap="flat" cmpd="sng">
                <a:solidFill>
                  <a:srgbClr val="0000CC"/>
                </a:solidFill>
                <a:prstDash val="solid"/>
                <a:headEnd type="none" w="med" len="med"/>
                <a:tailEnd type="none" w="med" len="med"/>
              </a:ln>
            </p:spPr>
          </p:sp>
          <p:sp>
            <p:nvSpPr>
              <p:cNvPr id="187872" name="Line 16"/>
              <p:cNvSpPr/>
              <p:nvPr/>
            </p:nvSpPr>
            <p:spPr>
              <a:xfrm>
                <a:off x="924" y="0"/>
                <a:ext cx="0" cy="166"/>
              </a:xfrm>
              <a:prstGeom prst="line">
                <a:avLst/>
              </a:prstGeom>
              <a:ln w="28575" cap="flat" cmpd="sng">
                <a:solidFill>
                  <a:srgbClr val="0000CC"/>
                </a:solidFill>
                <a:prstDash val="solid"/>
                <a:headEnd type="none" w="med" len="med"/>
                <a:tailEnd type="none" w="med" len="med"/>
              </a:ln>
            </p:spPr>
          </p:sp>
          <p:sp>
            <p:nvSpPr>
              <p:cNvPr id="187873" name="Line 19"/>
              <p:cNvSpPr/>
              <p:nvPr/>
            </p:nvSpPr>
            <p:spPr>
              <a:xfrm>
                <a:off x="929" y="166"/>
                <a:ext cx="175" cy="0"/>
              </a:xfrm>
              <a:prstGeom prst="line">
                <a:avLst/>
              </a:prstGeom>
              <a:ln w="28575" cap="flat" cmpd="sng">
                <a:solidFill>
                  <a:srgbClr val="0000CC"/>
                </a:solidFill>
                <a:prstDash val="solid"/>
                <a:headEnd type="none" w="med" len="med"/>
                <a:tailEnd type="none" w="med" len="med"/>
              </a:ln>
            </p:spPr>
          </p:sp>
          <p:sp>
            <p:nvSpPr>
              <p:cNvPr id="187874" name="Line 20"/>
              <p:cNvSpPr/>
              <p:nvPr/>
            </p:nvSpPr>
            <p:spPr>
              <a:xfrm>
                <a:off x="1098" y="0"/>
                <a:ext cx="175" cy="0"/>
              </a:xfrm>
              <a:prstGeom prst="line">
                <a:avLst/>
              </a:prstGeom>
              <a:ln w="28575" cap="flat" cmpd="sng">
                <a:solidFill>
                  <a:srgbClr val="0000CC"/>
                </a:solidFill>
                <a:prstDash val="solid"/>
                <a:headEnd type="none" w="med" len="med"/>
                <a:tailEnd type="none" w="med" len="med"/>
              </a:ln>
            </p:spPr>
          </p:sp>
          <p:sp>
            <p:nvSpPr>
              <p:cNvPr id="187875" name="Line 21"/>
              <p:cNvSpPr/>
              <p:nvPr/>
            </p:nvSpPr>
            <p:spPr>
              <a:xfrm>
                <a:off x="1098" y="0"/>
                <a:ext cx="0" cy="166"/>
              </a:xfrm>
              <a:prstGeom prst="line">
                <a:avLst/>
              </a:prstGeom>
              <a:ln w="28575" cap="flat" cmpd="sng">
                <a:solidFill>
                  <a:srgbClr val="0000CC"/>
                </a:solidFill>
                <a:prstDash val="solid"/>
                <a:headEnd type="none" w="med" len="med"/>
                <a:tailEnd type="none" w="med" len="med"/>
              </a:ln>
            </p:spPr>
          </p:sp>
          <p:sp>
            <p:nvSpPr>
              <p:cNvPr id="187876" name="Line 22"/>
              <p:cNvSpPr/>
              <p:nvPr/>
            </p:nvSpPr>
            <p:spPr>
              <a:xfrm>
                <a:off x="1273" y="0"/>
                <a:ext cx="0" cy="166"/>
              </a:xfrm>
              <a:prstGeom prst="line">
                <a:avLst/>
              </a:prstGeom>
              <a:ln w="28575" cap="flat" cmpd="sng">
                <a:solidFill>
                  <a:srgbClr val="0000CC"/>
                </a:solidFill>
                <a:prstDash val="solid"/>
                <a:headEnd type="none" w="med" len="med"/>
                <a:tailEnd type="none" w="med" len="med"/>
              </a:ln>
            </p:spPr>
          </p:sp>
          <p:sp>
            <p:nvSpPr>
              <p:cNvPr id="187877" name="Line 24"/>
              <p:cNvSpPr/>
              <p:nvPr/>
            </p:nvSpPr>
            <p:spPr>
              <a:xfrm>
                <a:off x="1273" y="166"/>
                <a:ext cx="175" cy="0"/>
              </a:xfrm>
              <a:prstGeom prst="line">
                <a:avLst/>
              </a:prstGeom>
              <a:ln w="28575" cap="flat" cmpd="sng">
                <a:solidFill>
                  <a:srgbClr val="0000CC"/>
                </a:solidFill>
                <a:prstDash val="solid"/>
                <a:headEnd type="none" w="med" len="med"/>
                <a:tailEnd type="none" w="med" len="med"/>
              </a:ln>
            </p:spPr>
          </p:sp>
          <p:sp>
            <p:nvSpPr>
              <p:cNvPr id="187878" name="Line 25"/>
              <p:cNvSpPr/>
              <p:nvPr/>
            </p:nvSpPr>
            <p:spPr>
              <a:xfrm>
                <a:off x="1442" y="0"/>
                <a:ext cx="175" cy="0"/>
              </a:xfrm>
              <a:prstGeom prst="line">
                <a:avLst/>
              </a:prstGeom>
              <a:ln w="28575" cap="flat" cmpd="sng">
                <a:solidFill>
                  <a:srgbClr val="0000CC"/>
                </a:solidFill>
                <a:prstDash val="solid"/>
                <a:headEnd type="none" w="med" len="med"/>
                <a:tailEnd type="none" w="med" len="med"/>
              </a:ln>
            </p:spPr>
          </p:sp>
          <p:sp>
            <p:nvSpPr>
              <p:cNvPr id="187879" name="Line 26"/>
              <p:cNvSpPr/>
              <p:nvPr/>
            </p:nvSpPr>
            <p:spPr>
              <a:xfrm>
                <a:off x="1442" y="0"/>
                <a:ext cx="0" cy="166"/>
              </a:xfrm>
              <a:prstGeom prst="line">
                <a:avLst/>
              </a:prstGeom>
              <a:ln w="28575" cap="flat" cmpd="sng">
                <a:solidFill>
                  <a:srgbClr val="0000CC"/>
                </a:solidFill>
                <a:prstDash val="solid"/>
                <a:headEnd type="none" w="med" len="med"/>
                <a:tailEnd type="none" w="med" len="med"/>
              </a:ln>
            </p:spPr>
          </p:sp>
          <p:sp>
            <p:nvSpPr>
              <p:cNvPr id="187880" name="Line 27"/>
              <p:cNvSpPr/>
              <p:nvPr/>
            </p:nvSpPr>
            <p:spPr>
              <a:xfrm>
                <a:off x="1617" y="0"/>
                <a:ext cx="0" cy="166"/>
              </a:xfrm>
              <a:prstGeom prst="line">
                <a:avLst/>
              </a:prstGeom>
              <a:ln w="28575" cap="flat" cmpd="sng">
                <a:solidFill>
                  <a:srgbClr val="0000CC"/>
                </a:solidFill>
                <a:prstDash val="solid"/>
                <a:headEnd type="none" w="med" len="med"/>
                <a:tailEnd type="none" w="med" len="med"/>
              </a:ln>
            </p:spPr>
          </p:sp>
          <p:sp>
            <p:nvSpPr>
              <p:cNvPr id="187881" name="Line 31"/>
              <p:cNvSpPr/>
              <p:nvPr/>
            </p:nvSpPr>
            <p:spPr>
              <a:xfrm>
                <a:off x="1612" y="166"/>
                <a:ext cx="175" cy="0"/>
              </a:xfrm>
              <a:prstGeom prst="line">
                <a:avLst/>
              </a:prstGeom>
              <a:ln w="28575" cap="flat" cmpd="sng">
                <a:solidFill>
                  <a:srgbClr val="0000CC"/>
                </a:solidFill>
                <a:prstDash val="solid"/>
                <a:headEnd type="none" w="med" len="med"/>
                <a:tailEnd type="none" w="med" len="med"/>
              </a:ln>
            </p:spPr>
          </p:sp>
          <p:sp>
            <p:nvSpPr>
              <p:cNvPr id="187882" name="Line 32"/>
              <p:cNvSpPr/>
              <p:nvPr/>
            </p:nvSpPr>
            <p:spPr>
              <a:xfrm>
                <a:off x="1781" y="0"/>
                <a:ext cx="175" cy="0"/>
              </a:xfrm>
              <a:prstGeom prst="line">
                <a:avLst/>
              </a:prstGeom>
              <a:ln w="28575" cap="flat" cmpd="sng">
                <a:solidFill>
                  <a:srgbClr val="0000CC"/>
                </a:solidFill>
                <a:prstDash val="solid"/>
                <a:headEnd type="none" w="med" len="med"/>
                <a:tailEnd type="none" w="med" len="med"/>
              </a:ln>
            </p:spPr>
          </p:sp>
          <p:sp>
            <p:nvSpPr>
              <p:cNvPr id="187883" name="Line 33"/>
              <p:cNvSpPr/>
              <p:nvPr/>
            </p:nvSpPr>
            <p:spPr>
              <a:xfrm>
                <a:off x="1781" y="0"/>
                <a:ext cx="0" cy="166"/>
              </a:xfrm>
              <a:prstGeom prst="line">
                <a:avLst/>
              </a:prstGeom>
              <a:ln w="28575" cap="flat" cmpd="sng">
                <a:solidFill>
                  <a:srgbClr val="0000CC"/>
                </a:solidFill>
                <a:prstDash val="solid"/>
                <a:headEnd type="none" w="med" len="med"/>
                <a:tailEnd type="none" w="med" len="med"/>
              </a:ln>
            </p:spPr>
          </p:sp>
          <p:sp>
            <p:nvSpPr>
              <p:cNvPr id="187884" name="Line 34"/>
              <p:cNvSpPr/>
              <p:nvPr/>
            </p:nvSpPr>
            <p:spPr>
              <a:xfrm>
                <a:off x="1956" y="0"/>
                <a:ext cx="0" cy="166"/>
              </a:xfrm>
              <a:prstGeom prst="line">
                <a:avLst/>
              </a:prstGeom>
              <a:ln w="28575" cap="flat" cmpd="sng">
                <a:solidFill>
                  <a:srgbClr val="0000CC"/>
                </a:solidFill>
                <a:prstDash val="solid"/>
                <a:headEnd type="none" w="med" len="med"/>
                <a:tailEnd type="none" w="med" len="med"/>
              </a:ln>
            </p:spPr>
          </p:sp>
          <p:sp>
            <p:nvSpPr>
              <p:cNvPr id="187885" name="Line 36"/>
              <p:cNvSpPr/>
              <p:nvPr/>
            </p:nvSpPr>
            <p:spPr>
              <a:xfrm>
                <a:off x="1956" y="166"/>
                <a:ext cx="175" cy="0"/>
              </a:xfrm>
              <a:prstGeom prst="line">
                <a:avLst/>
              </a:prstGeom>
              <a:ln w="28575" cap="flat" cmpd="sng">
                <a:solidFill>
                  <a:srgbClr val="0000CC"/>
                </a:solidFill>
                <a:prstDash val="solid"/>
                <a:headEnd type="none" w="med" len="med"/>
                <a:tailEnd type="none" w="med" len="med"/>
              </a:ln>
            </p:spPr>
          </p:sp>
          <p:sp>
            <p:nvSpPr>
              <p:cNvPr id="187886" name="Line 37"/>
              <p:cNvSpPr/>
              <p:nvPr/>
            </p:nvSpPr>
            <p:spPr>
              <a:xfrm>
                <a:off x="2125" y="0"/>
                <a:ext cx="175" cy="0"/>
              </a:xfrm>
              <a:prstGeom prst="line">
                <a:avLst/>
              </a:prstGeom>
              <a:ln w="28575" cap="flat" cmpd="sng">
                <a:solidFill>
                  <a:srgbClr val="0000CC"/>
                </a:solidFill>
                <a:prstDash val="solid"/>
                <a:headEnd type="none" w="med" len="med"/>
                <a:tailEnd type="none" w="med" len="med"/>
              </a:ln>
            </p:spPr>
          </p:sp>
          <p:sp>
            <p:nvSpPr>
              <p:cNvPr id="187887" name="Line 38"/>
              <p:cNvSpPr/>
              <p:nvPr/>
            </p:nvSpPr>
            <p:spPr>
              <a:xfrm>
                <a:off x="2125" y="0"/>
                <a:ext cx="0" cy="166"/>
              </a:xfrm>
              <a:prstGeom prst="line">
                <a:avLst/>
              </a:prstGeom>
              <a:ln w="28575" cap="flat" cmpd="sng">
                <a:solidFill>
                  <a:srgbClr val="0000CC"/>
                </a:solidFill>
                <a:prstDash val="solid"/>
                <a:headEnd type="none" w="med" len="med"/>
                <a:tailEnd type="none" w="med" len="med"/>
              </a:ln>
            </p:spPr>
          </p:sp>
          <p:sp>
            <p:nvSpPr>
              <p:cNvPr id="187888" name="Line 39"/>
              <p:cNvSpPr/>
              <p:nvPr/>
            </p:nvSpPr>
            <p:spPr>
              <a:xfrm>
                <a:off x="2300" y="0"/>
                <a:ext cx="0" cy="166"/>
              </a:xfrm>
              <a:prstGeom prst="line">
                <a:avLst/>
              </a:prstGeom>
              <a:ln w="28575" cap="flat" cmpd="sng">
                <a:solidFill>
                  <a:srgbClr val="0000CC"/>
                </a:solidFill>
                <a:prstDash val="solid"/>
                <a:headEnd type="none" w="med" len="med"/>
                <a:tailEnd type="none" w="med" len="med"/>
              </a:ln>
            </p:spPr>
          </p:sp>
          <p:sp>
            <p:nvSpPr>
              <p:cNvPr id="187889" name="Line 42"/>
              <p:cNvSpPr/>
              <p:nvPr/>
            </p:nvSpPr>
            <p:spPr>
              <a:xfrm>
                <a:off x="2305" y="166"/>
                <a:ext cx="175" cy="0"/>
              </a:xfrm>
              <a:prstGeom prst="line">
                <a:avLst/>
              </a:prstGeom>
              <a:ln w="28575" cap="flat" cmpd="sng">
                <a:solidFill>
                  <a:srgbClr val="0000CC"/>
                </a:solidFill>
                <a:prstDash val="solid"/>
                <a:headEnd type="none" w="med" len="med"/>
                <a:tailEnd type="none" w="med" len="med"/>
              </a:ln>
            </p:spPr>
          </p:sp>
          <p:sp>
            <p:nvSpPr>
              <p:cNvPr id="187890" name="Line 43"/>
              <p:cNvSpPr/>
              <p:nvPr/>
            </p:nvSpPr>
            <p:spPr>
              <a:xfrm>
                <a:off x="2474" y="0"/>
                <a:ext cx="175" cy="0"/>
              </a:xfrm>
              <a:prstGeom prst="line">
                <a:avLst/>
              </a:prstGeom>
              <a:ln w="28575" cap="flat" cmpd="sng">
                <a:solidFill>
                  <a:srgbClr val="0000CC"/>
                </a:solidFill>
                <a:prstDash val="solid"/>
                <a:headEnd type="none" w="med" len="med"/>
                <a:tailEnd type="none" w="med" len="med"/>
              </a:ln>
            </p:spPr>
          </p:sp>
          <p:sp>
            <p:nvSpPr>
              <p:cNvPr id="187891" name="Line 44"/>
              <p:cNvSpPr/>
              <p:nvPr/>
            </p:nvSpPr>
            <p:spPr>
              <a:xfrm>
                <a:off x="2474" y="0"/>
                <a:ext cx="0" cy="166"/>
              </a:xfrm>
              <a:prstGeom prst="line">
                <a:avLst/>
              </a:prstGeom>
              <a:ln w="28575" cap="flat" cmpd="sng">
                <a:solidFill>
                  <a:srgbClr val="0000CC"/>
                </a:solidFill>
                <a:prstDash val="solid"/>
                <a:headEnd type="none" w="med" len="med"/>
                <a:tailEnd type="none" w="med" len="med"/>
              </a:ln>
            </p:spPr>
          </p:sp>
          <p:sp>
            <p:nvSpPr>
              <p:cNvPr id="187892" name="Line 45"/>
              <p:cNvSpPr/>
              <p:nvPr/>
            </p:nvSpPr>
            <p:spPr>
              <a:xfrm>
                <a:off x="2649" y="0"/>
                <a:ext cx="0" cy="166"/>
              </a:xfrm>
              <a:prstGeom prst="line">
                <a:avLst/>
              </a:prstGeom>
              <a:ln w="28575" cap="flat" cmpd="sng">
                <a:solidFill>
                  <a:srgbClr val="0000CC"/>
                </a:solidFill>
                <a:prstDash val="solid"/>
                <a:headEnd type="none" w="med" len="med"/>
                <a:tailEnd type="none" w="med" len="med"/>
              </a:ln>
            </p:spPr>
          </p:sp>
          <p:sp>
            <p:nvSpPr>
              <p:cNvPr id="187893" name="Line 48"/>
              <p:cNvSpPr/>
              <p:nvPr/>
            </p:nvSpPr>
            <p:spPr>
              <a:xfrm>
                <a:off x="2818" y="0"/>
                <a:ext cx="175" cy="0"/>
              </a:xfrm>
              <a:prstGeom prst="line">
                <a:avLst/>
              </a:prstGeom>
              <a:ln w="28575" cap="flat" cmpd="sng">
                <a:solidFill>
                  <a:srgbClr val="0000CC"/>
                </a:solidFill>
                <a:prstDash val="solid"/>
                <a:headEnd type="none" w="med" len="med"/>
                <a:tailEnd type="none" w="med" len="med"/>
              </a:ln>
            </p:spPr>
          </p:sp>
          <p:sp>
            <p:nvSpPr>
              <p:cNvPr id="187894" name="Line 49"/>
              <p:cNvSpPr/>
              <p:nvPr/>
            </p:nvSpPr>
            <p:spPr>
              <a:xfrm>
                <a:off x="2818" y="0"/>
                <a:ext cx="0" cy="166"/>
              </a:xfrm>
              <a:prstGeom prst="line">
                <a:avLst/>
              </a:prstGeom>
              <a:ln w="28575" cap="flat" cmpd="sng">
                <a:solidFill>
                  <a:srgbClr val="0000CC"/>
                </a:solidFill>
                <a:prstDash val="solid"/>
                <a:headEnd type="none" w="med" len="med"/>
                <a:tailEnd type="none" w="med" len="med"/>
              </a:ln>
            </p:spPr>
          </p:sp>
        </p:grpSp>
        <p:sp>
          <p:nvSpPr>
            <p:cNvPr id="187397" name="Text Box 52"/>
            <p:cNvSpPr txBox="1"/>
            <p:nvPr/>
          </p:nvSpPr>
          <p:spPr>
            <a:xfrm>
              <a:off x="257" y="622"/>
              <a:ext cx="1317" cy="628"/>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398" name="Group 53"/>
            <p:cNvGrpSpPr/>
            <p:nvPr/>
          </p:nvGrpSpPr>
          <p:grpSpPr>
            <a:xfrm>
              <a:off x="1385" y="148"/>
              <a:ext cx="7375" cy="311"/>
              <a:chOff x="0" y="0"/>
              <a:chExt cx="3405" cy="202"/>
            </a:xfrm>
          </p:grpSpPr>
          <p:sp>
            <p:nvSpPr>
              <p:cNvPr id="187859" name="Line 54"/>
              <p:cNvSpPr/>
              <p:nvPr/>
            </p:nvSpPr>
            <p:spPr>
              <a:xfrm>
                <a:off x="197" y="192"/>
                <a:ext cx="202" cy="0"/>
              </a:xfrm>
              <a:prstGeom prst="line">
                <a:avLst/>
              </a:prstGeom>
              <a:ln w="28575" cap="flat" cmpd="sng">
                <a:solidFill>
                  <a:srgbClr val="FF0000"/>
                </a:solidFill>
                <a:prstDash val="solid"/>
                <a:headEnd type="none" w="med" len="med"/>
                <a:tailEnd type="none" w="med" len="med"/>
              </a:ln>
            </p:spPr>
          </p:sp>
          <p:grpSp>
            <p:nvGrpSpPr>
              <p:cNvPr id="187860" name="Group 55"/>
              <p:cNvGrpSpPr/>
              <p:nvPr/>
            </p:nvGrpSpPr>
            <p:grpSpPr>
              <a:xfrm>
                <a:off x="0" y="0"/>
                <a:ext cx="3405" cy="202"/>
                <a:chOff x="0" y="0"/>
                <a:chExt cx="3405" cy="202"/>
              </a:xfrm>
            </p:grpSpPr>
            <p:sp>
              <p:nvSpPr>
                <p:cNvPr id="187861" name="Line 56"/>
                <p:cNvSpPr/>
                <p:nvPr/>
              </p:nvSpPr>
              <p:spPr>
                <a:xfrm>
                  <a:off x="0" y="0"/>
                  <a:ext cx="202" cy="0"/>
                </a:xfrm>
                <a:prstGeom prst="line">
                  <a:avLst/>
                </a:prstGeom>
                <a:ln w="28575" cap="flat" cmpd="sng">
                  <a:solidFill>
                    <a:srgbClr val="FF0000"/>
                  </a:solidFill>
                  <a:prstDash val="solid"/>
                  <a:headEnd type="none" w="med" len="med"/>
                  <a:tailEnd type="none" w="med" len="med"/>
                </a:ln>
              </p:spPr>
            </p:sp>
            <p:sp>
              <p:nvSpPr>
                <p:cNvPr id="187862" name="Line 57"/>
                <p:cNvSpPr/>
                <p:nvPr/>
              </p:nvSpPr>
              <p:spPr>
                <a:xfrm>
                  <a:off x="202" y="0"/>
                  <a:ext cx="0" cy="202"/>
                </a:xfrm>
                <a:prstGeom prst="line">
                  <a:avLst/>
                </a:prstGeom>
                <a:ln w="28575" cap="flat" cmpd="sng">
                  <a:solidFill>
                    <a:srgbClr val="FF0000"/>
                  </a:solidFill>
                  <a:prstDash val="solid"/>
                  <a:headEnd type="none" w="med" len="med"/>
                  <a:tailEnd type="none" w="med" len="med"/>
                </a:ln>
              </p:spPr>
            </p:sp>
            <p:sp>
              <p:nvSpPr>
                <p:cNvPr id="187863" name="Line 58"/>
                <p:cNvSpPr/>
                <p:nvPr/>
              </p:nvSpPr>
              <p:spPr>
                <a:xfrm>
                  <a:off x="397" y="0"/>
                  <a:ext cx="3008" cy="0"/>
                </a:xfrm>
                <a:prstGeom prst="line">
                  <a:avLst/>
                </a:prstGeom>
                <a:ln w="28575" cap="flat" cmpd="sng">
                  <a:solidFill>
                    <a:srgbClr val="FF0000"/>
                  </a:solidFill>
                  <a:prstDash val="solid"/>
                  <a:headEnd type="none" w="med" len="med"/>
                  <a:tailEnd type="none" w="med" len="med"/>
                </a:ln>
              </p:spPr>
            </p:sp>
            <p:sp>
              <p:nvSpPr>
                <p:cNvPr id="187864" name="Line 59"/>
                <p:cNvSpPr/>
                <p:nvPr/>
              </p:nvSpPr>
              <p:spPr>
                <a:xfrm>
                  <a:off x="397" y="0"/>
                  <a:ext cx="0" cy="202"/>
                </a:xfrm>
                <a:prstGeom prst="line">
                  <a:avLst/>
                </a:prstGeom>
                <a:ln w="28575" cap="flat" cmpd="sng">
                  <a:solidFill>
                    <a:srgbClr val="FF0000"/>
                  </a:solidFill>
                  <a:prstDash val="solid"/>
                  <a:headEnd type="none" w="med" len="med"/>
                  <a:tailEnd type="none" w="med" len="med"/>
                </a:ln>
              </p:spPr>
            </p:sp>
          </p:grpSp>
        </p:grpSp>
        <p:sp>
          <p:nvSpPr>
            <p:cNvPr id="187399" name="Text Box 256"/>
            <p:cNvSpPr txBox="1"/>
            <p:nvPr/>
          </p:nvSpPr>
          <p:spPr>
            <a:xfrm>
              <a:off x="0" y="0"/>
              <a:ext cx="138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sp>
          <p:nvSpPr>
            <p:cNvPr id="187400" name="Text Box 259"/>
            <p:cNvSpPr txBox="1"/>
            <p:nvPr/>
          </p:nvSpPr>
          <p:spPr>
            <a:xfrm>
              <a:off x="480" y="3174"/>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1" name="Text Box 260"/>
            <p:cNvSpPr txBox="1"/>
            <p:nvPr/>
          </p:nvSpPr>
          <p:spPr>
            <a:xfrm>
              <a:off x="480" y="2607"/>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2" name="Text Box 262"/>
            <p:cNvSpPr txBox="1"/>
            <p:nvPr/>
          </p:nvSpPr>
          <p:spPr>
            <a:xfrm>
              <a:off x="480" y="4535"/>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03" name="Text Box 257"/>
            <p:cNvSpPr txBox="1"/>
            <p:nvPr/>
          </p:nvSpPr>
          <p:spPr>
            <a:xfrm>
              <a:off x="480" y="1260"/>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4" name="Group 585"/>
            <p:cNvGrpSpPr/>
            <p:nvPr/>
          </p:nvGrpSpPr>
          <p:grpSpPr>
            <a:xfrm>
              <a:off x="1440" y="1291"/>
              <a:ext cx="7480" cy="312"/>
              <a:chOff x="0" y="0"/>
              <a:chExt cx="2992" cy="166"/>
            </a:xfrm>
          </p:grpSpPr>
          <p:sp>
            <p:nvSpPr>
              <p:cNvPr id="187844" name="Line 266"/>
              <p:cNvSpPr/>
              <p:nvPr/>
            </p:nvSpPr>
            <p:spPr>
              <a:xfrm>
                <a:off x="0" y="166"/>
                <a:ext cx="576" cy="0"/>
              </a:xfrm>
              <a:prstGeom prst="line">
                <a:avLst/>
              </a:prstGeom>
              <a:ln w="28575" cap="flat" cmpd="sng">
                <a:solidFill>
                  <a:schemeClr val="tx1"/>
                </a:solidFill>
                <a:prstDash val="solid"/>
                <a:headEnd type="none" w="med" len="med"/>
                <a:tailEnd type="none" w="med" len="med"/>
              </a:ln>
            </p:spPr>
          </p:sp>
          <p:sp>
            <p:nvSpPr>
              <p:cNvPr id="187845" name="Line 267"/>
              <p:cNvSpPr/>
              <p:nvPr/>
            </p:nvSpPr>
            <p:spPr>
              <a:xfrm>
                <a:off x="569" y="0"/>
                <a:ext cx="340" cy="0"/>
              </a:xfrm>
              <a:prstGeom prst="line">
                <a:avLst/>
              </a:prstGeom>
              <a:ln w="28575" cap="flat" cmpd="sng">
                <a:solidFill>
                  <a:schemeClr val="tx1"/>
                </a:solidFill>
                <a:prstDash val="solid"/>
                <a:headEnd type="none" w="med" len="med"/>
                <a:tailEnd type="none" w="med" len="med"/>
              </a:ln>
            </p:spPr>
          </p:sp>
          <p:sp>
            <p:nvSpPr>
              <p:cNvPr id="187846" name="Line 268"/>
              <p:cNvSpPr/>
              <p:nvPr/>
            </p:nvSpPr>
            <p:spPr>
              <a:xfrm>
                <a:off x="569" y="0"/>
                <a:ext cx="0" cy="166"/>
              </a:xfrm>
              <a:prstGeom prst="line">
                <a:avLst/>
              </a:prstGeom>
              <a:ln w="28575" cap="flat" cmpd="sng">
                <a:solidFill>
                  <a:schemeClr val="tx1"/>
                </a:solidFill>
                <a:prstDash val="solid"/>
                <a:headEnd type="none" w="med" len="med"/>
                <a:tailEnd type="none" w="med" len="med"/>
              </a:ln>
            </p:spPr>
          </p:sp>
          <p:sp>
            <p:nvSpPr>
              <p:cNvPr id="187847" name="Line 269"/>
              <p:cNvSpPr/>
              <p:nvPr/>
            </p:nvSpPr>
            <p:spPr>
              <a:xfrm>
                <a:off x="918" y="0"/>
                <a:ext cx="0" cy="166"/>
              </a:xfrm>
              <a:prstGeom prst="line">
                <a:avLst/>
              </a:prstGeom>
              <a:ln w="28575" cap="flat" cmpd="sng">
                <a:solidFill>
                  <a:schemeClr val="tx1"/>
                </a:solidFill>
                <a:prstDash val="solid"/>
                <a:headEnd type="none" w="med" len="med"/>
                <a:tailEnd type="none" w="med" len="med"/>
              </a:ln>
            </p:spPr>
          </p:sp>
          <p:sp>
            <p:nvSpPr>
              <p:cNvPr id="187848" name="Line 271"/>
              <p:cNvSpPr/>
              <p:nvPr/>
            </p:nvSpPr>
            <p:spPr>
              <a:xfrm>
                <a:off x="918" y="166"/>
                <a:ext cx="349" cy="0"/>
              </a:xfrm>
              <a:prstGeom prst="line">
                <a:avLst/>
              </a:prstGeom>
              <a:ln w="28575" cap="flat" cmpd="sng">
                <a:solidFill>
                  <a:schemeClr val="tx1"/>
                </a:solidFill>
                <a:prstDash val="solid"/>
                <a:headEnd type="none" w="med" len="med"/>
                <a:tailEnd type="none" w="med" len="med"/>
              </a:ln>
            </p:spPr>
          </p:sp>
          <p:sp>
            <p:nvSpPr>
              <p:cNvPr id="187849" name="Line 272"/>
              <p:cNvSpPr/>
              <p:nvPr/>
            </p:nvSpPr>
            <p:spPr>
              <a:xfrm>
                <a:off x="1266" y="0"/>
                <a:ext cx="349" cy="0"/>
              </a:xfrm>
              <a:prstGeom prst="line">
                <a:avLst/>
              </a:prstGeom>
              <a:ln w="28575" cap="flat" cmpd="sng">
                <a:solidFill>
                  <a:schemeClr val="tx1"/>
                </a:solidFill>
                <a:prstDash val="solid"/>
                <a:headEnd type="none" w="med" len="med"/>
                <a:tailEnd type="none" w="med" len="med"/>
              </a:ln>
            </p:spPr>
          </p:sp>
          <p:sp>
            <p:nvSpPr>
              <p:cNvPr id="187850" name="Line 273"/>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51" name="Line 274"/>
              <p:cNvSpPr/>
              <p:nvPr/>
            </p:nvSpPr>
            <p:spPr>
              <a:xfrm>
                <a:off x="1615" y="0"/>
                <a:ext cx="0" cy="166"/>
              </a:xfrm>
              <a:prstGeom prst="line">
                <a:avLst/>
              </a:prstGeom>
              <a:ln w="28575" cap="flat" cmpd="sng">
                <a:solidFill>
                  <a:schemeClr val="tx1"/>
                </a:solidFill>
                <a:prstDash val="solid"/>
                <a:headEnd type="none" w="med" len="med"/>
                <a:tailEnd type="none" w="med" len="med"/>
              </a:ln>
            </p:spPr>
          </p:sp>
          <p:sp>
            <p:nvSpPr>
              <p:cNvPr id="187852" name="Line 276"/>
              <p:cNvSpPr/>
              <p:nvPr/>
            </p:nvSpPr>
            <p:spPr>
              <a:xfrm>
                <a:off x="1616" y="166"/>
                <a:ext cx="349" cy="0"/>
              </a:xfrm>
              <a:prstGeom prst="line">
                <a:avLst/>
              </a:prstGeom>
              <a:ln w="28575" cap="flat" cmpd="sng">
                <a:solidFill>
                  <a:schemeClr val="tx1"/>
                </a:solidFill>
                <a:prstDash val="solid"/>
                <a:headEnd type="none" w="med" len="med"/>
                <a:tailEnd type="none" w="med" len="med"/>
              </a:ln>
            </p:spPr>
          </p:sp>
          <p:sp>
            <p:nvSpPr>
              <p:cNvPr id="187853" name="Line 277"/>
              <p:cNvSpPr/>
              <p:nvPr/>
            </p:nvSpPr>
            <p:spPr>
              <a:xfrm>
                <a:off x="1965" y="0"/>
                <a:ext cx="340" cy="0"/>
              </a:xfrm>
              <a:prstGeom prst="line">
                <a:avLst/>
              </a:prstGeom>
              <a:ln w="28575" cap="flat" cmpd="sng">
                <a:solidFill>
                  <a:schemeClr val="tx1"/>
                </a:solidFill>
                <a:prstDash val="solid"/>
                <a:headEnd type="none" w="med" len="med"/>
                <a:tailEnd type="none" w="med" len="med"/>
              </a:ln>
            </p:spPr>
          </p:sp>
          <p:sp>
            <p:nvSpPr>
              <p:cNvPr id="187854" name="Line 278"/>
              <p:cNvSpPr/>
              <p:nvPr/>
            </p:nvSpPr>
            <p:spPr>
              <a:xfrm>
                <a:off x="1965" y="0"/>
                <a:ext cx="0" cy="166"/>
              </a:xfrm>
              <a:prstGeom prst="line">
                <a:avLst/>
              </a:prstGeom>
              <a:ln w="28575" cap="flat" cmpd="sng">
                <a:solidFill>
                  <a:schemeClr val="tx1"/>
                </a:solidFill>
                <a:prstDash val="solid"/>
                <a:headEnd type="none" w="med" len="med"/>
                <a:tailEnd type="none" w="med" len="med"/>
              </a:ln>
            </p:spPr>
          </p:sp>
          <p:sp>
            <p:nvSpPr>
              <p:cNvPr id="187855" name="Line 279"/>
              <p:cNvSpPr/>
              <p:nvPr/>
            </p:nvSpPr>
            <p:spPr>
              <a:xfrm>
                <a:off x="2304" y="0"/>
                <a:ext cx="0" cy="166"/>
              </a:xfrm>
              <a:prstGeom prst="line">
                <a:avLst/>
              </a:prstGeom>
              <a:ln w="28575" cap="flat" cmpd="sng">
                <a:solidFill>
                  <a:schemeClr val="tx1"/>
                </a:solidFill>
                <a:prstDash val="solid"/>
                <a:headEnd type="none" w="med" len="med"/>
                <a:tailEnd type="none" w="med" len="med"/>
              </a:ln>
            </p:spPr>
          </p:sp>
          <p:sp>
            <p:nvSpPr>
              <p:cNvPr id="187856" name="Line 280"/>
              <p:cNvSpPr/>
              <p:nvPr/>
            </p:nvSpPr>
            <p:spPr>
              <a:xfrm>
                <a:off x="2304" y="166"/>
                <a:ext cx="349" cy="0"/>
              </a:xfrm>
              <a:prstGeom prst="line">
                <a:avLst/>
              </a:prstGeom>
              <a:ln w="28575" cap="flat" cmpd="sng">
                <a:solidFill>
                  <a:schemeClr val="tx1"/>
                </a:solidFill>
                <a:prstDash val="solid"/>
                <a:headEnd type="none" w="med" len="med"/>
                <a:tailEnd type="none" w="med" len="med"/>
              </a:ln>
            </p:spPr>
          </p:sp>
          <p:sp>
            <p:nvSpPr>
              <p:cNvPr id="187857" name="Line 281"/>
              <p:cNvSpPr/>
              <p:nvPr/>
            </p:nvSpPr>
            <p:spPr>
              <a:xfrm>
                <a:off x="2652" y="0"/>
                <a:ext cx="0" cy="166"/>
              </a:xfrm>
              <a:prstGeom prst="line">
                <a:avLst/>
              </a:prstGeom>
              <a:ln w="28575" cap="flat" cmpd="sng">
                <a:solidFill>
                  <a:schemeClr val="tx1"/>
                </a:solidFill>
                <a:prstDash val="solid"/>
                <a:headEnd type="none" w="med" len="med"/>
                <a:tailEnd type="none" w="med" len="med"/>
              </a:ln>
            </p:spPr>
          </p:sp>
          <p:sp>
            <p:nvSpPr>
              <p:cNvPr id="187858" name="Line 282"/>
              <p:cNvSpPr/>
              <p:nvPr/>
            </p:nvSpPr>
            <p:spPr>
              <a:xfrm>
                <a:off x="2652" y="0"/>
                <a:ext cx="340" cy="0"/>
              </a:xfrm>
              <a:prstGeom prst="line">
                <a:avLst/>
              </a:prstGeom>
              <a:ln w="28575" cap="flat" cmpd="sng">
                <a:solidFill>
                  <a:schemeClr val="tx1"/>
                </a:solidFill>
                <a:prstDash val="solid"/>
                <a:headEnd type="none" w="med" len="med"/>
                <a:tailEnd type="none" w="med" len="med"/>
              </a:ln>
            </p:spPr>
          </p:sp>
        </p:grpSp>
        <p:sp>
          <p:nvSpPr>
            <p:cNvPr id="187405" name="Text Box 258"/>
            <p:cNvSpPr txBox="1"/>
            <p:nvPr/>
          </p:nvSpPr>
          <p:spPr>
            <a:xfrm>
              <a:off x="480" y="1742"/>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6" name="Group 586"/>
            <p:cNvGrpSpPr/>
            <p:nvPr/>
          </p:nvGrpSpPr>
          <p:grpSpPr>
            <a:xfrm>
              <a:off x="1442" y="1832"/>
              <a:ext cx="7475" cy="311"/>
              <a:chOff x="0" y="0"/>
              <a:chExt cx="2990" cy="166"/>
            </a:xfrm>
          </p:grpSpPr>
          <p:sp>
            <p:nvSpPr>
              <p:cNvPr id="187837" name="Line 283"/>
              <p:cNvSpPr/>
              <p:nvPr/>
            </p:nvSpPr>
            <p:spPr>
              <a:xfrm>
                <a:off x="0" y="166"/>
                <a:ext cx="1270" cy="0"/>
              </a:xfrm>
              <a:prstGeom prst="line">
                <a:avLst/>
              </a:prstGeom>
              <a:ln w="28575" cap="flat" cmpd="sng">
                <a:solidFill>
                  <a:schemeClr val="tx1"/>
                </a:solidFill>
                <a:prstDash val="solid"/>
                <a:headEnd type="none" w="med" len="med"/>
                <a:tailEnd type="none" w="med" len="med"/>
              </a:ln>
            </p:spPr>
          </p:sp>
          <p:sp>
            <p:nvSpPr>
              <p:cNvPr id="187838" name="Line 284"/>
              <p:cNvSpPr/>
              <p:nvPr/>
            </p:nvSpPr>
            <p:spPr>
              <a:xfrm>
                <a:off x="1266" y="0"/>
                <a:ext cx="698" cy="0"/>
              </a:xfrm>
              <a:prstGeom prst="line">
                <a:avLst/>
              </a:prstGeom>
              <a:ln w="28575" cap="flat" cmpd="sng">
                <a:solidFill>
                  <a:schemeClr val="tx1"/>
                </a:solidFill>
                <a:prstDash val="solid"/>
                <a:headEnd type="none" w="med" len="med"/>
                <a:tailEnd type="none" w="med" len="med"/>
              </a:ln>
            </p:spPr>
          </p:sp>
          <p:sp>
            <p:nvSpPr>
              <p:cNvPr id="187839" name="Line 285"/>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40" name="Line 286"/>
              <p:cNvSpPr/>
              <p:nvPr/>
            </p:nvSpPr>
            <p:spPr>
              <a:xfrm>
                <a:off x="1964" y="0"/>
                <a:ext cx="0" cy="166"/>
              </a:xfrm>
              <a:prstGeom prst="line">
                <a:avLst/>
              </a:prstGeom>
              <a:ln w="28575" cap="flat" cmpd="sng">
                <a:solidFill>
                  <a:schemeClr val="tx1"/>
                </a:solidFill>
                <a:prstDash val="solid"/>
                <a:headEnd type="none" w="med" len="med"/>
                <a:tailEnd type="none" w="med" len="med"/>
              </a:ln>
            </p:spPr>
          </p:sp>
          <p:sp>
            <p:nvSpPr>
              <p:cNvPr id="187841" name="Line 287"/>
              <p:cNvSpPr/>
              <p:nvPr/>
            </p:nvSpPr>
            <p:spPr>
              <a:xfrm>
                <a:off x="1964" y="166"/>
                <a:ext cx="690" cy="0"/>
              </a:xfrm>
              <a:prstGeom prst="line">
                <a:avLst/>
              </a:prstGeom>
              <a:ln w="28575" cap="flat" cmpd="sng">
                <a:solidFill>
                  <a:schemeClr val="tx1"/>
                </a:solidFill>
                <a:prstDash val="solid"/>
                <a:headEnd type="none" w="med" len="med"/>
                <a:tailEnd type="none" w="med" len="med"/>
              </a:ln>
            </p:spPr>
          </p:sp>
          <p:sp>
            <p:nvSpPr>
              <p:cNvPr id="187842" name="Line 288"/>
              <p:cNvSpPr/>
              <p:nvPr/>
            </p:nvSpPr>
            <p:spPr>
              <a:xfrm>
                <a:off x="2650" y="0"/>
                <a:ext cx="340" cy="0"/>
              </a:xfrm>
              <a:prstGeom prst="line">
                <a:avLst/>
              </a:prstGeom>
              <a:ln w="28575" cap="flat" cmpd="sng">
                <a:solidFill>
                  <a:schemeClr val="tx1"/>
                </a:solidFill>
                <a:prstDash val="solid"/>
                <a:headEnd type="none" w="med" len="med"/>
                <a:tailEnd type="none" w="med" len="med"/>
              </a:ln>
            </p:spPr>
          </p:sp>
          <p:sp>
            <p:nvSpPr>
              <p:cNvPr id="187843" name="Line 289"/>
              <p:cNvSpPr/>
              <p:nvPr/>
            </p:nvSpPr>
            <p:spPr>
              <a:xfrm>
                <a:off x="2650" y="0"/>
                <a:ext cx="0" cy="166"/>
              </a:xfrm>
              <a:prstGeom prst="line">
                <a:avLst/>
              </a:prstGeom>
              <a:ln w="28575" cap="flat" cmpd="sng">
                <a:solidFill>
                  <a:schemeClr val="tx1"/>
                </a:solidFill>
                <a:prstDash val="solid"/>
                <a:headEnd type="none" w="med" len="med"/>
                <a:tailEnd type="none" w="med" len="med"/>
              </a:ln>
            </p:spPr>
          </p:sp>
        </p:grpSp>
        <p:sp>
          <p:nvSpPr>
            <p:cNvPr id="187407" name="Line 292"/>
            <p:cNvSpPr/>
            <p:nvPr/>
          </p:nvSpPr>
          <p:spPr>
            <a:xfrm flipV="1">
              <a:off x="1320" y="3655"/>
              <a:ext cx="2010" cy="19"/>
            </a:xfrm>
            <a:prstGeom prst="line">
              <a:avLst/>
            </a:prstGeom>
            <a:ln w="28575" cap="flat" cmpd="sng">
              <a:solidFill>
                <a:schemeClr val="tx1"/>
              </a:solidFill>
              <a:prstDash val="solid"/>
              <a:headEnd type="none" w="med" len="med"/>
              <a:tailEnd type="none" w="med" len="med"/>
            </a:ln>
          </p:spPr>
        </p:sp>
        <p:sp>
          <p:nvSpPr>
            <p:cNvPr id="187408" name="Line 293"/>
            <p:cNvSpPr/>
            <p:nvPr/>
          </p:nvSpPr>
          <p:spPr>
            <a:xfrm flipV="1">
              <a:off x="3757" y="3675"/>
              <a:ext cx="3005" cy="0"/>
            </a:xfrm>
            <a:prstGeom prst="line">
              <a:avLst/>
            </a:prstGeom>
            <a:ln w="28575" cap="flat" cmpd="sng">
              <a:solidFill>
                <a:schemeClr val="tx1"/>
              </a:solidFill>
              <a:prstDash val="solid"/>
              <a:headEnd type="none" w="med" len="med"/>
              <a:tailEnd type="none" w="med" len="med"/>
            </a:ln>
          </p:spPr>
        </p:sp>
        <p:sp>
          <p:nvSpPr>
            <p:cNvPr id="187409" name="Line 295"/>
            <p:cNvSpPr/>
            <p:nvPr/>
          </p:nvSpPr>
          <p:spPr>
            <a:xfrm flipV="1">
              <a:off x="3332" y="3379"/>
              <a:ext cx="0" cy="296"/>
            </a:xfrm>
            <a:prstGeom prst="line">
              <a:avLst/>
            </a:prstGeom>
            <a:ln w="28575" cap="flat" cmpd="sng">
              <a:solidFill>
                <a:schemeClr val="tx1"/>
              </a:solidFill>
              <a:prstDash val="solid"/>
              <a:headEnd type="none" w="med" len="med"/>
              <a:tailEnd type="none" w="med" len="med"/>
            </a:ln>
          </p:spPr>
        </p:sp>
        <p:sp>
          <p:nvSpPr>
            <p:cNvPr id="187410" name="Line 297"/>
            <p:cNvSpPr/>
            <p:nvPr/>
          </p:nvSpPr>
          <p:spPr>
            <a:xfrm flipV="1">
              <a:off x="3745" y="3379"/>
              <a:ext cx="0" cy="296"/>
            </a:xfrm>
            <a:prstGeom prst="line">
              <a:avLst/>
            </a:prstGeom>
            <a:ln w="28575" cap="flat" cmpd="sng">
              <a:solidFill>
                <a:schemeClr val="tx1"/>
              </a:solidFill>
              <a:prstDash val="solid"/>
              <a:headEnd type="none" w="med" len="med"/>
              <a:tailEnd type="none" w="med" len="med"/>
            </a:ln>
          </p:spPr>
        </p:sp>
        <p:sp>
          <p:nvSpPr>
            <p:cNvPr id="187411" name="Line 298"/>
            <p:cNvSpPr/>
            <p:nvPr/>
          </p:nvSpPr>
          <p:spPr>
            <a:xfrm>
              <a:off x="3312" y="3379"/>
              <a:ext cx="438" cy="0"/>
            </a:xfrm>
            <a:prstGeom prst="line">
              <a:avLst/>
            </a:prstGeom>
            <a:ln w="28575" cap="flat" cmpd="sng">
              <a:solidFill>
                <a:schemeClr val="tx1"/>
              </a:solidFill>
              <a:prstDash val="solid"/>
              <a:headEnd type="none" w="med" len="med"/>
              <a:tailEnd type="none" w="med" len="med"/>
            </a:ln>
          </p:spPr>
        </p:sp>
        <p:sp>
          <p:nvSpPr>
            <p:cNvPr id="187412" name="Line 300"/>
            <p:cNvSpPr/>
            <p:nvPr/>
          </p:nvSpPr>
          <p:spPr>
            <a:xfrm flipV="1">
              <a:off x="6762" y="3379"/>
              <a:ext cx="0" cy="296"/>
            </a:xfrm>
            <a:prstGeom prst="line">
              <a:avLst/>
            </a:prstGeom>
            <a:ln w="28575" cap="flat" cmpd="sng">
              <a:solidFill>
                <a:schemeClr val="tx1"/>
              </a:solidFill>
              <a:prstDash val="solid"/>
              <a:headEnd type="none" w="med" len="med"/>
              <a:tailEnd type="none" w="med" len="med"/>
            </a:ln>
          </p:spPr>
        </p:sp>
        <p:sp>
          <p:nvSpPr>
            <p:cNvPr id="187413" name="Line 301"/>
            <p:cNvSpPr/>
            <p:nvPr/>
          </p:nvSpPr>
          <p:spPr>
            <a:xfrm flipV="1">
              <a:off x="7200" y="3379"/>
              <a:ext cx="0" cy="296"/>
            </a:xfrm>
            <a:prstGeom prst="line">
              <a:avLst/>
            </a:prstGeom>
            <a:ln w="28575" cap="flat" cmpd="sng">
              <a:solidFill>
                <a:schemeClr val="tx1"/>
              </a:solidFill>
              <a:prstDash val="solid"/>
              <a:headEnd type="none" w="med" len="med"/>
              <a:tailEnd type="none" w="med" len="med"/>
            </a:ln>
          </p:spPr>
        </p:sp>
        <p:sp>
          <p:nvSpPr>
            <p:cNvPr id="187414" name="Line 302"/>
            <p:cNvSpPr/>
            <p:nvPr/>
          </p:nvSpPr>
          <p:spPr>
            <a:xfrm>
              <a:off x="6762" y="3379"/>
              <a:ext cx="438" cy="0"/>
            </a:xfrm>
            <a:prstGeom prst="line">
              <a:avLst/>
            </a:prstGeom>
            <a:ln w="28575" cap="flat" cmpd="sng">
              <a:solidFill>
                <a:schemeClr val="tx1"/>
              </a:solidFill>
              <a:prstDash val="solid"/>
              <a:headEnd type="none" w="med" len="med"/>
              <a:tailEnd type="none" w="med" len="med"/>
            </a:ln>
          </p:spPr>
        </p:sp>
        <p:sp>
          <p:nvSpPr>
            <p:cNvPr id="187415" name="Line 303"/>
            <p:cNvSpPr/>
            <p:nvPr/>
          </p:nvSpPr>
          <p:spPr>
            <a:xfrm>
              <a:off x="7215" y="3690"/>
              <a:ext cx="1700" cy="0"/>
            </a:xfrm>
            <a:prstGeom prst="line">
              <a:avLst/>
            </a:prstGeom>
            <a:ln w="28575" cap="flat" cmpd="sng">
              <a:solidFill>
                <a:schemeClr val="tx1"/>
              </a:solidFill>
              <a:prstDash val="solid"/>
              <a:headEnd type="none" w="med" len="med"/>
              <a:tailEnd type="none" w="med" len="med"/>
            </a:ln>
          </p:spPr>
        </p:sp>
        <p:grpSp>
          <p:nvGrpSpPr>
            <p:cNvPr id="187416" name="Group 580"/>
            <p:cNvGrpSpPr/>
            <p:nvPr/>
          </p:nvGrpSpPr>
          <p:grpSpPr>
            <a:xfrm>
              <a:off x="2860" y="990"/>
              <a:ext cx="5635" cy="4251"/>
              <a:chOff x="0" y="0"/>
              <a:chExt cx="2254" cy="2109"/>
            </a:xfrm>
          </p:grpSpPr>
          <p:sp>
            <p:nvSpPr>
              <p:cNvPr id="187444" name="Line 47"/>
              <p:cNvSpPr/>
              <p:nvPr/>
            </p:nvSpPr>
            <p:spPr>
              <a:xfrm>
                <a:off x="2079" y="0"/>
                <a:ext cx="175" cy="0"/>
              </a:xfrm>
              <a:prstGeom prst="line">
                <a:avLst/>
              </a:prstGeom>
              <a:ln w="28575" cap="flat" cmpd="sng">
                <a:solidFill>
                  <a:srgbClr val="0000CC"/>
                </a:solidFill>
                <a:prstDash val="solid"/>
                <a:headEnd type="none" w="med" len="med"/>
                <a:tailEnd type="none" w="med" len="med"/>
              </a:ln>
            </p:spPr>
          </p:sp>
          <p:grpSp>
            <p:nvGrpSpPr>
              <p:cNvPr id="187445" name="Group 60"/>
              <p:cNvGrpSpPr/>
              <p:nvPr/>
            </p:nvGrpSpPr>
            <p:grpSpPr>
              <a:xfrm>
                <a:off x="2079" y="14"/>
                <a:ext cx="0" cy="2095"/>
                <a:chOff x="0" y="0"/>
                <a:chExt cx="0" cy="2544"/>
              </a:xfrm>
            </p:grpSpPr>
            <p:grpSp>
              <p:nvGrpSpPr>
                <p:cNvPr id="187810" name="Group 61"/>
                <p:cNvGrpSpPr/>
                <p:nvPr/>
              </p:nvGrpSpPr>
              <p:grpSpPr>
                <a:xfrm>
                  <a:off x="0" y="0"/>
                  <a:ext cx="0" cy="816"/>
                  <a:chOff x="0" y="0"/>
                  <a:chExt cx="0" cy="816"/>
                </a:xfrm>
              </p:grpSpPr>
              <p:grpSp>
                <p:nvGrpSpPr>
                  <p:cNvPr id="187829" name="Group 62"/>
                  <p:cNvGrpSpPr/>
                  <p:nvPr/>
                </p:nvGrpSpPr>
                <p:grpSpPr>
                  <a:xfrm>
                    <a:off x="0" y="0"/>
                    <a:ext cx="0" cy="384"/>
                    <a:chOff x="0" y="0"/>
                    <a:chExt cx="0" cy="384"/>
                  </a:xfrm>
                </p:grpSpPr>
                <p:sp>
                  <p:nvSpPr>
                    <p:cNvPr id="187834" name="Line 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5" name="Line 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6" name="Line 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30" name="Group 66"/>
                  <p:cNvGrpSpPr/>
                  <p:nvPr/>
                </p:nvGrpSpPr>
                <p:grpSpPr>
                  <a:xfrm>
                    <a:off x="0" y="432"/>
                    <a:ext cx="0" cy="384"/>
                    <a:chOff x="0" y="0"/>
                    <a:chExt cx="0" cy="384"/>
                  </a:xfrm>
                </p:grpSpPr>
                <p:sp>
                  <p:nvSpPr>
                    <p:cNvPr id="187831" name="Line 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2" name="Line 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3" name="Line 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1" name="Group 70"/>
                <p:cNvGrpSpPr/>
                <p:nvPr/>
              </p:nvGrpSpPr>
              <p:grpSpPr>
                <a:xfrm>
                  <a:off x="0" y="864"/>
                  <a:ext cx="0" cy="816"/>
                  <a:chOff x="0" y="0"/>
                  <a:chExt cx="0" cy="816"/>
                </a:xfrm>
              </p:grpSpPr>
              <p:grpSp>
                <p:nvGrpSpPr>
                  <p:cNvPr id="187821" name="Group 71"/>
                  <p:cNvGrpSpPr/>
                  <p:nvPr/>
                </p:nvGrpSpPr>
                <p:grpSpPr>
                  <a:xfrm>
                    <a:off x="0" y="0"/>
                    <a:ext cx="0" cy="384"/>
                    <a:chOff x="0" y="0"/>
                    <a:chExt cx="0" cy="384"/>
                  </a:xfrm>
                </p:grpSpPr>
                <p:sp>
                  <p:nvSpPr>
                    <p:cNvPr id="187826" name="Line 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7" name="Line 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8" name="Line 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22" name="Group 75"/>
                  <p:cNvGrpSpPr/>
                  <p:nvPr/>
                </p:nvGrpSpPr>
                <p:grpSpPr>
                  <a:xfrm>
                    <a:off x="0" y="432"/>
                    <a:ext cx="0" cy="384"/>
                    <a:chOff x="0" y="0"/>
                    <a:chExt cx="0" cy="384"/>
                  </a:xfrm>
                </p:grpSpPr>
                <p:sp>
                  <p:nvSpPr>
                    <p:cNvPr id="187823" name="Line 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4" name="Line 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5" name="Line 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2" name="Group 79"/>
                <p:cNvGrpSpPr/>
                <p:nvPr/>
              </p:nvGrpSpPr>
              <p:grpSpPr>
                <a:xfrm>
                  <a:off x="0" y="1728"/>
                  <a:ext cx="0" cy="816"/>
                  <a:chOff x="0" y="0"/>
                  <a:chExt cx="0" cy="816"/>
                </a:xfrm>
              </p:grpSpPr>
              <p:grpSp>
                <p:nvGrpSpPr>
                  <p:cNvPr id="187813" name="Group 80"/>
                  <p:cNvGrpSpPr/>
                  <p:nvPr/>
                </p:nvGrpSpPr>
                <p:grpSpPr>
                  <a:xfrm>
                    <a:off x="0" y="0"/>
                    <a:ext cx="0" cy="384"/>
                    <a:chOff x="0" y="0"/>
                    <a:chExt cx="0" cy="384"/>
                  </a:xfrm>
                </p:grpSpPr>
                <p:sp>
                  <p:nvSpPr>
                    <p:cNvPr id="187818" name="Line 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9" name="Line 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0" name="Line 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14" name="Group 84"/>
                  <p:cNvGrpSpPr/>
                  <p:nvPr/>
                </p:nvGrpSpPr>
                <p:grpSpPr>
                  <a:xfrm>
                    <a:off x="0" y="432"/>
                    <a:ext cx="0" cy="384"/>
                    <a:chOff x="0" y="0"/>
                    <a:chExt cx="0" cy="384"/>
                  </a:xfrm>
                </p:grpSpPr>
                <p:sp>
                  <p:nvSpPr>
                    <p:cNvPr id="187815" name="Line 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6" name="Line 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17" name="Line 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6" name="Group 88"/>
              <p:cNvGrpSpPr/>
              <p:nvPr/>
            </p:nvGrpSpPr>
            <p:grpSpPr>
              <a:xfrm>
                <a:off x="1389" y="14"/>
                <a:ext cx="0" cy="2095"/>
                <a:chOff x="0" y="0"/>
                <a:chExt cx="0" cy="2544"/>
              </a:xfrm>
            </p:grpSpPr>
            <p:grpSp>
              <p:nvGrpSpPr>
                <p:cNvPr id="187783" name="Group 89"/>
                <p:cNvGrpSpPr/>
                <p:nvPr/>
              </p:nvGrpSpPr>
              <p:grpSpPr>
                <a:xfrm>
                  <a:off x="0" y="0"/>
                  <a:ext cx="0" cy="816"/>
                  <a:chOff x="0" y="0"/>
                  <a:chExt cx="0" cy="816"/>
                </a:xfrm>
              </p:grpSpPr>
              <p:grpSp>
                <p:nvGrpSpPr>
                  <p:cNvPr id="187802" name="Group 90"/>
                  <p:cNvGrpSpPr/>
                  <p:nvPr/>
                </p:nvGrpSpPr>
                <p:grpSpPr>
                  <a:xfrm>
                    <a:off x="0" y="0"/>
                    <a:ext cx="0" cy="384"/>
                    <a:chOff x="0" y="0"/>
                    <a:chExt cx="0" cy="384"/>
                  </a:xfrm>
                </p:grpSpPr>
                <p:sp>
                  <p:nvSpPr>
                    <p:cNvPr id="187807" name="Line 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8" name="Line 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9" name="Line 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03" name="Group 94"/>
                  <p:cNvGrpSpPr/>
                  <p:nvPr/>
                </p:nvGrpSpPr>
                <p:grpSpPr>
                  <a:xfrm>
                    <a:off x="0" y="432"/>
                    <a:ext cx="0" cy="384"/>
                    <a:chOff x="0" y="0"/>
                    <a:chExt cx="0" cy="384"/>
                  </a:xfrm>
                </p:grpSpPr>
                <p:sp>
                  <p:nvSpPr>
                    <p:cNvPr id="187804" name="Line 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5" name="Line 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6" name="Line 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4" name="Group 98"/>
                <p:cNvGrpSpPr/>
                <p:nvPr/>
              </p:nvGrpSpPr>
              <p:grpSpPr>
                <a:xfrm>
                  <a:off x="0" y="864"/>
                  <a:ext cx="0" cy="816"/>
                  <a:chOff x="0" y="0"/>
                  <a:chExt cx="0" cy="816"/>
                </a:xfrm>
              </p:grpSpPr>
              <p:grpSp>
                <p:nvGrpSpPr>
                  <p:cNvPr id="187794" name="Group 99"/>
                  <p:cNvGrpSpPr/>
                  <p:nvPr/>
                </p:nvGrpSpPr>
                <p:grpSpPr>
                  <a:xfrm>
                    <a:off x="0" y="0"/>
                    <a:ext cx="0" cy="384"/>
                    <a:chOff x="0" y="0"/>
                    <a:chExt cx="0" cy="384"/>
                  </a:xfrm>
                </p:grpSpPr>
                <p:sp>
                  <p:nvSpPr>
                    <p:cNvPr id="187799" name="Line 1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0" name="Line 1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1" name="Line 1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95" name="Group 103"/>
                  <p:cNvGrpSpPr/>
                  <p:nvPr/>
                </p:nvGrpSpPr>
                <p:grpSpPr>
                  <a:xfrm>
                    <a:off x="0" y="432"/>
                    <a:ext cx="0" cy="384"/>
                    <a:chOff x="0" y="0"/>
                    <a:chExt cx="0" cy="384"/>
                  </a:xfrm>
                </p:grpSpPr>
                <p:sp>
                  <p:nvSpPr>
                    <p:cNvPr id="187796" name="Line 1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7" name="Line 1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8" name="Line 1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5" name="Group 107"/>
                <p:cNvGrpSpPr/>
                <p:nvPr/>
              </p:nvGrpSpPr>
              <p:grpSpPr>
                <a:xfrm>
                  <a:off x="0" y="1728"/>
                  <a:ext cx="0" cy="816"/>
                  <a:chOff x="0" y="0"/>
                  <a:chExt cx="0" cy="816"/>
                </a:xfrm>
              </p:grpSpPr>
              <p:grpSp>
                <p:nvGrpSpPr>
                  <p:cNvPr id="187786" name="Group 108"/>
                  <p:cNvGrpSpPr/>
                  <p:nvPr/>
                </p:nvGrpSpPr>
                <p:grpSpPr>
                  <a:xfrm>
                    <a:off x="0" y="0"/>
                    <a:ext cx="0" cy="384"/>
                    <a:chOff x="0" y="0"/>
                    <a:chExt cx="0" cy="384"/>
                  </a:xfrm>
                </p:grpSpPr>
                <p:sp>
                  <p:nvSpPr>
                    <p:cNvPr id="187791" name="Line 10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2" name="Line 11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3" name="Line 11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87" name="Group 112"/>
                  <p:cNvGrpSpPr/>
                  <p:nvPr/>
                </p:nvGrpSpPr>
                <p:grpSpPr>
                  <a:xfrm>
                    <a:off x="0" y="432"/>
                    <a:ext cx="0" cy="384"/>
                    <a:chOff x="0" y="0"/>
                    <a:chExt cx="0" cy="384"/>
                  </a:xfrm>
                </p:grpSpPr>
                <p:sp>
                  <p:nvSpPr>
                    <p:cNvPr id="187788" name="Line 1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9" name="Line 1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0" name="Line 1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7" name="Group 116"/>
              <p:cNvGrpSpPr/>
              <p:nvPr/>
            </p:nvGrpSpPr>
            <p:grpSpPr>
              <a:xfrm>
                <a:off x="1039" y="14"/>
                <a:ext cx="0" cy="2095"/>
                <a:chOff x="0" y="0"/>
                <a:chExt cx="0" cy="2544"/>
              </a:xfrm>
            </p:grpSpPr>
            <p:grpSp>
              <p:nvGrpSpPr>
                <p:cNvPr id="187756" name="Group 117"/>
                <p:cNvGrpSpPr/>
                <p:nvPr/>
              </p:nvGrpSpPr>
              <p:grpSpPr>
                <a:xfrm>
                  <a:off x="0" y="0"/>
                  <a:ext cx="0" cy="816"/>
                  <a:chOff x="0" y="0"/>
                  <a:chExt cx="0" cy="816"/>
                </a:xfrm>
              </p:grpSpPr>
              <p:grpSp>
                <p:nvGrpSpPr>
                  <p:cNvPr id="187775" name="Group 118"/>
                  <p:cNvGrpSpPr/>
                  <p:nvPr/>
                </p:nvGrpSpPr>
                <p:grpSpPr>
                  <a:xfrm>
                    <a:off x="0" y="0"/>
                    <a:ext cx="0" cy="384"/>
                    <a:chOff x="0" y="0"/>
                    <a:chExt cx="0" cy="384"/>
                  </a:xfrm>
                </p:grpSpPr>
                <p:sp>
                  <p:nvSpPr>
                    <p:cNvPr id="187780" name="Line 1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1" name="Line 1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82" name="Line 1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76" name="Group 122"/>
                  <p:cNvGrpSpPr/>
                  <p:nvPr/>
                </p:nvGrpSpPr>
                <p:grpSpPr>
                  <a:xfrm>
                    <a:off x="0" y="432"/>
                    <a:ext cx="0" cy="384"/>
                    <a:chOff x="0" y="0"/>
                    <a:chExt cx="0" cy="384"/>
                  </a:xfrm>
                </p:grpSpPr>
                <p:sp>
                  <p:nvSpPr>
                    <p:cNvPr id="187777" name="Line 1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8" name="Line 1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9" name="Line 1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7" name="Group 126"/>
                <p:cNvGrpSpPr/>
                <p:nvPr/>
              </p:nvGrpSpPr>
              <p:grpSpPr>
                <a:xfrm>
                  <a:off x="0" y="864"/>
                  <a:ext cx="0" cy="816"/>
                  <a:chOff x="0" y="0"/>
                  <a:chExt cx="0" cy="816"/>
                </a:xfrm>
              </p:grpSpPr>
              <p:grpSp>
                <p:nvGrpSpPr>
                  <p:cNvPr id="187767" name="Group 127"/>
                  <p:cNvGrpSpPr/>
                  <p:nvPr/>
                </p:nvGrpSpPr>
                <p:grpSpPr>
                  <a:xfrm>
                    <a:off x="0" y="0"/>
                    <a:ext cx="0" cy="384"/>
                    <a:chOff x="0" y="0"/>
                    <a:chExt cx="0" cy="384"/>
                  </a:xfrm>
                </p:grpSpPr>
                <p:sp>
                  <p:nvSpPr>
                    <p:cNvPr id="187772" name="Line 1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3" name="Line 1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4" name="Line 1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8" name="Group 131"/>
                  <p:cNvGrpSpPr/>
                  <p:nvPr/>
                </p:nvGrpSpPr>
                <p:grpSpPr>
                  <a:xfrm>
                    <a:off x="0" y="432"/>
                    <a:ext cx="0" cy="384"/>
                    <a:chOff x="0" y="0"/>
                    <a:chExt cx="0" cy="384"/>
                  </a:xfrm>
                </p:grpSpPr>
                <p:sp>
                  <p:nvSpPr>
                    <p:cNvPr id="187769" name="Line 1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0" name="Line 1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1" name="Line 1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8" name="Group 135"/>
                <p:cNvGrpSpPr/>
                <p:nvPr/>
              </p:nvGrpSpPr>
              <p:grpSpPr>
                <a:xfrm>
                  <a:off x="0" y="1728"/>
                  <a:ext cx="0" cy="816"/>
                  <a:chOff x="0" y="0"/>
                  <a:chExt cx="0" cy="816"/>
                </a:xfrm>
              </p:grpSpPr>
              <p:grpSp>
                <p:nvGrpSpPr>
                  <p:cNvPr id="187759" name="Group 136"/>
                  <p:cNvGrpSpPr/>
                  <p:nvPr/>
                </p:nvGrpSpPr>
                <p:grpSpPr>
                  <a:xfrm>
                    <a:off x="0" y="0"/>
                    <a:ext cx="0" cy="384"/>
                    <a:chOff x="0" y="0"/>
                    <a:chExt cx="0" cy="384"/>
                  </a:xfrm>
                </p:grpSpPr>
                <p:sp>
                  <p:nvSpPr>
                    <p:cNvPr id="187764" name="Line 13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5" name="Line 13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6" name="Line 13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0" name="Group 140"/>
                  <p:cNvGrpSpPr/>
                  <p:nvPr/>
                </p:nvGrpSpPr>
                <p:grpSpPr>
                  <a:xfrm>
                    <a:off x="0" y="432"/>
                    <a:ext cx="0" cy="384"/>
                    <a:chOff x="0" y="0"/>
                    <a:chExt cx="0" cy="384"/>
                  </a:xfrm>
                </p:grpSpPr>
                <p:sp>
                  <p:nvSpPr>
                    <p:cNvPr id="187761" name="Line 1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2" name="Line 1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3" name="Line 1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8" name="Group 144"/>
              <p:cNvGrpSpPr/>
              <p:nvPr/>
            </p:nvGrpSpPr>
            <p:grpSpPr>
              <a:xfrm>
                <a:off x="696" y="14"/>
                <a:ext cx="0" cy="2095"/>
                <a:chOff x="0" y="0"/>
                <a:chExt cx="0" cy="2544"/>
              </a:xfrm>
            </p:grpSpPr>
            <p:grpSp>
              <p:nvGrpSpPr>
                <p:cNvPr id="187729" name="Group 145"/>
                <p:cNvGrpSpPr/>
                <p:nvPr/>
              </p:nvGrpSpPr>
              <p:grpSpPr>
                <a:xfrm>
                  <a:off x="0" y="0"/>
                  <a:ext cx="0" cy="816"/>
                  <a:chOff x="0" y="0"/>
                  <a:chExt cx="0" cy="816"/>
                </a:xfrm>
              </p:grpSpPr>
              <p:grpSp>
                <p:nvGrpSpPr>
                  <p:cNvPr id="187748" name="Group 146"/>
                  <p:cNvGrpSpPr/>
                  <p:nvPr/>
                </p:nvGrpSpPr>
                <p:grpSpPr>
                  <a:xfrm>
                    <a:off x="0" y="0"/>
                    <a:ext cx="0" cy="384"/>
                    <a:chOff x="0" y="0"/>
                    <a:chExt cx="0" cy="384"/>
                  </a:xfrm>
                </p:grpSpPr>
                <p:sp>
                  <p:nvSpPr>
                    <p:cNvPr id="187753" name="Line 1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4" name="Line 1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5" name="Line 1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9" name="Group 150"/>
                  <p:cNvGrpSpPr/>
                  <p:nvPr/>
                </p:nvGrpSpPr>
                <p:grpSpPr>
                  <a:xfrm>
                    <a:off x="0" y="432"/>
                    <a:ext cx="0" cy="384"/>
                    <a:chOff x="0" y="0"/>
                    <a:chExt cx="0" cy="384"/>
                  </a:xfrm>
                </p:grpSpPr>
                <p:sp>
                  <p:nvSpPr>
                    <p:cNvPr id="187750" name="Line 15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1" name="Line 15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2" name="Line 15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0" name="Group 154"/>
                <p:cNvGrpSpPr/>
                <p:nvPr/>
              </p:nvGrpSpPr>
              <p:grpSpPr>
                <a:xfrm>
                  <a:off x="0" y="864"/>
                  <a:ext cx="0" cy="816"/>
                  <a:chOff x="0" y="0"/>
                  <a:chExt cx="0" cy="816"/>
                </a:xfrm>
              </p:grpSpPr>
              <p:grpSp>
                <p:nvGrpSpPr>
                  <p:cNvPr id="187740" name="Group 155"/>
                  <p:cNvGrpSpPr/>
                  <p:nvPr/>
                </p:nvGrpSpPr>
                <p:grpSpPr>
                  <a:xfrm>
                    <a:off x="0" y="0"/>
                    <a:ext cx="0" cy="384"/>
                    <a:chOff x="0" y="0"/>
                    <a:chExt cx="0" cy="384"/>
                  </a:xfrm>
                </p:grpSpPr>
                <p:sp>
                  <p:nvSpPr>
                    <p:cNvPr id="187745" name="Line 1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6" name="Line 1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7" name="Line 1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1" name="Group 159"/>
                  <p:cNvGrpSpPr/>
                  <p:nvPr/>
                </p:nvGrpSpPr>
                <p:grpSpPr>
                  <a:xfrm>
                    <a:off x="0" y="432"/>
                    <a:ext cx="0" cy="384"/>
                    <a:chOff x="0" y="0"/>
                    <a:chExt cx="0" cy="384"/>
                  </a:xfrm>
                </p:grpSpPr>
                <p:sp>
                  <p:nvSpPr>
                    <p:cNvPr id="187742" name="Line 16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3" name="Line 16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4" name="Line 16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1" name="Group 163"/>
                <p:cNvGrpSpPr/>
                <p:nvPr/>
              </p:nvGrpSpPr>
              <p:grpSpPr>
                <a:xfrm>
                  <a:off x="0" y="1728"/>
                  <a:ext cx="0" cy="816"/>
                  <a:chOff x="0" y="0"/>
                  <a:chExt cx="0" cy="816"/>
                </a:xfrm>
              </p:grpSpPr>
              <p:grpSp>
                <p:nvGrpSpPr>
                  <p:cNvPr id="187732" name="Group 164"/>
                  <p:cNvGrpSpPr/>
                  <p:nvPr/>
                </p:nvGrpSpPr>
                <p:grpSpPr>
                  <a:xfrm>
                    <a:off x="0" y="0"/>
                    <a:ext cx="0" cy="384"/>
                    <a:chOff x="0" y="0"/>
                    <a:chExt cx="0" cy="384"/>
                  </a:xfrm>
                </p:grpSpPr>
                <p:sp>
                  <p:nvSpPr>
                    <p:cNvPr id="187737" name="Line 16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8" name="Line 16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9" name="Line 16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33" name="Group 168"/>
                  <p:cNvGrpSpPr/>
                  <p:nvPr/>
                </p:nvGrpSpPr>
                <p:grpSpPr>
                  <a:xfrm>
                    <a:off x="0" y="432"/>
                    <a:ext cx="0" cy="384"/>
                    <a:chOff x="0" y="0"/>
                    <a:chExt cx="0" cy="384"/>
                  </a:xfrm>
                </p:grpSpPr>
                <p:sp>
                  <p:nvSpPr>
                    <p:cNvPr id="187734" name="Line 16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5" name="Line 17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6" name="Line 17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9" name="Group 172"/>
              <p:cNvGrpSpPr/>
              <p:nvPr/>
            </p:nvGrpSpPr>
            <p:grpSpPr>
              <a:xfrm>
                <a:off x="348" y="14"/>
                <a:ext cx="0" cy="2095"/>
                <a:chOff x="0" y="0"/>
                <a:chExt cx="0" cy="2544"/>
              </a:xfrm>
            </p:grpSpPr>
            <p:grpSp>
              <p:nvGrpSpPr>
                <p:cNvPr id="187702" name="Group 173"/>
                <p:cNvGrpSpPr/>
                <p:nvPr/>
              </p:nvGrpSpPr>
              <p:grpSpPr>
                <a:xfrm>
                  <a:off x="0" y="0"/>
                  <a:ext cx="0" cy="816"/>
                  <a:chOff x="0" y="0"/>
                  <a:chExt cx="0" cy="816"/>
                </a:xfrm>
              </p:grpSpPr>
              <p:grpSp>
                <p:nvGrpSpPr>
                  <p:cNvPr id="187721" name="Group 174"/>
                  <p:cNvGrpSpPr/>
                  <p:nvPr/>
                </p:nvGrpSpPr>
                <p:grpSpPr>
                  <a:xfrm>
                    <a:off x="0" y="0"/>
                    <a:ext cx="0" cy="384"/>
                    <a:chOff x="0" y="0"/>
                    <a:chExt cx="0" cy="384"/>
                  </a:xfrm>
                </p:grpSpPr>
                <p:sp>
                  <p:nvSpPr>
                    <p:cNvPr id="187726" name="Line 1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7" name="Line 1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8" name="Line 1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22" name="Group 178"/>
                  <p:cNvGrpSpPr/>
                  <p:nvPr/>
                </p:nvGrpSpPr>
                <p:grpSpPr>
                  <a:xfrm>
                    <a:off x="0" y="432"/>
                    <a:ext cx="0" cy="384"/>
                    <a:chOff x="0" y="0"/>
                    <a:chExt cx="0" cy="384"/>
                  </a:xfrm>
                </p:grpSpPr>
                <p:sp>
                  <p:nvSpPr>
                    <p:cNvPr id="187723" name="Line 17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4" name="Line 18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5" name="Line 18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3" name="Group 182"/>
                <p:cNvGrpSpPr/>
                <p:nvPr/>
              </p:nvGrpSpPr>
              <p:grpSpPr>
                <a:xfrm>
                  <a:off x="0" y="864"/>
                  <a:ext cx="0" cy="816"/>
                  <a:chOff x="0" y="0"/>
                  <a:chExt cx="0" cy="816"/>
                </a:xfrm>
              </p:grpSpPr>
              <p:grpSp>
                <p:nvGrpSpPr>
                  <p:cNvPr id="187713" name="Group 183"/>
                  <p:cNvGrpSpPr/>
                  <p:nvPr/>
                </p:nvGrpSpPr>
                <p:grpSpPr>
                  <a:xfrm>
                    <a:off x="0" y="0"/>
                    <a:ext cx="0" cy="384"/>
                    <a:chOff x="0" y="0"/>
                    <a:chExt cx="0" cy="384"/>
                  </a:xfrm>
                </p:grpSpPr>
                <p:sp>
                  <p:nvSpPr>
                    <p:cNvPr id="187718" name="Line 1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9" name="Line 1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0" name="Line 1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14" name="Group 187"/>
                  <p:cNvGrpSpPr/>
                  <p:nvPr/>
                </p:nvGrpSpPr>
                <p:grpSpPr>
                  <a:xfrm>
                    <a:off x="0" y="432"/>
                    <a:ext cx="0" cy="384"/>
                    <a:chOff x="0" y="0"/>
                    <a:chExt cx="0" cy="384"/>
                  </a:xfrm>
                </p:grpSpPr>
                <p:sp>
                  <p:nvSpPr>
                    <p:cNvPr id="187715" name="Line 18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6" name="Line 18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7" name="Line 19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4" name="Group 191"/>
                <p:cNvGrpSpPr/>
                <p:nvPr/>
              </p:nvGrpSpPr>
              <p:grpSpPr>
                <a:xfrm>
                  <a:off x="0" y="1728"/>
                  <a:ext cx="0" cy="816"/>
                  <a:chOff x="0" y="0"/>
                  <a:chExt cx="0" cy="816"/>
                </a:xfrm>
              </p:grpSpPr>
              <p:grpSp>
                <p:nvGrpSpPr>
                  <p:cNvPr id="187705" name="Group 192"/>
                  <p:cNvGrpSpPr/>
                  <p:nvPr/>
                </p:nvGrpSpPr>
                <p:grpSpPr>
                  <a:xfrm>
                    <a:off x="0" y="0"/>
                    <a:ext cx="0" cy="384"/>
                    <a:chOff x="0" y="0"/>
                    <a:chExt cx="0" cy="384"/>
                  </a:xfrm>
                </p:grpSpPr>
                <p:sp>
                  <p:nvSpPr>
                    <p:cNvPr id="187710" name="Line 19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1" name="Line 19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2" name="Line 19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06" name="Group 196"/>
                  <p:cNvGrpSpPr/>
                  <p:nvPr/>
                </p:nvGrpSpPr>
                <p:grpSpPr>
                  <a:xfrm>
                    <a:off x="0" y="432"/>
                    <a:ext cx="0" cy="384"/>
                    <a:chOff x="0" y="0"/>
                    <a:chExt cx="0" cy="384"/>
                  </a:xfrm>
                </p:grpSpPr>
                <p:sp>
                  <p:nvSpPr>
                    <p:cNvPr id="187707" name="Line 19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8" name="Line 19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9" name="Line 19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0" name="Group 200"/>
              <p:cNvGrpSpPr/>
              <p:nvPr/>
            </p:nvGrpSpPr>
            <p:grpSpPr>
              <a:xfrm>
                <a:off x="0" y="14"/>
                <a:ext cx="0" cy="2095"/>
                <a:chOff x="0" y="0"/>
                <a:chExt cx="0" cy="2544"/>
              </a:xfrm>
            </p:grpSpPr>
            <p:grpSp>
              <p:nvGrpSpPr>
                <p:cNvPr id="187675" name="Group 201"/>
                <p:cNvGrpSpPr/>
                <p:nvPr/>
              </p:nvGrpSpPr>
              <p:grpSpPr>
                <a:xfrm>
                  <a:off x="0" y="0"/>
                  <a:ext cx="0" cy="816"/>
                  <a:chOff x="0" y="0"/>
                  <a:chExt cx="0" cy="816"/>
                </a:xfrm>
              </p:grpSpPr>
              <p:grpSp>
                <p:nvGrpSpPr>
                  <p:cNvPr id="187694" name="Group 202"/>
                  <p:cNvGrpSpPr/>
                  <p:nvPr/>
                </p:nvGrpSpPr>
                <p:grpSpPr>
                  <a:xfrm>
                    <a:off x="0" y="0"/>
                    <a:ext cx="0" cy="384"/>
                    <a:chOff x="0" y="0"/>
                    <a:chExt cx="0" cy="384"/>
                  </a:xfrm>
                </p:grpSpPr>
                <p:sp>
                  <p:nvSpPr>
                    <p:cNvPr id="187699" name="Line 2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0" name="Line 2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1" name="Line 2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95" name="Group 206"/>
                  <p:cNvGrpSpPr/>
                  <p:nvPr/>
                </p:nvGrpSpPr>
                <p:grpSpPr>
                  <a:xfrm>
                    <a:off x="0" y="432"/>
                    <a:ext cx="0" cy="384"/>
                    <a:chOff x="0" y="0"/>
                    <a:chExt cx="0" cy="384"/>
                  </a:xfrm>
                </p:grpSpPr>
                <p:sp>
                  <p:nvSpPr>
                    <p:cNvPr id="187696" name="Line 20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7" name="Line 20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8" name="Line 20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6" name="Group 210"/>
                <p:cNvGrpSpPr/>
                <p:nvPr/>
              </p:nvGrpSpPr>
              <p:grpSpPr>
                <a:xfrm>
                  <a:off x="0" y="864"/>
                  <a:ext cx="0" cy="816"/>
                  <a:chOff x="0" y="0"/>
                  <a:chExt cx="0" cy="816"/>
                </a:xfrm>
              </p:grpSpPr>
              <p:grpSp>
                <p:nvGrpSpPr>
                  <p:cNvPr id="187686" name="Group 211"/>
                  <p:cNvGrpSpPr/>
                  <p:nvPr/>
                </p:nvGrpSpPr>
                <p:grpSpPr>
                  <a:xfrm>
                    <a:off x="0" y="0"/>
                    <a:ext cx="0" cy="384"/>
                    <a:chOff x="0" y="0"/>
                    <a:chExt cx="0" cy="384"/>
                  </a:xfrm>
                </p:grpSpPr>
                <p:sp>
                  <p:nvSpPr>
                    <p:cNvPr id="187691" name="Line 2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2" name="Line 2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3" name="Line 2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87" name="Group 215"/>
                  <p:cNvGrpSpPr/>
                  <p:nvPr/>
                </p:nvGrpSpPr>
                <p:grpSpPr>
                  <a:xfrm>
                    <a:off x="0" y="432"/>
                    <a:ext cx="0" cy="384"/>
                    <a:chOff x="0" y="0"/>
                    <a:chExt cx="0" cy="384"/>
                  </a:xfrm>
                </p:grpSpPr>
                <p:sp>
                  <p:nvSpPr>
                    <p:cNvPr id="187688" name="Line 21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9" name="Line 21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0" name="Line 21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7" name="Group 219"/>
                <p:cNvGrpSpPr/>
                <p:nvPr/>
              </p:nvGrpSpPr>
              <p:grpSpPr>
                <a:xfrm>
                  <a:off x="0" y="1728"/>
                  <a:ext cx="0" cy="816"/>
                  <a:chOff x="0" y="0"/>
                  <a:chExt cx="0" cy="816"/>
                </a:xfrm>
              </p:grpSpPr>
              <p:grpSp>
                <p:nvGrpSpPr>
                  <p:cNvPr id="187678" name="Group 220"/>
                  <p:cNvGrpSpPr/>
                  <p:nvPr/>
                </p:nvGrpSpPr>
                <p:grpSpPr>
                  <a:xfrm>
                    <a:off x="0" y="0"/>
                    <a:ext cx="0" cy="384"/>
                    <a:chOff x="0" y="0"/>
                    <a:chExt cx="0" cy="384"/>
                  </a:xfrm>
                </p:grpSpPr>
                <p:sp>
                  <p:nvSpPr>
                    <p:cNvPr id="187683" name="Line 22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4" name="Line 22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5" name="Line 22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79" name="Group 224"/>
                  <p:cNvGrpSpPr/>
                  <p:nvPr/>
                </p:nvGrpSpPr>
                <p:grpSpPr>
                  <a:xfrm>
                    <a:off x="0" y="432"/>
                    <a:ext cx="0" cy="384"/>
                    <a:chOff x="0" y="0"/>
                    <a:chExt cx="0" cy="384"/>
                  </a:xfrm>
                </p:grpSpPr>
                <p:sp>
                  <p:nvSpPr>
                    <p:cNvPr id="187680" name="Line 22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1" name="Line 22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2" name="Line 22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1" name="Group 228"/>
              <p:cNvGrpSpPr/>
              <p:nvPr/>
            </p:nvGrpSpPr>
            <p:grpSpPr>
              <a:xfrm>
                <a:off x="1733" y="14"/>
                <a:ext cx="0" cy="2095"/>
                <a:chOff x="0" y="0"/>
                <a:chExt cx="0" cy="2544"/>
              </a:xfrm>
            </p:grpSpPr>
            <p:grpSp>
              <p:nvGrpSpPr>
                <p:cNvPr id="187648" name="Group 229"/>
                <p:cNvGrpSpPr/>
                <p:nvPr/>
              </p:nvGrpSpPr>
              <p:grpSpPr>
                <a:xfrm>
                  <a:off x="0" y="0"/>
                  <a:ext cx="0" cy="816"/>
                  <a:chOff x="0" y="0"/>
                  <a:chExt cx="0" cy="816"/>
                </a:xfrm>
              </p:grpSpPr>
              <p:grpSp>
                <p:nvGrpSpPr>
                  <p:cNvPr id="187667" name="Group 230"/>
                  <p:cNvGrpSpPr/>
                  <p:nvPr/>
                </p:nvGrpSpPr>
                <p:grpSpPr>
                  <a:xfrm>
                    <a:off x="0" y="0"/>
                    <a:ext cx="0" cy="384"/>
                    <a:chOff x="0" y="0"/>
                    <a:chExt cx="0" cy="384"/>
                  </a:xfrm>
                </p:grpSpPr>
                <p:sp>
                  <p:nvSpPr>
                    <p:cNvPr id="187672" name="Line 2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3" name="Line 2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4" name="Line 2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8" name="Group 234"/>
                  <p:cNvGrpSpPr/>
                  <p:nvPr/>
                </p:nvGrpSpPr>
                <p:grpSpPr>
                  <a:xfrm>
                    <a:off x="0" y="432"/>
                    <a:ext cx="0" cy="384"/>
                    <a:chOff x="0" y="0"/>
                    <a:chExt cx="0" cy="384"/>
                  </a:xfrm>
                </p:grpSpPr>
                <p:sp>
                  <p:nvSpPr>
                    <p:cNvPr id="187669" name="Line 23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0" name="Line 23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1" name="Line 23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49" name="Group 238"/>
                <p:cNvGrpSpPr/>
                <p:nvPr/>
              </p:nvGrpSpPr>
              <p:grpSpPr>
                <a:xfrm>
                  <a:off x="0" y="864"/>
                  <a:ext cx="0" cy="816"/>
                  <a:chOff x="0" y="0"/>
                  <a:chExt cx="0" cy="816"/>
                </a:xfrm>
              </p:grpSpPr>
              <p:grpSp>
                <p:nvGrpSpPr>
                  <p:cNvPr id="187659" name="Group 239"/>
                  <p:cNvGrpSpPr/>
                  <p:nvPr/>
                </p:nvGrpSpPr>
                <p:grpSpPr>
                  <a:xfrm>
                    <a:off x="0" y="0"/>
                    <a:ext cx="0" cy="384"/>
                    <a:chOff x="0" y="0"/>
                    <a:chExt cx="0" cy="384"/>
                  </a:xfrm>
                </p:grpSpPr>
                <p:sp>
                  <p:nvSpPr>
                    <p:cNvPr id="187664" name="Line 2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5" name="Line 2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6" name="Line 2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0" name="Group 243"/>
                  <p:cNvGrpSpPr/>
                  <p:nvPr/>
                </p:nvGrpSpPr>
                <p:grpSpPr>
                  <a:xfrm>
                    <a:off x="0" y="432"/>
                    <a:ext cx="0" cy="384"/>
                    <a:chOff x="0" y="0"/>
                    <a:chExt cx="0" cy="384"/>
                  </a:xfrm>
                </p:grpSpPr>
                <p:sp>
                  <p:nvSpPr>
                    <p:cNvPr id="187661" name="Line 24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2" name="Line 24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3" name="Line 24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50" name="Group 247"/>
                <p:cNvGrpSpPr/>
                <p:nvPr/>
              </p:nvGrpSpPr>
              <p:grpSpPr>
                <a:xfrm>
                  <a:off x="0" y="1728"/>
                  <a:ext cx="0" cy="816"/>
                  <a:chOff x="0" y="0"/>
                  <a:chExt cx="0" cy="816"/>
                </a:xfrm>
              </p:grpSpPr>
              <p:grpSp>
                <p:nvGrpSpPr>
                  <p:cNvPr id="187651" name="Group 248"/>
                  <p:cNvGrpSpPr/>
                  <p:nvPr/>
                </p:nvGrpSpPr>
                <p:grpSpPr>
                  <a:xfrm>
                    <a:off x="0" y="0"/>
                    <a:ext cx="0" cy="384"/>
                    <a:chOff x="0" y="0"/>
                    <a:chExt cx="0" cy="384"/>
                  </a:xfrm>
                </p:grpSpPr>
                <p:sp>
                  <p:nvSpPr>
                    <p:cNvPr id="187656" name="Line 24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7" name="Line 25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8" name="Line 25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52" name="Group 252"/>
                  <p:cNvGrpSpPr/>
                  <p:nvPr/>
                </p:nvGrpSpPr>
                <p:grpSpPr>
                  <a:xfrm>
                    <a:off x="0" y="432"/>
                    <a:ext cx="0" cy="384"/>
                    <a:chOff x="0" y="0"/>
                    <a:chExt cx="0" cy="384"/>
                  </a:xfrm>
                </p:grpSpPr>
                <p:sp>
                  <p:nvSpPr>
                    <p:cNvPr id="187653" name="Line 25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4" name="Line 25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5" name="Line 25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2" name="Group 347"/>
              <p:cNvGrpSpPr/>
              <p:nvPr/>
            </p:nvGrpSpPr>
            <p:grpSpPr>
              <a:xfrm>
                <a:off x="188" y="14"/>
                <a:ext cx="0" cy="2095"/>
                <a:chOff x="0" y="0"/>
                <a:chExt cx="0" cy="2544"/>
              </a:xfrm>
            </p:grpSpPr>
            <p:grpSp>
              <p:nvGrpSpPr>
                <p:cNvPr id="187621" name="Group 348"/>
                <p:cNvGrpSpPr/>
                <p:nvPr/>
              </p:nvGrpSpPr>
              <p:grpSpPr>
                <a:xfrm>
                  <a:off x="0" y="0"/>
                  <a:ext cx="0" cy="816"/>
                  <a:chOff x="0" y="0"/>
                  <a:chExt cx="0" cy="816"/>
                </a:xfrm>
              </p:grpSpPr>
              <p:grpSp>
                <p:nvGrpSpPr>
                  <p:cNvPr id="187640" name="Group 349"/>
                  <p:cNvGrpSpPr/>
                  <p:nvPr/>
                </p:nvGrpSpPr>
                <p:grpSpPr>
                  <a:xfrm>
                    <a:off x="0" y="0"/>
                    <a:ext cx="0" cy="384"/>
                    <a:chOff x="0" y="0"/>
                    <a:chExt cx="0" cy="384"/>
                  </a:xfrm>
                </p:grpSpPr>
                <p:sp>
                  <p:nvSpPr>
                    <p:cNvPr id="187645" name="Line 35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6" name="Line 35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7" name="Line 35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41" name="Group 353"/>
                  <p:cNvGrpSpPr/>
                  <p:nvPr/>
                </p:nvGrpSpPr>
                <p:grpSpPr>
                  <a:xfrm>
                    <a:off x="0" y="432"/>
                    <a:ext cx="0" cy="384"/>
                    <a:chOff x="0" y="0"/>
                    <a:chExt cx="0" cy="384"/>
                  </a:xfrm>
                </p:grpSpPr>
                <p:sp>
                  <p:nvSpPr>
                    <p:cNvPr id="187642" name="Line 35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3" name="Line 35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4" name="Line 35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2" name="Group 357"/>
                <p:cNvGrpSpPr/>
                <p:nvPr/>
              </p:nvGrpSpPr>
              <p:grpSpPr>
                <a:xfrm>
                  <a:off x="0" y="864"/>
                  <a:ext cx="0" cy="816"/>
                  <a:chOff x="0" y="0"/>
                  <a:chExt cx="0" cy="816"/>
                </a:xfrm>
              </p:grpSpPr>
              <p:grpSp>
                <p:nvGrpSpPr>
                  <p:cNvPr id="187632" name="Group 358"/>
                  <p:cNvGrpSpPr/>
                  <p:nvPr/>
                </p:nvGrpSpPr>
                <p:grpSpPr>
                  <a:xfrm>
                    <a:off x="0" y="0"/>
                    <a:ext cx="0" cy="384"/>
                    <a:chOff x="0" y="0"/>
                    <a:chExt cx="0" cy="384"/>
                  </a:xfrm>
                </p:grpSpPr>
                <p:sp>
                  <p:nvSpPr>
                    <p:cNvPr id="187637" name="Line 3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8" name="Line 3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9" name="Line 3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33" name="Group 362"/>
                  <p:cNvGrpSpPr/>
                  <p:nvPr/>
                </p:nvGrpSpPr>
                <p:grpSpPr>
                  <a:xfrm>
                    <a:off x="0" y="432"/>
                    <a:ext cx="0" cy="384"/>
                    <a:chOff x="0" y="0"/>
                    <a:chExt cx="0" cy="384"/>
                  </a:xfrm>
                </p:grpSpPr>
                <p:sp>
                  <p:nvSpPr>
                    <p:cNvPr id="187634" name="Line 3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5" name="Line 3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6" name="Line 3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3" name="Group 366"/>
                <p:cNvGrpSpPr/>
                <p:nvPr/>
              </p:nvGrpSpPr>
              <p:grpSpPr>
                <a:xfrm>
                  <a:off x="0" y="1728"/>
                  <a:ext cx="0" cy="816"/>
                  <a:chOff x="0" y="0"/>
                  <a:chExt cx="0" cy="816"/>
                </a:xfrm>
              </p:grpSpPr>
              <p:grpSp>
                <p:nvGrpSpPr>
                  <p:cNvPr id="187624" name="Group 367"/>
                  <p:cNvGrpSpPr/>
                  <p:nvPr/>
                </p:nvGrpSpPr>
                <p:grpSpPr>
                  <a:xfrm>
                    <a:off x="0" y="0"/>
                    <a:ext cx="0" cy="384"/>
                    <a:chOff x="0" y="0"/>
                    <a:chExt cx="0" cy="384"/>
                  </a:xfrm>
                </p:grpSpPr>
                <p:sp>
                  <p:nvSpPr>
                    <p:cNvPr id="187629" name="Line 3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0" name="Line 3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1" name="Line 3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25" name="Group 371"/>
                  <p:cNvGrpSpPr/>
                  <p:nvPr/>
                </p:nvGrpSpPr>
                <p:grpSpPr>
                  <a:xfrm>
                    <a:off x="0" y="432"/>
                    <a:ext cx="0" cy="384"/>
                    <a:chOff x="0" y="0"/>
                    <a:chExt cx="0" cy="384"/>
                  </a:xfrm>
                </p:grpSpPr>
                <p:sp>
                  <p:nvSpPr>
                    <p:cNvPr id="187626" name="Line 3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27" name="Line 3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8" name="Line 3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3" name="Group 375"/>
              <p:cNvGrpSpPr/>
              <p:nvPr/>
            </p:nvGrpSpPr>
            <p:grpSpPr>
              <a:xfrm>
                <a:off x="524" y="14"/>
                <a:ext cx="0" cy="2095"/>
                <a:chOff x="0" y="0"/>
                <a:chExt cx="0" cy="2544"/>
              </a:xfrm>
            </p:grpSpPr>
            <p:grpSp>
              <p:nvGrpSpPr>
                <p:cNvPr id="187594" name="Group 376"/>
                <p:cNvGrpSpPr/>
                <p:nvPr/>
              </p:nvGrpSpPr>
              <p:grpSpPr>
                <a:xfrm>
                  <a:off x="0" y="0"/>
                  <a:ext cx="0" cy="816"/>
                  <a:chOff x="0" y="0"/>
                  <a:chExt cx="0" cy="816"/>
                </a:xfrm>
              </p:grpSpPr>
              <p:grpSp>
                <p:nvGrpSpPr>
                  <p:cNvPr id="187613" name="Group 377"/>
                  <p:cNvGrpSpPr/>
                  <p:nvPr/>
                </p:nvGrpSpPr>
                <p:grpSpPr>
                  <a:xfrm>
                    <a:off x="0" y="0"/>
                    <a:ext cx="0" cy="384"/>
                    <a:chOff x="0" y="0"/>
                    <a:chExt cx="0" cy="384"/>
                  </a:xfrm>
                </p:grpSpPr>
                <p:sp>
                  <p:nvSpPr>
                    <p:cNvPr id="187618" name="Line 37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9" name="Line 37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0" name="Line 38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14" name="Group 381"/>
                  <p:cNvGrpSpPr/>
                  <p:nvPr/>
                </p:nvGrpSpPr>
                <p:grpSpPr>
                  <a:xfrm>
                    <a:off x="0" y="432"/>
                    <a:ext cx="0" cy="384"/>
                    <a:chOff x="0" y="0"/>
                    <a:chExt cx="0" cy="384"/>
                  </a:xfrm>
                </p:grpSpPr>
                <p:sp>
                  <p:nvSpPr>
                    <p:cNvPr id="187615" name="Line 38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6" name="Line 38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7" name="Line 38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5" name="Group 385"/>
                <p:cNvGrpSpPr/>
                <p:nvPr/>
              </p:nvGrpSpPr>
              <p:grpSpPr>
                <a:xfrm>
                  <a:off x="0" y="864"/>
                  <a:ext cx="0" cy="816"/>
                  <a:chOff x="0" y="0"/>
                  <a:chExt cx="0" cy="816"/>
                </a:xfrm>
              </p:grpSpPr>
              <p:grpSp>
                <p:nvGrpSpPr>
                  <p:cNvPr id="187605" name="Group 386"/>
                  <p:cNvGrpSpPr/>
                  <p:nvPr/>
                </p:nvGrpSpPr>
                <p:grpSpPr>
                  <a:xfrm>
                    <a:off x="0" y="0"/>
                    <a:ext cx="0" cy="384"/>
                    <a:chOff x="0" y="0"/>
                    <a:chExt cx="0" cy="384"/>
                  </a:xfrm>
                </p:grpSpPr>
                <p:sp>
                  <p:nvSpPr>
                    <p:cNvPr id="187610" name="Line 3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1" name="Line 3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2" name="Line 3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06" name="Group 390"/>
                  <p:cNvGrpSpPr/>
                  <p:nvPr/>
                </p:nvGrpSpPr>
                <p:grpSpPr>
                  <a:xfrm>
                    <a:off x="0" y="432"/>
                    <a:ext cx="0" cy="384"/>
                    <a:chOff x="0" y="0"/>
                    <a:chExt cx="0" cy="384"/>
                  </a:xfrm>
                </p:grpSpPr>
                <p:sp>
                  <p:nvSpPr>
                    <p:cNvPr id="187607" name="Line 3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8" name="Line 3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9" name="Line 3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6" name="Group 394"/>
                <p:cNvGrpSpPr/>
                <p:nvPr/>
              </p:nvGrpSpPr>
              <p:grpSpPr>
                <a:xfrm>
                  <a:off x="0" y="1728"/>
                  <a:ext cx="0" cy="816"/>
                  <a:chOff x="0" y="0"/>
                  <a:chExt cx="0" cy="816"/>
                </a:xfrm>
              </p:grpSpPr>
              <p:grpSp>
                <p:nvGrpSpPr>
                  <p:cNvPr id="187597" name="Group 395"/>
                  <p:cNvGrpSpPr/>
                  <p:nvPr/>
                </p:nvGrpSpPr>
                <p:grpSpPr>
                  <a:xfrm>
                    <a:off x="0" y="0"/>
                    <a:ext cx="0" cy="384"/>
                    <a:chOff x="0" y="0"/>
                    <a:chExt cx="0" cy="384"/>
                  </a:xfrm>
                </p:grpSpPr>
                <p:sp>
                  <p:nvSpPr>
                    <p:cNvPr id="187602" name="Line 3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3" name="Line 3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4" name="Line 3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98" name="Group 399"/>
                  <p:cNvGrpSpPr/>
                  <p:nvPr/>
                </p:nvGrpSpPr>
                <p:grpSpPr>
                  <a:xfrm>
                    <a:off x="0" y="432"/>
                    <a:ext cx="0" cy="384"/>
                    <a:chOff x="0" y="0"/>
                    <a:chExt cx="0" cy="384"/>
                  </a:xfrm>
                </p:grpSpPr>
                <p:sp>
                  <p:nvSpPr>
                    <p:cNvPr id="187599" name="Line 4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0" name="Line 4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1" name="Line 4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4" name="Group 403"/>
              <p:cNvGrpSpPr/>
              <p:nvPr/>
            </p:nvGrpSpPr>
            <p:grpSpPr>
              <a:xfrm>
                <a:off x="870" y="14"/>
                <a:ext cx="0" cy="2095"/>
                <a:chOff x="0" y="0"/>
                <a:chExt cx="0" cy="2544"/>
              </a:xfrm>
            </p:grpSpPr>
            <p:grpSp>
              <p:nvGrpSpPr>
                <p:cNvPr id="187567" name="Group 404"/>
                <p:cNvGrpSpPr/>
                <p:nvPr/>
              </p:nvGrpSpPr>
              <p:grpSpPr>
                <a:xfrm>
                  <a:off x="0" y="0"/>
                  <a:ext cx="0" cy="816"/>
                  <a:chOff x="0" y="0"/>
                  <a:chExt cx="0" cy="816"/>
                </a:xfrm>
              </p:grpSpPr>
              <p:grpSp>
                <p:nvGrpSpPr>
                  <p:cNvPr id="187586" name="Group 405"/>
                  <p:cNvGrpSpPr/>
                  <p:nvPr/>
                </p:nvGrpSpPr>
                <p:grpSpPr>
                  <a:xfrm>
                    <a:off x="0" y="0"/>
                    <a:ext cx="0" cy="384"/>
                    <a:chOff x="0" y="0"/>
                    <a:chExt cx="0" cy="384"/>
                  </a:xfrm>
                </p:grpSpPr>
                <p:sp>
                  <p:nvSpPr>
                    <p:cNvPr id="187591" name="Line 40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92" name="Line 40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3" name="Line 40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87" name="Group 409"/>
                  <p:cNvGrpSpPr/>
                  <p:nvPr/>
                </p:nvGrpSpPr>
                <p:grpSpPr>
                  <a:xfrm>
                    <a:off x="0" y="432"/>
                    <a:ext cx="0" cy="384"/>
                    <a:chOff x="0" y="0"/>
                    <a:chExt cx="0" cy="384"/>
                  </a:xfrm>
                </p:grpSpPr>
                <p:sp>
                  <p:nvSpPr>
                    <p:cNvPr id="187588" name="Line 41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9" name="Line 41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0" name="Line 41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8" name="Group 413"/>
                <p:cNvGrpSpPr/>
                <p:nvPr/>
              </p:nvGrpSpPr>
              <p:grpSpPr>
                <a:xfrm>
                  <a:off x="0" y="864"/>
                  <a:ext cx="0" cy="816"/>
                  <a:chOff x="0" y="0"/>
                  <a:chExt cx="0" cy="816"/>
                </a:xfrm>
              </p:grpSpPr>
              <p:grpSp>
                <p:nvGrpSpPr>
                  <p:cNvPr id="187578" name="Group 414"/>
                  <p:cNvGrpSpPr/>
                  <p:nvPr/>
                </p:nvGrpSpPr>
                <p:grpSpPr>
                  <a:xfrm>
                    <a:off x="0" y="0"/>
                    <a:ext cx="0" cy="384"/>
                    <a:chOff x="0" y="0"/>
                    <a:chExt cx="0" cy="384"/>
                  </a:xfrm>
                </p:grpSpPr>
                <p:sp>
                  <p:nvSpPr>
                    <p:cNvPr id="187583" name="Line 4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4" name="Line 4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5" name="Line 4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9" name="Group 418"/>
                  <p:cNvGrpSpPr/>
                  <p:nvPr/>
                </p:nvGrpSpPr>
                <p:grpSpPr>
                  <a:xfrm>
                    <a:off x="0" y="432"/>
                    <a:ext cx="0" cy="384"/>
                    <a:chOff x="0" y="0"/>
                    <a:chExt cx="0" cy="384"/>
                  </a:xfrm>
                </p:grpSpPr>
                <p:sp>
                  <p:nvSpPr>
                    <p:cNvPr id="187580" name="Line 4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1" name="Line 4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2" name="Line 4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9" name="Group 422"/>
                <p:cNvGrpSpPr/>
                <p:nvPr/>
              </p:nvGrpSpPr>
              <p:grpSpPr>
                <a:xfrm>
                  <a:off x="0" y="1728"/>
                  <a:ext cx="0" cy="816"/>
                  <a:chOff x="0" y="0"/>
                  <a:chExt cx="0" cy="816"/>
                </a:xfrm>
              </p:grpSpPr>
              <p:grpSp>
                <p:nvGrpSpPr>
                  <p:cNvPr id="187570" name="Group 423"/>
                  <p:cNvGrpSpPr/>
                  <p:nvPr/>
                </p:nvGrpSpPr>
                <p:grpSpPr>
                  <a:xfrm>
                    <a:off x="0" y="0"/>
                    <a:ext cx="0" cy="384"/>
                    <a:chOff x="0" y="0"/>
                    <a:chExt cx="0" cy="384"/>
                  </a:xfrm>
                </p:grpSpPr>
                <p:sp>
                  <p:nvSpPr>
                    <p:cNvPr id="187575" name="Line 4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6" name="Line 4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7" name="Line 4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1" name="Group 427"/>
                  <p:cNvGrpSpPr/>
                  <p:nvPr/>
                </p:nvGrpSpPr>
                <p:grpSpPr>
                  <a:xfrm>
                    <a:off x="0" y="432"/>
                    <a:ext cx="0" cy="384"/>
                    <a:chOff x="0" y="0"/>
                    <a:chExt cx="0" cy="384"/>
                  </a:xfrm>
                </p:grpSpPr>
                <p:sp>
                  <p:nvSpPr>
                    <p:cNvPr id="187572" name="Line 4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3" name="Line 4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4" name="Line 4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5" name="Group 431"/>
              <p:cNvGrpSpPr/>
              <p:nvPr/>
            </p:nvGrpSpPr>
            <p:grpSpPr>
              <a:xfrm>
                <a:off x="1206" y="14"/>
                <a:ext cx="0" cy="2095"/>
                <a:chOff x="0" y="0"/>
                <a:chExt cx="0" cy="2544"/>
              </a:xfrm>
            </p:grpSpPr>
            <p:grpSp>
              <p:nvGrpSpPr>
                <p:cNvPr id="187540" name="Group 432"/>
                <p:cNvGrpSpPr/>
                <p:nvPr/>
              </p:nvGrpSpPr>
              <p:grpSpPr>
                <a:xfrm>
                  <a:off x="0" y="0"/>
                  <a:ext cx="0" cy="816"/>
                  <a:chOff x="0" y="0"/>
                  <a:chExt cx="0" cy="816"/>
                </a:xfrm>
              </p:grpSpPr>
              <p:grpSp>
                <p:nvGrpSpPr>
                  <p:cNvPr id="187559" name="Group 433"/>
                  <p:cNvGrpSpPr/>
                  <p:nvPr/>
                </p:nvGrpSpPr>
                <p:grpSpPr>
                  <a:xfrm>
                    <a:off x="0" y="0"/>
                    <a:ext cx="0" cy="384"/>
                    <a:chOff x="0" y="0"/>
                    <a:chExt cx="0" cy="384"/>
                  </a:xfrm>
                </p:grpSpPr>
                <p:sp>
                  <p:nvSpPr>
                    <p:cNvPr id="187564" name="Line 43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5" name="Line 43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6" name="Line 43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60" name="Group 437"/>
                  <p:cNvGrpSpPr/>
                  <p:nvPr/>
                </p:nvGrpSpPr>
                <p:grpSpPr>
                  <a:xfrm>
                    <a:off x="0" y="432"/>
                    <a:ext cx="0" cy="384"/>
                    <a:chOff x="0" y="0"/>
                    <a:chExt cx="0" cy="384"/>
                  </a:xfrm>
                </p:grpSpPr>
                <p:sp>
                  <p:nvSpPr>
                    <p:cNvPr id="187561" name="Line 43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2" name="Line 43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3" name="Line 44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1" name="Group 441"/>
                <p:cNvGrpSpPr/>
                <p:nvPr/>
              </p:nvGrpSpPr>
              <p:grpSpPr>
                <a:xfrm>
                  <a:off x="0" y="864"/>
                  <a:ext cx="0" cy="816"/>
                  <a:chOff x="0" y="0"/>
                  <a:chExt cx="0" cy="816"/>
                </a:xfrm>
              </p:grpSpPr>
              <p:grpSp>
                <p:nvGrpSpPr>
                  <p:cNvPr id="187551" name="Group 442"/>
                  <p:cNvGrpSpPr/>
                  <p:nvPr/>
                </p:nvGrpSpPr>
                <p:grpSpPr>
                  <a:xfrm>
                    <a:off x="0" y="0"/>
                    <a:ext cx="0" cy="384"/>
                    <a:chOff x="0" y="0"/>
                    <a:chExt cx="0" cy="384"/>
                  </a:xfrm>
                </p:grpSpPr>
                <p:sp>
                  <p:nvSpPr>
                    <p:cNvPr id="187556" name="Line 4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7" name="Line 4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8" name="Line 4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52" name="Group 446"/>
                  <p:cNvGrpSpPr/>
                  <p:nvPr/>
                </p:nvGrpSpPr>
                <p:grpSpPr>
                  <a:xfrm>
                    <a:off x="0" y="432"/>
                    <a:ext cx="0" cy="384"/>
                    <a:chOff x="0" y="0"/>
                    <a:chExt cx="0" cy="384"/>
                  </a:xfrm>
                </p:grpSpPr>
                <p:sp>
                  <p:nvSpPr>
                    <p:cNvPr id="187553" name="Line 4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4" name="Line 4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5" name="Line 4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2" name="Group 450"/>
                <p:cNvGrpSpPr/>
                <p:nvPr/>
              </p:nvGrpSpPr>
              <p:grpSpPr>
                <a:xfrm>
                  <a:off x="0" y="1728"/>
                  <a:ext cx="0" cy="816"/>
                  <a:chOff x="0" y="0"/>
                  <a:chExt cx="0" cy="816"/>
                </a:xfrm>
              </p:grpSpPr>
              <p:grpSp>
                <p:nvGrpSpPr>
                  <p:cNvPr id="187543" name="Group 451"/>
                  <p:cNvGrpSpPr/>
                  <p:nvPr/>
                </p:nvGrpSpPr>
                <p:grpSpPr>
                  <a:xfrm>
                    <a:off x="0" y="0"/>
                    <a:ext cx="0" cy="384"/>
                    <a:chOff x="0" y="0"/>
                    <a:chExt cx="0" cy="384"/>
                  </a:xfrm>
                </p:grpSpPr>
                <p:sp>
                  <p:nvSpPr>
                    <p:cNvPr id="187548" name="Line 4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9" name="Line 4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0" name="Line 4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44" name="Group 455"/>
                  <p:cNvGrpSpPr/>
                  <p:nvPr/>
                </p:nvGrpSpPr>
                <p:grpSpPr>
                  <a:xfrm>
                    <a:off x="0" y="432"/>
                    <a:ext cx="0" cy="384"/>
                    <a:chOff x="0" y="0"/>
                    <a:chExt cx="0" cy="384"/>
                  </a:xfrm>
                </p:grpSpPr>
                <p:sp>
                  <p:nvSpPr>
                    <p:cNvPr id="187545" name="Line 4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6" name="Line 4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47" name="Line 4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6" name="Group 459"/>
              <p:cNvGrpSpPr/>
              <p:nvPr/>
            </p:nvGrpSpPr>
            <p:grpSpPr>
              <a:xfrm>
                <a:off x="1562" y="14"/>
                <a:ext cx="0" cy="2095"/>
                <a:chOff x="0" y="0"/>
                <a:chExt cx="0" cy="2544"/>
              </a:xfrm>
            </p:grpSpPr>
            <p:grpSp>
              <p:nvGrpSpPr>
                <p:cNvPr id="187513" name="Group 460"/>
                <p:cNvGrpSpPr/>
                <p:nvPr/>
              </p:nvGrpSpPr>
              <p:grpSpPr>
                <a:xfrm>
                  <a:off x="0" y="0"/>
                  <a:ext cx="0" cy="816"/>
                  <a:chOff x="0" y="0"/>
                  <a:chExt cx="0" cy="816"/>
                </a:xfrm>
              </p:grpSpPr>
              <p:grpSp>
                <p:nvGrpSpPr>
                  <p:cNvPr id="187532" name="Group 461"/>
                  <p:cNvGrpSpPr/>
                  <p:nvPr/>
                </p:nvGrpSpPr>
                <p:grpSpPr>
                  <a:xfrm>
                    <a:off x="0" y="0"/>
                    <a:ext cx="0" cy="384"/>
                    <a:chOff x="0" y="0"/>
                    <a:chExt cx="0" cy="384"/>
                  </a:xfrm>
                </p:grpSpPr>
                <p:sp>
                  <p:nvSpPr>
                    <p:cNvPr id="187537" name="Line 46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8" name="Line 46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9" name="Line 46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33" name="Group 465"/>
                  <p:cNvGrpSpPr/>
                  <p:nvPr/>
                </p:nvGrpSpPr>
                <p:grpSpPr>
                  <a:xfrm>
                    <a:off x="0" y="432"/>
                    <a:ext cx="0" cy="384"/>
                    <a:chOff x="0" y="0"/>
                    <a:chExt cx="0" cy="384"/>
                  </a:xfrm>
                </p:grpSpPr>
                <p:sp>
                  <p:nvSpPr>
                    <p:cNvPr id="187534" name="Line 46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5" name="Line 46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6" name="Line 46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4" name="Group 469"/>
                <p:cNvGrpSpPr/>
                <p:nvPr/>
              </p:nvGrpSpPr>
              <p:grpSpPr>
                <a:xfrm>
                  <a:off x="0" y="864"/>
                  <a:ext cx="0" cy="816"/>
                  <a:chOff x="0" y="0"/>
                  <a:chExt cx="0" cy="816"/>
                </a:xfrm>
              </p:grpSpPr>
              <p:grpSp>
                <p:nvGrpSpPr>
                  <p:cNvPr id="187524" name="Group 470"/>
                  <p:cNvGrpSpPr/>
                  <p:nvPr/>
                </p:nvGrpSpPr>
                <p:grpSpPr>
                  <a:xfrm>
                    <a:off x="0" y="0"/>
                    <a:ext cx="0" cy="384"/>
                    <a:chOff x="0" y="0"/>
                    <a:chExt cx="0" cy="384"/>
                  </a:xfrm>
                </p:grpSpPr>
                <p:sp>
                  <p:nvSpPr>
                    <p:cNvPr id="187529" name="Line 4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0" name="Line 4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1" name="Line 4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25" name="Group 474"/>
                  <p:cNvGrpSpPr/>
                  <p:nvPr/>
                </p:nvGrpSpPr>
                <p:grpSpPr>
                  <a:xfrm>
                    <a:off x="0" y="432"/>
                    <a:ext cx="0" cy="384"/>
                    <a:chOff x="0" y="0"/>
                    <a:chExt cx="0" cy="384"/>
                  </a:xfrm>
                </p:grpSpPr>
                <p:sp>
                  <p:nvSpPr>
                    <p:cNvPr id="187526" name="Line 4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7" name="Line 4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8" name="Line 4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5" name="Group 478"/>
                <p:cNvGrpSpPr/>
                <p:nvPr/>
              </p:nvGrpSpPr>
              <p:grpSpPr>
                <a:xfrm>
                  <a:off x="0" y="1728"/>
                  <a:ext cx="0" cy="816"/>
                  <a:chOff x="0" y="0"/>
                  <a:chExt cx="0" cy="816"/>
                </a:xfrm>
              </p:grpSpPr>
              <p:grpSp>
                <p:nvGrpSpPr>
                  <p:cNvPr id="187516" name="Group 479"/>
                  <p:cNvGrpSpPr/>
                  <p:nvPr/>
                </p:nvGrpSpPr>
                <p:grpSpPr>
                  <a:xfrm>
                    <a:off x="0" y="0"/>
                    <a:ext cx="0" cy="384"/>
                    <a:chOff x="0" y="0"/>
                    <a:chExt cx="0" cy="384"/>
                  </a:xfrm>
                </p:grpSpPr>
                <p:sp>
                  <p:nvSpPr>
                    <p:cNvPr id="187521" name="Line 4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2" name="Line 4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3" name="Line 4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17" name="Group 483"/>
                  <p:cNvGrpSpPr/>
                  <p:nvPr/>
                </p:nvGrpSpPr>
                <p:grpSpPr>
                  <a:xfrm>
                    <a:off x="0" y="432"/>
                    <a:ext cx="0" cy="384"/>
                    <a:chOff x="0" y="0"/>
                    <a:chExt cx="0" cy="384"/>
                  </a:xfrm>
                </p:grpSpPr>
                <p:sp>
                  <p:nvSpPr>
                    <p:cNvPr id="187518" name="Line 4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9" name="Line 4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0" name="Line 4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7" name="Group 487"/>
              <p:cNvGrpSpPr/>
              <p:nvPr/>
            </p:nvGrpSpPr>
            <p:grpSpPr>
              <a:xfrm>
                <a:off x="1896" y="14"/>
                <a:ext cx="0" cy="2095"/>
                <a:chOff x="0" y="0"/>
                <a:chExt cx="0" cy="2544"/>
              </a:xfrm>
            </p:grpSpPr>
            <p:grpSp>
              <p:nvGrpSpPr>
                <p:cNvPr id="187486" name="Group 488"/>
                <p:cNvGrpSpPr/>
                <p:nvPr/>
              </p:nvGrpSpPr>
              <p:grpSpPr>
                <a:xfrm>
                  <a:off x="0" y="0"/>
                  <a:ext cx="0" cy="816"/>
                  <a:chOff x="0" y="0"/>
                  <a:chExt cx="0" cy="816"/>
                </a:xfrm>
              </p:grpSpPr>
              <p:grpSp>
                <p:nvGrpSpPr>
                  <p:cNvPr id="187505" name="Group 489"/>
                  <p:cNvGrpSpPr/>
                  <p:nvPr/>
                </p:nvGrpSpPr>
                <p:grpSpPr>
                  <a:xfrm>
                    <a:off x="0" y="0"/>
                    <a:ext cx="0" cy="384"/>
                    <a:chOff x="0" y="0"/>
                    <a:chExt cx="0" cy="384"/>
                  </a:xfrm>
                </p:grpSpPr>
                <p:sp>
                  <p:nvSpPr>
                    <p:cNvPr id="187510" name="Line 4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1" name="Line 4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12" name="Line 4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06" name="Group 493"/>
                  <p:cNvGrpSpPr/>
                  <p:nvPr/>
                </p:nvGrpSpPr>
                <p:grpSpPr>
                  <a:xfrm>
                    <a:off x="0" y="432"/>
                    <a:ext cx="0" cy="384"/>
                    <a:chOff x="0" y="0"/>
                    <a:chExt cx="0" cy="384"/>
                  </a:xfrm>
                </p:grpSpPr>
                <p:sp>
                  <p:nvSpPr>
                    <p:cNvPr id="187507" name="Line 4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8" name="Line 4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9" name="Line 4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7" name="Group 497"/>
                <p:cNvGrpSpPr/>
                <p:nvPr/>
              </p:nvGrpSpPr>
              <p:grpSpPr>
                <a:xfrm>
                  <a:off x="0" y="864"/>
                  <a:ext cx="0" cy="816"/>
                  <a:chOff x="0" y="0"/>
                  <a:chExt cx="0" cy="816"/>
                </a:xfrm>
              </p:grpSpPr>
              <p:grpSp>
                <p:nvGrpSpPr>
                  <p:cNvPr id="187497" name="Group 498"/>
                  <p:cNvGrpSpPr/>
                  <p:nvPr/>
                </p:nvGrpSpPr>
                <p:grpSpPr>
                  <a:xfrm>
                    <a:off x="0" y="0"/>
                    <a:ext cx="0" cy="384"/>
                    <a:chOff x="0" y="0"/>
                    <a:chExt cx="0" cy="384"/>
                  </a:xfrm>
                </p:grpSpPr>
                <p:sp>
                  <p:nvSpPr>
                    <p:cNvPr id="187502" name="Line 4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3" name="Line 5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4" name="Line 5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8" name="Group 502"/>
                  <p:cNvGrpSpPr/>
                  <p:nvPr/>
                </p:nvGrpSpPr>
                <p:grpSpPr>
                  <a:xfrm>
                    <a:off x="0" y="432"/>
                    <a:ext cx="0" cy="384"/>
                    <a:chOff x="0" y="0"/>
                    <a:chExt cx="0" cy="384"/>
                  </a:xfrm>
                </p:grpSpPr>
                <p:sp>
                  <p:nvSpPr>
                    <p:cNvPr id="187499" name="Line 5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0" name="Line 5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1" name="Line 5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8" name="Group 506"/>
                <p:cNvGrpSpPr/>
                <p:nvPr/>
              </p:nvGrpSpPr>
              <p:grpSpPr>
                <a:xfrm>
                  <a:off x="0" y="1728"/>
                  <a:ext cx="0" cy="816"/>
                  <a:chOff x="0" y="0"/>
                  <a:chExt cx="0" cy="816"/>
                </a:xfrm>
              </p:grpSpPr>
              <p:grpSp>
                <p:nvGrpSpPr>
                  <p:cNvPr id="187489" name="Group 507"/>
                  <p:cNvGrpSpPr/>
                  <p:nvPr/>
                </p:nvGrpSpPr>
                <p:grpSpPr>
                  <a:xfrm>
                    <a:off x="0" y="0"/>
                    <a:ext cx="0" cy="384"/>
                    <a:chOff x="0" y="0"/>
                    <a:chExt cx="0" cy="384"/>
                  </a:xfrm>
                </p:grpSpPr>
                <p:sp>
                  <p:nvSpPr>
                    <p:cNvPr id="187494" name="Line 5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5" name="Line 5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6" name="Line 5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0" name="Group 511"/>
                  <p:cNvGrpSpPr/>
                  <p:nvPr/>
                </p:nvGrpSpPr>
                <p:grpSpPr>
                  <a:xfrm>
                    <a:off x="0" y="432"/>
                    <a:ext cx="0" cy="384"/>
                    <a:chOff x="0" y="0"/>
                    <a:chExt cx="0" cy="384"/>
                  </a:xfrm>
                </p:grpSpPr>
                <p:sp>
                  <p:nvSpPr>
                    <p:cNvPr id="187491" name="Line 5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2" name="Line 5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3" name="Line 5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8" name="Group 515"/>
              <p:cNvGrpSpPr/>
              <p:nvPr/>
            </p:nvGrpSpPr>
            <p:grpSpPr>
              <a:xfrm>
                <a:off x="2242" y="14"/>
                <a:ext cx="0" cy="2095"/>
                <a:chOff x="0" y="0"/>
                <a:chExt cx="0" cy="2544"/>
              </a:xfrm>
            </p:grpSpPr>
            <p:grpSp>
              <p:nvGrpSpPr>
                <p:cNvPr id="187459" name="Group 516"/>
                <p:cNvGrpSpPr/>
                <p:nvPr/>
              </p:nvGrpSpPr>
              <p:grpSpPr>
                <a:xfrm>
                  <a:off x="0" y="0"/>
                  <a:ext cx="0" cy="816"/>
                  <a:chOff x="0" y="0"/>
                  <a:chExt cx="0" cy="816"/>
                </a:xfrm>
              </p:grpSpPr>
              <p:grpSp>
                <p:nvGrpSpPr>
                  <p:cNvPr id="187478" name="Group 517"/>
                  <p:cNvGrpSpPr/>
                  <p:nvPr/>
                </p:nvGrpSpPr>
                <p:grpSpPr>
                  <a:xfrm>
                    <a:off x="0" y="0"/>
                    <a:ext cx="0" cy="384"/>
                    <a:chOff x="0" y="0"/>
                    <a:chExt cx="0" cy="384"/>
                  </a:xfrm>
                </p:grpSpPr>
                <p:sp>
                  <p:nvSpPr>
                    <p:cNvPr id="187483" name="Line 51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4" name="Line 51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5" name="Line 52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9" name="Group 521"/>
                  <p:cNvGrpSpPr/>
                  <p:nvPr/>
                </p:nvGrpSpPr>
                <p:grpSpPr>
                  <a:xfrm>
                    <a:off x="0" y="432"/>
                    <a:ext cx="0" cy="384"/>
                    <a:chOff x="0" y="0"/>
                    <a:chExt cx="0" cy="384"/>
                  </a:xfrm>
                </p:grpSpPr>
                <p:sp>
                  <p:nvSpPr>
                    <p:cNvPr id="187480" name="Line 52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1" name="Line 52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2" name="Line 52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0" name="Group 525"/>
                <p:cNvGrpSpPr/>
                <p:nvPr/>
              </p:nvGrpSpPr>
              <p:grpSpPr>
                <a:xfrm>
                  <a:off x="0" y="864"/>
                  <a:ext cx="0" cy="816"/>
                  <a:chOff x="0" y="0"/>
                  <a:chExt cx="0" cy="816"/>
                </a:xfrm>
              </p:grpSpPr>
              <p:grpSp>
                <p:nvGrpSpPr>
                  <p:cNvPr id="187470" name="Group 526"/>
                  <p:cNvGrpSpPr/>
                  <p:nvPr/>
                </p:nvGrpSpPr>
                <p:grpSpPr>
                  <a:xfrm>
                    <a:off x="0" y="0"/>
                    <a:ext cx="0" cy="384"/>
                    <a:chOff x="0" y="0"/>
                    <a:chExt cx="0" cy="384"/>
                  </a:xfrm>
                </p:grpSpPr>
                <p:sp>
                  <p:nvSpPr>
                    <p:cNvPr id="187475" name="Line 5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6" name="Line 5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7" name="Line 5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1" name="Group 530"/>
                  <p:cNvGrpSpPr/>
                  <p:nvPr/>
                </p:nvGrpSpPr>
                <p:grpSpPr>
                  <a:xfrm>
                    <a:off x="0" y="432"/>
                    <a:ext cx="0" cy="384"/>
                    <a:chOff x="0" y="0"/>
                    <a:chExt cx="0" cy="384"/>
                  </a:xfrm>
                </p:grpSpPr>
                <p:sp>
                  <p:nvSpPr>
                    <p:cNvPr id="187472" name="Line 5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3" name="Line 5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4" name="Line 5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1" name="Group 534"/>
                <p:cNvGrpSpPr/>
                <p:nvPr/>
              </p:nvGrpSpPr>
              <p:grpSpPr>
                <a:xfrm>
                  <a:off x="0" y="1728"/>
                  <a:ext cx="0" cy="816"/>
                  <a:chOff x="0" y="0"/>
                  <a:chExt cx="0" cy="816"/>
                </a:xfrm>
              </p:grpSpPr>
              <p:grpSp>
                <p:nvGrpSpPr>
                  <p:cNvPr id="187462" name="Group 535"/>
                  <p:cNvGrpSpPr/>
                  <p:nvPr/>
                </p:nvGrpSpPr>
                <p:grpSpPr>
                  <a:xfrm>
                    <a:off x="0" y="0"/>
                    <a:ext cx="0" cy="384"/>
                    <a:chOff x="0" y="0"/>
                    <a:chExt cx="0" cy="384"/>
                  </a:xfrm>
                </p:grpSpPr>
                <p:sp>
                  <p:nvSpPr>
                    <p:cNvPr id="187467" name="Line 5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8" name="Line 5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9" name="Line 5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63" name="Group 539"/>
                  <p:cNvGrpSpPr/>
                  <p:nvPr/>
                </p:nvGrpSpPr>
                <p:grpSpPr>
                  <a:xfrm>
                    <a:off x="0" y="432"/>
                    <a:ext cx="0" cy="384"/>
                    <a:chOff x="0" y="0"/>
                    <a:chExt cx="0" cy="384"/>
                  </a:xfrm>
                </p:grpSpPr>
                <p:sp>
                  <p:nvSpPr>
                    <p:cNvPr id="187464" name="Line 5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5" name="Line 5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6" name="Line 5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sp>
          <p:nvSpPr>
            <p:cNvPr id="187417" name="Line 557"/>
            <p:cNvSpPr/>
            <p:nvPr/>
          </p:nvSpPr>
          <p:spPr>
            <a:xfrm>
              <a:off x="1320" y="4350"/>
              <a:ext cx="2840" cy="0"/>
            </a:xfrm>
            <a:prstGeom prst="line">
              <a:avLst/>
            </a:prstGeom>
            <a:ln w="28575" cap="flat" cmpd="sng">
              <a:solidFill>
                <a:schemeClr val="tx1"/>
              </a:solidFill>
              <a:prstDash val="solid"/>
              <a:headEnd type="none" w="med" len="med"/>
              <a:tailEnd type="none" w="med" len="med"/>
            </a:ln>
          </p:spPr>
        </p:sp>
        <p:sp>
          <p:nvSpPr>
            <p:cNvPr id="187418" name="Line 558"/>
            <p:cNvSpPr/>
            <p:nvPr/>
          </p:nvSpPr>
          <p:spPr>
            <a:xfrm flipV="1">
              <a:off x="4625" y="4346"/>
              <a:ext cx="3005" cy="0"/>
            </a:xfrm>
            <a:prstGeom prst="line">
              <a:avLst/>
            </a:prstGeom>
            <a:ln w="28575" cap="flat" cmpd="sng">
              <a:solidFill>
                <a:schemeClr val="tx1"/>
              </a:solidFill>
              <a:prstDash val="solid"/>
              <a:headEnd type="none" w="med" len="med"/>
              <a:tailEnd type="none" w="med" len="med"/>
            </a:ln>
          </p:spPr>
        </p:sp>
        <p:sp>
          <p:nvSpPr>
            <p:cNvPr id="187419" name="Line 559"/>
            <p:cNvSpPr/>
            <p:nvPr/>
          </p:nvSpPr>
          <p:spPr>
            <a:xfrm flipV="1">
              <a:off x="4175" y="4050"/>
              <a:ext cx="0" cy="296"/>
            </a:xfrm>
            <a:prstGeom prst="line">
              <a:avLst/>
            </a:prstGeom>
            <a:ln w="28575" cap="flat" cmpd="sng">
              <a:solidFill>
                <a:schemeClr val="tx1"/>
              </a:solidFill>
              <a:prstDash val="solid"/>
              <a:headEnd type="none" w="med" len="med"/>
              <a:tailEnd type="none" w="med" len="med"/>
            </a:ln>
          </p:spPr>
        </p:sp>
        <p:sp>
          <p:nvSpPr>
            <p:cNvPr id="187420" name="Line 560"/>
            <p:cNvSpPr/>
            <p:nvPr/>
          </p:nvSpPr>
          <p:spPr>
            <a:xfrm flipV="1">
              <a:off x="4612" y="4050"/>
              <a:ext cx="0" cy="296"/>
            </a:xfrm>
            <a:prstGeom prst="line">
              <a:avLst/>
            </a:prstGeom>
            <a:ln w="28575" cap="flat" cmpd="sng">
              <a:solidFill>
                <a:schemeClr val="tx1"/>
              </a:solidFill>
              <a:prstDash val="solid"/>
              <a:headEnd type="none" w="med" len="med"/>
              <a:tailEnd type="none" w="med" len="med"/>
            </a:ln>
          </p:spPr>
        </p:sp>
        <p:sp>
          <p:nvSpPr>
            <p:cNvPr id="187421" name="Line 561"/>
            <p:cNvSpPr/>
            <p:nvPr/>
          </p:nvSpPr>
          <p:spPr>
            <a:xfrm>
              <a:off x="4175" y="4050"/>
              <a:ext cx="437" cy="0"/>
            </a:xfrm>
            <a:prstGeom prst="line">
              <a:avLst/>
            </a:prstGeom>
            <a:ln w="28575" cap="flat" cmpd="sng">
              <a:solidFill>
                <a:schemeClr val="tx1"/>
              </a:solidFill>
              <a:prstDash val="solid"/>
              <a:headEnd type="none" w="med" len="med"/>
              <a:tailEnd type="none" w="med" len="med"/>
            </a:ln>
          </p:spPr>
        </p:sp>
        <p:sp>
          <p:nvSpPr>
            <p:cNvPr id="187422" name="Line 562"/>
            <p:cNvSpPr/>
            <p:nvPr/>
          </p:nvSpPr>
          <p:spPr>
            <a:xfrm flipV="1">
              <a:off x="7630" y="4050"/>
              <a:ext cx="0" cy="296"/>
            </a:xfrm>
            <a:prstGeom prst="line">
              <a:avLst/>
            </a:prstGeom>
            <a:ln w="28575" cap="flat" cmpd="sng">
              <a:solidFill>
                <a:schemeClr val="tx1"/>
              </a:solidFill>
              <a:prstDash val="solid"/>
              <a:headEnd type="none" w="med" len="med"/>
              <a:tailEnd type="none" w="med" len="med"/>
            </a:ln>
          </p:spPr>
        </p:sp>
        <p:sp>
          <p:nvSpPr>
            <p:cNvPr id="187423" name="Line 563"/>
            <p:cNvSpPr/>
            <p:nvPr/>
          </p:nvSpPr>
          <p:spPr>
            <a:xfrm flipV="1">
              <a:off x="8062" y="4050"/>
              <a:ext cx="0" cy="296"/>
            </a:xfrm>
            <a:prstGeom prst="line">
              <a:avLst/>
            </a:prstGeom>
            <a:ln w="28575" cap="flat" cmpd="sng">
              <a:solidFill>
                <a:schemeClr val="tx1"/>
              </a:solidFill>
              <a:prstDash val="solid"/>
              <a:headEnd type="none" w="med" len="med"/>
              <a:tailEnd type="none" w="med" len="med"/>
            </a:ln>
          </p:spPr>
        </p:sp>
        <p:sp>
          <p:nvSpPr>
            <p:cNvPr id="187424" name="Line 564"/>
            <p:cNvSpPr/>
            <p:nvPr/>
          </p:nvSpPr>
          <p:spPr>
            <a:xfrm>
              <a:off x="7630" y="4050"/>
              <a:ext cx="437" cy="0"/>
            </a:xfrm>
            <a:prstGeom prst="line">
              <a:avLst/>
            </a:prstGeom>
            <a:ln w="28575" cap="flat" cmpd="sng">
              <a:solidFill>
                <a:schemeClr val="tx1"/>
              </a:solidFill>
              <a:prstDash val="solid"/>
              <a:headEnd type="none" w="med" len="med"/>
              <a:tailEnd type="none" w="med" len="med"/>
            </a:ln>
          </p:spPr>
        </p:sp>
        <p:sp>
          <p:nvSpPr>
            <p:cNvPr id="187425" name="Line 565"/>
            <p:cNvSpPr/>
            <p:nvPr/>
          </p:nvSpPr>
          <p:spPr>
            <a:xfrm flipV="1">
              <a:off x="8057" y="4335"/>
              <a:ext cx="823" cy="0"/>
            </a:xfrm>
            <a:prstGeom prst="line">
              <a:avLst/>
            </a:prstGeom>
            <a:ln w="28575" cap="flat" cmpd="sng">
              <a:solidFill>
                <a:schemeClr val="tx1"/>
              </a:solidFill>
              <a:prstDash val="solid"/>
              <a:headEnd type="none" w="med" len="med"/>
              <a:tailEnd type="none" w="med" len="med"/>
            </a:ln>
          </p:spPr>
        </p:sp>
        <p:sp>
          <p:nvSpPr>
            <p:cNvPr id="187426" name="Text Box 261"/>
            <p:cNvSpPr txBox="1"/>
            <p:nvPr/>
          </p:nvSpPr>
          <p:spPr>
            <a:xfrm>
              <a:off x="480" y="3855"/>
              <a:ext cx="114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7427" name="Line 568"/>
            <p:cNvSpPr/>
            <p:nvPr/>
          </p:nvSpPr>
          <p:spPr>
            <a:xfrm flipV="1">
              <a:off x="1320" y="5020"/>
              <a:ext cx="3700" cy="19"/>
            </a:xfrm>
            <a:prstGeom prst="line">
              <a:avLst/>
            </a:prstGeom>
            <a:ln w="28575" cap="flat" cmpd="sng">
              <a:solidFill>
                <a:schemeClr val="tx1"/>
              </a:solidFill>
              <a:prstDash val="solid"/>
              <a:headEnd type="none" w="med" len="med"/>
              <a:tailEnd type="none" w="med" len="med"/>
            </a:ln>
          </p:spPr>
        </p:sp>
        <p:sp>
          <p:nvSpPr>
            <p:cNvPr id="187428" name="Line 569"/>
            <p:cNvSpPr/>
            <p:nvPr/>
          </p:nvSpPr>
          <p:spPr>
            <a:xfrm flipV="1">
              <a:off x="5467" y="5025"/>
              <a:ext cx="3005" cy="0"/>
            </a:xfrm>
            <a:prstGeom prst="line">
              <a:avLst/>
            </a:prstGeom>
            <a:ln w="28575" cap="flat" cmpd="sng">
              <a:solidFill>
                <a:schemeClr val="tx1"/>
              </a:solidFill>
              <a:prstDash val="solid"/>
              <a:headEnd type="none" w="med" len="med"/>
              <a:tailEnd type="none" w="med" len="med"/>
            </a:ln>
          </p:spPr>
        </p:sp>
        <p:sp>
          <p:nvSpPr>
            <p:cNvPr id="187429" name="Line 570"/>
            <p:cNvSpPr/>
            <p:nvPr/>
          </p:nvSpPr>
          <p:spPr>
            <a:xfrm flipV="1">
              <a:off x="5042" y="4729"/>
              <a:ext cx="0" cy="296"/>
            </a:xfrm>
            <a:prstGeom prst="line">
              <a:avLst/>
            </a:prstGeom>
            <a:ln w="28575" cap="flat" cmpd="sng">
              <a:solidFill>
                <a:schemeClr val="tx1"/>
              </a:solidFill>
              <a:prstDash val="solid"/>
              <a:headEnd type="none" w="med" len="med"/>
              <a:tailEnd type="none" w="med" len="med"/>
            </a:ln>
          </p:spPr>
        </p:sp>
        <p:sp>
          <p:nvSpPr>
            <p:cNvPr id="187430" name="Line 571"/>
            <p:cNvSpPr/>
            <p:nvPr/>
          </p:nvSpPr>
          <p:spPr>
            <a:xfrm flipV="1">
              <a:off x="5480" y="4729"/>
              <a:ext cx="0" cy="296"/>
            </a:xfrm>
            <a:prstGeom prst="line">
              <a:avLst/>
            </a:prstGeom>
            <a:ln w="28575" cap="flat" cmpd="sng">
              <a:solidFill>
                <a:schemeClr val="tx1"/>
              </a:solidFill>
              <a:prstDash val="solid"/>
              <a:headEnd type="none" w="med" len="med"/>
              <a:tailEnd type="none" w="med" len="med"/>
            </a:ln>
          </p:spPr>
        </p:sp>
        <p:sp>
          <p:nvSpPr>
            <p:cNvPr id="187431" name="Line 572"/>
            <p:cNvSpPr/>
            <p:nvPr/>
          </p:nvSpPr>
          <p:spPr>
            <a:xfrm>
              <a:off x="5042" y="4729"/>
              <a:ext cx="438" cy="0"/>
            </a:xfrm>
            <a:prstGeom prst="line">
              <a:avLst/>
            </a:prstGeom>
            <a:ln w="28575" cap="flat" cmpd="sng">
              <a:solidFill>
                <a:schemeClr val="tx1"/>
              </a:solidFill>
              <a:prstDash val="solid"/>
              <a:headEnd type="none" w="med" len="med"/>
              <a:tailEnd type="none" w="med" len="med"/>
            </a:ln>
          </p:spPr>
        </p:sp>
        <p:sp>
          <p:nvSpPr>
            <p:cNvPr id="187432" name="Line 573"/>
            <p:cNvSpPr/>
            <p:nvPr/>
          </p:nvSpPr>
          <p:spPr>
            <a:xfrm flipV="1">
              <a:off x="8472" y="4729"/>
              <a:ext cx="0" cy="296"/>
            </a:xfrm>
            <a:prstGeom prst="line">
              <a:avLst/>
            </a:prstGeom>
            <a:ln w="28575" cap="flat" cmpd="sng">
              <a:solidFill>
                <a:schemeClr val="tx1"/>
              </a:solidFill>
              <a:prstDash val="solid"/>
              <a:headEnd type="none" w="med" len="med"/>
              <a:tailEnd type="none" w="med" len="med"/>
            </a:ln>
          </p:spPr>
        </p:sp>
        <p:sp>
          <p:nvSpPr>
            <p:cNvPr id="187433" name="Line 574"/>
            <p:cNvSpPr/>
            <p:nvPr/>
          </p:nvSpPr>
          <p:spPr>
            <a:xfrm flipV="1">
              <a:off x="8935" y="4729"/>
              <a:ext cx="0" cy="296"/>
            </a:xfrm>
            <a:prstGeom prst="line">
              <a:avLst/>
            </a:prstGeom>
            <a:ln w="28575" cap="flat" cmpd="sng">
              <a:solidFill>
                <a:schemeClr val="tx1"/>
              </a:solidFill>
              <a:prstDash val="solid"/>
              <a:headEnd type="none" w="med" len="med"/>
              <a:tailEnd type="none" w="med" len="med"/>
            </a:ln>
          </p:spPr>
        </p:sp>
        <p:sp>
          <p:nvSpPr>
            <p:cNvPr id="187434" name="Line 575"/>
            <p:cNvSpPr/>
            <p:nvPr/>
          </p:nvSpPr>
          <p:spPr>
            <a:xfrm>
              <a:off x="8472" y="4729"/>
              <a:ext cx="438" cy="0"/>
            </a:xfrm>
            <a:prstGeom prst="line">
              <a:avLst/>
            </a:prstGeom>
            <a:ln w="28575" cap="flat" cmpd="sng">
              <a:solidFill>
                <a:schemeClr val="tx1"/>
              </a:solidFill>
              <a:prstDash val="solid"/>
              <a:headEnd type="none" w="med" len="med"/>
              <a:tailEnd type="none" w="med" len="med"/>
            </a:ln>
          </p:spPr>
        </p:sp>
        <p:sp>
          <p:nvSpPr>
            <p:cNvPr id="187435" name="Line 592"/>
            <p:cNvSpPr/>
            <p:nvPr/>
          </p:nvSpPr>
          <p:spPr>
            <a:xfrm flipV="1">
              <a:off x="1320" y="3007"/>
              <a:ext cx="1132" cy="0"/>
            </a:xfrm>
            <a:prstGeom prst="line">
              <a:avLst/>
            </a:prstGeom>
            <a:ln w="28575" cap="flat" cmpd="sng">
              <a:solidFill>
                <a:schemeClr val="tx1"/>
              </a:solidFill>
              <a:prstDash val="solid"/>
              <a:headEnd type="none" w="med" len="med"/>
              <a:tailEnd type="none" w="med" len="med"/>
            </a:ln>
          </p:spPr>
        </p:sp>
        <p:sp>
          <p:nvSpPr>
            <p:cNvPr id="187436" name="Line 593"/>
            <p:cNvSpPr/>
            <p:nvPr/>
          </p:nvSpPr>
          <p:spPr>
            <a:xfrm flipV="1">
              <a:off x="2897" y="3011"/>
              <a:ext cx="3005" cy="0"/>
            </a:xfrm>
            <a:prstGeom prst="line">
              <a:avLst/>
            </a:prstGeom>
            <a:ln w="28575" cap="flat" cmpd="sng">
              <a:solidFill>
                <a:schemeClr val="tx1"/>
              </a:solidFill>
              <a:prstDash val="solid"/>
              <a:headEnd type="none" w="med" len="med"/>
              <a:tailEnd type="none" w="med" len="med"/>
            </a:ln>
          </p:spPr>
        </p:sp>
        <p:sp>
          <p:nvSpPr>
            <p:cNvPr id="187437" name="Line 594"/>
            <p:cNvSpPr/>
            <p:nvPr/>
          </p:nvSpPr>
          <p:spPr>
            <a:xfrm flipV="1">
              <a:off x="2472" y="2715"/>
              <a:ext cx="0" cy="296"/>
            </a:xfrm>
            <a:prstGeom prst="line">
              <a:avLst/>
            </a:prstGeom>
            <a:ln w="28575" cap="flat" cmpd="sng">
              <a:solidFill>
                <a:schemeClr val="tx1"/>
              </a:solidFill>
              <a:prstDash val="solid"/>
              <a:headEnd type="none" w="med" len="med"/>
              <a:tailEnd type="none" w="med" len="med"/>
            </a:ln>
          </p:spPr>
        </p:sp>
        <p:sp>
          <p:nvSpPr>
            <p:cNvPr id="187438" name="Line 595"/>
            <p:cNvSpPr/>
            <p:nvPr/>
          </p:nvSpPr>
          <p:spPr>
            <a:xfrm flipV="1">
              <a:off x="2865" y="2715"/>
              <a:ext cx="0" cy="296"/>
            </a:xfrm>
            <a:prstGeom prst="line">
              <a:avLst/>
            </a:prstGeom>
            <a:ln w="28575" cap="flat" cmpd="sng">
              <a:solidFill>
                <a:schemeClr val="tx1"/>
              </a:solidFill>
              <a:prstDash val="solid"/>
              <a:headEnd type="none" w="med" len="med"/>
              <a:tailEnd type="none" w="med" len="med"/>
            </a:ln>
          </p:spPr>
        </p:sp>
        <p:sp>
          <p:nvSpPr>
            <p:cNvPr id="187439" name="Line 596"/>
            <p:cNvSpPr/>
            <p:nvPr/>
          </p:nvSpPr>
          <p:spPr>
            <a:xfrm>
              <a:off x="2452" y="2715"/>
              <a:ext cx="438" cy="0"/>
            </a:xfrm>
            <a:prstGeom prst="line">
              <a:avLst/>
            </a:prstGeom>
            <a:ln w="28575" cap="flat" cmpd="sng">
              <a:solidFill>
                <a:schemeClr val="tx1"/>
              </a:solidFill>
              <a:prstDash val="solid"/>
              <a:headEnd type="none" w="med" len="med"/>
              <a:tailEnd type="none" w="med" len="med"/>
            </a:ln>
          </p:spPr>
        </p:sp>
        <p:sp>
          <p:nvSpPr>
            <p:cNvPr id="187440" name="Line 597"/>
            <p:cNvSpPr/>
            <p:nvPr/>
          </p:nvSpPr>
          <p:spPr>
            <a:xfrm flipV="1">
              <a:off x="5882" y="2715"/>
              <a:ext cx="0" cy="296"/>
            </a:xfrm>
            <a:prstGeom prst="line">
              <a:avLst/>
            </a:prstGeom>
            <a:ln w="28575" cap="flat" cmpd="sng">
              <a:solidFill>
                <a:schemeClr val="tx1"/>
              </a:solidFill>
              <a:prstDash val="solid"/>
              <a:headEnd type="none" w="med" len="med"/>
              <a:tailEnd type="none" w="med" len="med"/>
            </a:ln>
          </p:spPr>
        </p:sp>
        <p:sp>
          <p:nvSpPr>
            <p:cNvPr id="187441" name="Line 598"/>
            <p:cNvSpPr/>
            <p:nvPr/>
          </p:nvSpPr>
          <p:spPr>
            <a:xfrm flipV="1">
              <a:off x="6340" y="2715"/>
              <a:ext cx="0" cy="296"/>
            </a:xfrm>
            <a:prstGeom prst="line">
              <a:avLst/>
            </a:prstGeom>
            <a:ln w="28575" cap="flat" cmpd="sng">
              <a:solidFill>
                <a:schemeClr val="tx1"/>
              </a:solidFill>
              <a:prstDash val="solid"/>
              <a:headEnd type="none" w="med" len="med"/>
              <a:tailEnd type="none" w="med" len="med"/>
            </a:ln>
          </p:spPr>
        </p:sp>
        <p:sp>
          <p:nvSpPr>
            <p:cNvPr id="187442" name="Line 599"/>
            <p:cNvSpPr/>
            <p:nvPr/>
          </p:nvSpPr>
          <p:spPr>
            <a:xfrm>
              <a:off x="5902" y="2715"/>
              <a:ext cx="438" cy="0"/>
            </a:xfrm>
            <a:prstGeom prst="line">
              <a:avLst/>
            </a:prstGeom>
            <a:ln w="28575" cap="flat" cmpd="sng">
              <a:solidFill>
                <a:schemeClr val="tx1"/>
              </a:solidFill>
              <a:prstDash val="solid"/>
              <a:headEnd type="none" w="med" len="med"/>
              <a:tailEnd type="none" w="med" len="med"/>
            </a:ln>
          </p:spPr>
        </p:sp>
        <p:sp>
          <p:nvSpPr>
            <p:cNvPr id="187443" name="Line 600"/>
            <p:cNvSpPr/>
            <p:nvPr/>
          </p:nvSpPr>
          <p:spPr>
            <a:xfrm flipV="1">
              <a:off x="6355" y="3030"/>
              <a:ext cx="2525" cy="0"/>
            </a:xfrm>
            <a:prstGeom prst="line">
              <a:avLst/>
            </a:prstGeom>
            <a:ln w="28575" cap="flat" cmpd="sng">
              <a:solidFill>
                <a:schemeClr val="tx1"/>
              </a:solidFill>
              <a:prstDash val="solid"/>
              <a:headEnd type="none" w="med" len="med"/>
              <a:tailEnd type="none" w="med" len="med"/>
            </a:ln>
          </p:spPr>
        </p:sp>
      </p:grpSp>
      <p:sp>
        <p:nvSpPr>
          <p:cNvPr id="185702" name="直接连接符 185701"/>
          <p:cNvSpPr/>
          <p:nvPr/>
        </p:nvSpPr>
        <p:spPr>
          <a:xfrm>
            <a:off x="2419350" y="103695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2820670" y="1072515"/>
            <a:ext cx="0" cy="3240088"/>
          </a:xfrm>
          <a:prstGeom prst="line">
            <a:avLst/>
          </a:prstGeom>
          <a:ln w="9525" cap="flat" cmpd="sng">
            <a:solidFill>
              <a:srgbClr val="FF0000"/>
            </a:solidFill>
            <a:prstDash val="solid"/>
            <a:headEnd type="none" w="med" len="med"/>
            <a:tailEnd type="none" w="med" len="med"/>
          </a:ln>
        </p:spPr>
      </p:sp>
      <p:sp>
        <p:nvSpPr>
          <p:cNvPr id="3" name="直接连接符 2"/>
          <p:cNvSpPr/>
          <p:nvPr/>
        </p:nvSpPr>
        <p:spPr>
          <a:xfrm>
            <a:off x="3091180" y="105600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4" name="直接连接符 3"/>
          <p:cNvSpPr/>
          <p:nvPr/>
        </p:nvSpPr>
        <p:spPr>
          <a:xfrm>
            <a:off x="3369310" y="1106805"/>
            <a:ext cx="0" cy="3240088"/>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5" name="直接连接符 4"/>
          <p:cNvSpPr/>
          <p:nvPr/>
        </p:nvSpPr>
        <p:spPr>
          <a:xfrm>
            <a:off x="3648710" y="111442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5702"/>
                                        </p:tgtEl>
                                        <p:attrNameLst>
                                          <p:attrName>style.visibility</p:attrName>
                                        </p:attrNameLst>
                                      </p:cBhvr>
                                      <p:to>
                                        <p:strVal val="visible"/>
                                      </p:to>
                                    </p:set>
                                    <p:anim calcmode="lin" valueType="num">
                                      <p:cBhvr additive="base">
                                        <p:cTn id="7" dur="500" fill="hold"/>
                                        <p:tgtEl>
                                          <p:spTgt spid="185702"/>
                                        </p:tgtEl>
                                        <p:attrNameLst>
                                          <p:attrName>ppt_x</p:attrName>
                                        </p:attrNameLst>
                                      </p:cBhvr>
                                      <p:tavLst>
                                        <p:tav tm="0">
                                          <p:val>
                                            <p:strVal val="#ppt_x"/>
                                          </p:val>
                                        </p:tav>
                                        <p:tav tm="100000">
                                          <p:val>
                                            <p:strVal val="#ppt_x"/>
                                          </p:val>
                                        </p:tav>
                                      </p:tavLst>
                                    </p:anim>
                                    <p:anim calcmode="lin" valueType="num">
                                      <p:cBhvr additive="base">
                                        <p:cTn id="8" dur="500" fill="hold"/>
                                        <p:tgtEl>
                                          <p:spTgt spid="185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a:xfrm>
            <a:off x="260350" y="501650"/>
            <a:ext cx="5334000" cy="457200"/>
          </a:xfrm>
          <a:prstGeom prst="rect">
            <a:avLst/>
          </a:prstGeom>
          <a:noFill/>
          <a:ln w="2857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⑥ MSI</a:t>
            </a:r>
            <a:r>
              <a:rPr lang="zh-CN" altLang="en-US" sz="2000" b="1" dirty="0">
                <a:solidFill>
                  <a:srgbClr val="FF0000"/>
                </a:solidFill>
                <a:latin typeface="华文新魏" panose="02010800040101010101" pitchFamily="2" charset="-122"/>
                <a:ea typeface="华文新魏" panose="02010800040101010101" pitchFamily="2" charset="-122"/>
              </a:rPr>
              <a:t>节拍分配器举例</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88419" name="Rectangle 4"/>
          <p:cNvSpPr/>
          <p:nvPr/>
        </p:nvSpPr>
        <p:spPr>
          <a:xfrm>
            <a:off x="72390" y="916305"/>
            <a:ext cx="8699500" cy="533400"/>
          </a:xfrm>
          <a:prstGeom prst="rect">
            <a:avLst/>
          </a:prstGeom>
          <a:noFill/>
          <a:ln w="28575">
            <a:noFill/>
          </a:ln>
        </p:spPr>
        <p:txBody>
          <a:bodyPr/>
          <a:p>
            <a:pPr marL="342900" indent="-342900" eaLnBrk="1" fontAlgn="t" hangingPunct="1">
              <a:lnSpc>
                <a:spcPct val="120000"/>
              </a:lnSpc>
              <a:spcBef>
                <a:spcPct val="2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通常节拍分配器是由两片或多片 </a:t>
            </a:r>
            <a:r>
              <a:rPr lang="en-US" altLang="zh-CN" b="1">
                <a:solidFill>
                  <a:srgbClr val="FF0000"/>
                </a:solidFill>
                <a:latin typeface="华文新魏" panose="02010800040101010101" pitchFamily="2" charset="-122"/>
                <a:ea typeface="华文新魏" panose="02010800040101010101" pitchFamily="2" charset="-122"/>
              </a:rPr>
              <a:t>MSI</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dirty="0">
                <a:solidFill>
                  <a:srgbClr val="FF0000"/>
                </a:solidFill>
                <a:latin typeface="华文新魏" panose="02010800040101010101" pitchFamily="2" charset="-122"/>
                <a:ea typeface="华文新魏" panose="02010800040101010101" pitchFamily="2" charset="-122"/>
                <a:sym typeface="+mn-ea"/>
              </a:rPr>
              <a:t>译码器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sym typeface="+mn-ea"/>
              </a:rPr>
              <a:t>寄存器</a:t>
            </a:r>
            <a:r>
              <a:rPr lang="zh-CN" altLang="en-US" b="1" dirty="0">
                <a:solidFill>
                  <a:schemeClr val="tx1"/>
                </a:solidFill>
                <a:latin typeface="华文新魏" panose="02010800040101010101" pitchFamily="2" charset="-122"/>
                <a:ea typeface="华文新魏" panose="02010800040101010101" pitchFamily="2" charset="-122"/>
              </a:rPr>
              <a:t>所构成</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88420" name="Rectangle 8"/>
          <p:cNvSpPr/>
          <p:nvPr/>
        </p:nvSpPr>
        <p:spPr>
          <a:xfrm>
            <a:off x="1417638" y="2708275"/>
            <a:ext cx="1112837" cy="20510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21" name="Text Box 9"/>
          <p:cNvSpPr txBox="1"/>
          <p:nvPr/>
        </p:nvSpPr>
        <p:spPr>
          <a:xfrm>
            <a:off x="1319213" y="2708275"/>
            <a:ext cx="90328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2" name="Text Box 10"/>
          <p:cNvSpPr txBox="1"/>
          <p:nvPr/>
        </p:nvSpPr>
        <p:spPr>
          <a:xfrm>
            <a:off x="1377950" y="2925763"/>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3" name="Text Box 11"/>
          <p:cNvSpPr txBox="1"/>
          <p:nvPr/>
        </p:nvSpPr>
        <p:spPr>
          <a:xfrm>
            <a:off x="1377950" y="3094038"/>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4" name="Text Box 12"/>
          <p:cNvSpPr txBox="1"/>
          <p:nvPr/>
        </p:nvSpPr>
        <p:spPr>
          <a:xfrm>
            <a:off x="1377950" y="32861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5" name="Text Box 13"/>
          <p:cNvSpPr txBox="1"/>
          <p:nvPr/>
        </p:nvSpPr>
        <p:spPr>
          <a:xfrm>
            <a:off x="1377950" y="3455988"/>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6" name="Text Box 14"/>
          <p:cNvSpPr txBox="1"/>
          <p:nvPr/>
        </p:nvSpPr>
        <p:spPr>
          <a:xfrm>
            <a:off x="1392238" y="36734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7" name="Text Box 15"/>
          <p:cNvSpPr txBox="1"/>
          <p:nvPr/>
        </p:nvSpPr>
        <p:spPr>
          <a:xfrm>
            <a:off x="1392238" y="38893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8" name="Text Box 16"/>
          <p:cNvSpPr txBox="1"/>
          <p:nvPr/>
        </p:nvSpPr>
        <p:spPr>
          <a:xfrm>
            <a:off x="1389063" y="408305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29" name="Text Box 17"/>
          <p:cNvSpPr txBox="1"/>
          <p:nvPr/>
        </p:nvSpPr>
        <p:spPr>
          <a:xfrm>
            <a:off x="1389063" y="42894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0" name="Text Box 18"/>
          <p:cNvSpPr txBox="1"/>
          <p:nvPr/>
        </p:nvSpPr>
        <p:spPr>
          <a:xfrm>
            <a:off x="2197100" y="357187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1" name="Text Box 19"/>
          <p:cNvSpPr txBox="1"/>
          <p:nvPr/>
        </p:nvSpPr>
        <p:spPr>
          <a:xfrm>
            <a:off x="2197100" y="3833813"/>
            <a:ext cx="59690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2" name="Text Box 20"/>
          <p:cNvSpPr txBox="1"/>
          <p:nvPr/>
        </p:nvSpPr>
        <p:spPr>
          <a:xfrm>
            <a:off x="2197100" y="408305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3" name="Text Box 21"/>
          <p:cNvSpPr txBox="1"/>
          <p:nvPr/>
        </p:nvSpPr>
        <p:spPr>
          <a:xfrm>
            <a:off x="2197100" y="4289425"/>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4" name="Text Box 22"/>
          <p:cNvSpPr txBox="1"/>
          <p:nvPr/>
        </p:nvSpPr>
        <p:spPr>
          <a:xfrm>
            <a:off x="2046288" y="4521200"/>
            <a:ext cx="59690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5" name="Line 23"/>
          <p:cNvSpPr/>
          <p:nvPr/>
        </p:nvSpPr>
        <p:spPr>
          <a:xfrm>
            <a:off x="2530475" y="3743325"/>
            <a:ext cx="1314450" cy="0"/>
          </a:xfrm>
          <a:prstGeom prst="line">
            <a:avLst/>
          </a:prstGeom>
          <a:ln w="28575" cap="flat" cmpd="sng">
            <a:solidFill>
              <a:schemeClr val="tx1"/>
            </a:solidFill>
            <a:prstDash val="solid"/>
            <a:headEnd type="none" w="med" len="med"/>
            <a:tailEnd type="none" w="med" len="med"/>
          </a:ln>
        </p:spPr>
      </p:sp>
      <p:sp>
        <p:nvSpPr>
          <p:cNvPr id="188436" name="Line 24"/>
          <p:cNvSpPr/>
          <p:nvPr/>
        </p:nvSpPr>
        <p:spPr>
          <a:xfrm>
            <a:off x="1138238" y="3816350"/>
            <a:ext cx="282575" cy="0"/>
          </a:xfrm>
          <a:prstGeom prst="line">
            <a:avLst/>
          </a:prstGeom>
          <a:ln w="28575" cap="flat" cmpd="sng">
            <a:solidFill>
              <a:schemeClr val="tx1"/>
            </a:solidFill>
            <a:prstDash val="solid"/>
            <a:headEnd type="none" w="med" len="med"/>
            <a:tailEnd type="none" w="med" len="med"/>
          </a:ln>
        </p:spPr>
      </p:sp>
      <p:sp>
        <p:nvSpPr>
          <p:cNvPr id="188437" name="Line 25"/>
          <p:cNvSpPr/>
          <p:nvPr/>
        </p:nvSpPr>
        <p:spPr>
          <a:xfrm>
            <a:off x="1139825" y="3998913"/>
            <a:ext cx="282575" cy="0"/>
          </a:xfrm>
          <a:prstGeom prst="line">
            <a:avLst/>
          </a:prstGeom>
          <a:ln w="28575" cap="flat" cmpd="sng">
            <a:solidFill>
              <a:schemeClr val="tx1"/>
            </a:solidFill>
            <a:prstDash val="solid"/>
            <a:headEnd type="none" w="med" len="med"/>
            <a:tailEnd type="none" w="med" len="med"/>
          </a:ln>
        </p:spPr>
      </p:sp>
      <p:sp>
        <p:nvSpPr>
          <p:cNvPr id="188438" name="Line 26"/>
          <p:cNvSpPr/>
          <p:nvPr/>
        </p:nvSpPr>
        <p:spPr>
          <a:xfrm>
            <a:off x="1139825" y="4216400"/>
            <a:ext cx="282575" cy="0"/>
          </a:xfrm>
          <a:prstGeom prst="line">
            <a:avLst/>
          </a:prstGeom>
          <a:ln w="28575" cap="flat" cmpd="sng">
            <a:solidFill>
              <a:schemeClr val="tx1"/>
            </a:solidFill>
            <a:prstDash val="solid"/>
            <a:headEnd type="none" w="med" len="med"/>
            <a:tailEnd type="none" w="med" len="med"/>
          </a:ln>
        </p:spPr>
      </p:sp>
      <p:sp>
        <p:nvSpPr>
          <p:cNvPr id="188439" name="Line 27"/>
          <p:cNvSpPr/>
          <p:nvPr/>
        </p:nvSpPr>
        <p:spPr>
          <a:xfrm>
            <a:off x="1139825" y="4410075"/>
            <a:ext cx="282575" cy="0"/>
          </a:xfrm>
          <a:prstGeom prst="line">
            <a:avLst/>
          </a:prstGeom>
          <a:ln w="28575" cap="flat" cmpd="sng">
            <a:solidFill>
              <a:schemeClr val="tx1"/>
            </a:solidFill>
            <a:prstDash val="solid"/>
            <a:headEnd type="none" w="med" len="med"/>
            <a:tailEnd type="none" w="med" len="med"/>
          </a:ln>
        </p:spPr>
      </p:sp>
      <p:sp>
        <p:nvSpPr>
          <p:cNvPr id="188440" name="Line 28"/>
          <p:cNvSpPr/>
          <p:nvPr/>
        </p:nvSpPr>
        <p:spPr>
          <a:xfrm>
            <a:off x="2530475" y="4564063"/>
            <a:ext cx="282575" cy="0"/>
          </a:xfrm>
          <a:prstGeom prst="line">
            <a:avLst/>
          </a:prstGeom>
          <a:ln w="28575">
            <a:noFill/>
          </a:ln>
        </p:spPr>
      </p:sp>
      <p:sp>
        <p:nvSpPr>
          <p:cNvPr id="188441" name="Line 29"/>
          <p:cNvSpPr/>
          <p:nvPr/>
        </p:nvSpPr>
        <p:spPr>
          <a:xfrm>
            <a:off x="2530475" y="3971925"/>
            <a:ext cx="1314450" cy="0"/>
          </a:xfrm>
          <a:prstGeom prst="line">
            <a:avLst/>
          </a:prstGeom>
          <a:ln w="28575" cap="flat" cmpd="sng">
            <a:solidFill>
              <a:schemeClr val="tx1"/>
            </a:solidFill>
            <a:prstDash val="solid"/>
            <a:headEnd type="none" w="med" len="med"/>
            <a:tailEnd type="none" w="med" len="med"/>
          </a:ln>
        </p:spPr>
      </p:sp>
      <p:sp>
        <p:nvSpPr>
          <p:cNvPr id="188442" name="Line 30"/>
          <p:cNvSpPr/>
          <p:nvPr/>
        </p:nvSpPr>
        <p:spPr>
          <a:xfrm>
            <a:off x="2516188" y="4224338"/>
            <a:ext cx="1312862" cy="0"/>
          </a:xfrm>
          <a:prstGeom prst="line">
            <a:avLst/>
          </a:prstGeom>
          <a:ln w="28575" cap="flat" cmpd="sng">
            <a:solidFill>
              <a:schemeClr val="tx1"/>
            </a:solidFill>
            <a:prstDash val="solid"/>
            <a:headEnd type="none" w="med" len="med"/>
            <a:tailEnd type="none" w="med" len="med"/>
          </a:ln>
        </p:spPr>
      </p:sp>
      <p:sp>
        <p:nvSpPr>
          <p:cNvPr id="188443" name="Line 31"/>
          <p:cNvSpPr/>
          <p:nvPr/>
        </p:nvSpPr>
        <p:spPr>
          <a:xfrm>
            <a:off x="2530475" y="4341813"/>
            <a:ext cx="347663" cy="0"/>
          </a:xfrm>
          <a:prstGeom prst="line">
            <a:avLst/>
          </a:prstGeom>
          <a:ln w="28575">
            <a:noFill/>
          </a:ln>
        </p:spPr>
      </p:sp>
      <p:sp>
        <p:nvSpPr>
          <p:cNvPr id="188444" name="Line 32"/>
          <p:cNvSpPr/>
          <p:nvPr/>
        </p:nvSpPr>
        <p:spPr>
          <a:xfrm>
            <a:off x="1062038" y="3044825"/>
            <a:ext cx="284162" cy="0"/>
          </a:xfrm>
          <a:prstGeom prst="line">
            <a:avLst/>
          </a:prstGeom>
          <a:ln w="28575" cap="flat" cmpd="sng">
            <a:solidFill>
              <a:schemeClr val="tx1"/>
            </a:solidFill>
            <a:prstDash val="solid"/>
            <a:headEnd type="none" w="med" len="med"/>
            <a:tailEnd type="none" w="med" len="med"/>
          </a:ln>
        </p:spPr>
      </p:sp>
      <p:sp>
        <p:nvSpPr>
          <p:cNvPr id="188445" name="Line 33"/>
          <p:cNvSpPr/>
          <p:nvPr/>
        </p:nvSpPr>
        <p:spPr>
          <a:xfrm>
            <a:off x="1062038" y="3238500"/>
            <a:ext cx="284162" cy="0"/>
          </a:xfrm>
          <a:prstGeom prst="line">
            <a:avLst/>
          </a:prstGeom>
          <a:ln w="28575" cap="flat" cmpd="sng">
            <a:solidFill>
              <a:schemeClr val="tx1"/>
            </a:solidFill>
            <a:prstDash val="solid"/>
            <a:headEnd type="none" w="med" len="med"/>
            <a:tailEnd type="none" w="med" len="med"/>
          </a:ln>
        </p:spPr>
      </p:sp>
      <p:sp>
        <p:nvSpPr>
          <p:cNvPr id="188446" name="Line 34"/>
          <p:cNvSpPr/>
          <p:nvPr/>
        </p:nvSpPr>
        <p:spPr>
          <a:xfrm>
            <a:off x="1212850" y="2854325"/>
            <a:ext cx="196850" cy="0"/>
          </a:xfrm>
          <a:prstGeom prst="line">
            <a:avLst/>
          </a:prstGeom>
          <a:ln w="28575" cap="flat" cmpd="sng">
            <a:solidFill>
              <a:schemeClr val="tx1"/>
            </a:solidFill>
            <a:prstDash val="solid"/>
            <a:headEnd type="none" w="med" len="med"/>
            <a:tailEnd type="none" w="med" len="med"/>
          </a:ln>
        </p:spPr>
      </p:sp>
      <p:sp>
        <p:nvSpPr>
          <p:cNvPr id="188447" name="Line 35"/>
          <p:cNvSpPr/>
          <p:nvPr/>
        </p:nvSpPr>
        <p:spPr>
          <a:xfrm>
            <a:off x="1069975" y="3406775"/>
            <a:ext cx="347663" cy="0"/>
          </a:xfrm>
          <a:prstGeom prst="line">
            <a:avLst/>
          </a:prstGeom>
          <a:ln w="28575" cap="flat" cmpd="sng">
            <a:solidFill>
              <a:schemeClr val="tx1"/>
            </a:solidFill>
            <a:prstDash val="solid"/>
            <a:headEnd type="none" w="med" len="med"/>
            <a:tailEnd type="none" w="med" len="med"/>
          </a:ln>
        </p:spPr>
      </p:sp>
      <p:sp>
        <p:nvSpPr>
          <p:cNvPr id="188448" name="Line 36"/>
          <p:cNvSpPr/>
          <p:nvPr/>
        </p:nvSpPr>
        <p:spPr>
          <a:xfrm>
            <a:off x="1069975" y="3578225"/>
            <a:ext cx="347663" cy="0"/>
          </a:xfrm>
          <a:prstGeom prst="line">
            <a:avLst/>
          </a:prstGeom>
          <a:ln w="28575" cap="flat" cmpd="sng">
            <a:solidFill>
              <a:schemeClr val="tx1"/>
            </a:solidFill>
            <a:prstDash val="solid"/>
            <a:headEnd type="none" w="med" len="med"/>
            <a:tailEnd type="none" w="med" len="med"/>
          </a:ln>
        </p:spPr>
      </p:sp>
      <p:sp>
        <p:nvSpPr>
          <p:cNvPr id="188449" name="Text Box 37"/>
          <p:cNvSpPr txBox="1"/>
          <p:nvPr/>
        </p:nvSpPr>
        <p:spPr>
          <a:xfrm>
            <a:off x="1417638" y="2346325"/>
            <a:ext cx="118268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450" name="Rectangle 38"/>
          <p:cNvSpPr/>
          <p:nvPr/>
        </p:nvSpPr>
        <p:spPr>
          <a:xfrm>
            <a:off x="3635375" y="2657475"/>
            <a:ext cx="904875" cy="182880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1" name="Line 40"/>
          <p:cNvSpPr/>
          <p:nvPr/>
        </p:nvSpPr>
        <p:spPr>
          <a:xfrm>
            <a:off x="3232150" y="3068638"/>
            <a:ext cx="349250" cy="0"/>
          </a:xfrm>
          <a:prstGeom prst="line">
            <a:avLst/>
          </a:prstGeom>
          <a:ln w="28575" cap="flat" cmpd="sng">
            <a:solidFill>
              <a:schemeClr val="tx1"/>
            </a:solidFill>
            <a:prstDash val="solid"/>
            <a:headEnd type="none" w="med" len="med"/>
            <a:tailEnd type="none" w="med" len="med"/>
          </a:ln>
        </p:spPr>
      </p:sp>
      <p:sp>
        <p:nvSpPr>
          <p:cNvPr id="188452" name="Line 41"/>
          <p:cNvSpPr/>
          <p:nvPr/>
        </p:nvSpPr>
        <p:spPr>
          <a:xfrm>
            <a:off x="3219450" y="2820988"/>
            <a:ext cx="406400" cy="0"/>
          </a:xfrm>
          <a:prstGeom prst="line">
            <a:avLst/>
          </a:prstGeom>
          <a:ln w="28575" cap="flat" cmpd="sng">
            <a:solidFill>
              <a:schemeClr val="tx1"/>
            </a:solidFill>
            <a:prstDash val="solid"/>
            <a:headEnd type="none" w="med" len="med"/>
            <a:tailEnd type="none" w="med" len="med"/>
          </a:ln>
        </p:spPr>
      </p:sp>
      <p:sp>
        <p:nvSpPr>
          <p:cNvPr id="188453" name="Text Box 42"/>
          <p:cNvSpPr txBox="1"/>
          <p:nvPr/>
        </p:nvSpPr>
        <p:spPr>
          <a:xfrm>
            <a:off x="3609975" y="2303463"/>
            <a:ext cx="1042988"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74LS138</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454" name="Text Box 43"/>
          <p:cNvSpPr txBox="1"/>
          <p:nvPr/>
        </p:nvSpPr>
        <p:spPr>
          <a:xfrm>
            <a:off x="3624263" y="2690813"/>
            <a:ext cx="4175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55" name="Text Box 44"/>
          <p:cNvSpPr txBox="1"/>
          <p:nvPr/>
        </p:nvSpPr>
        <p:spPr>
          <a:xfrm>
            <a:off x="3621088" y="3605213"/>
            <a:ext cx="4175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56" name="Oval 45"/>
          <p:cNvSpPr/>
          <p:nvPr/>
        </p:nvSpPr>
        <p:spPr>
          <a:xfrm>
            <a:off x="4540250" y="2846388"/>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7" name="Line 46"/>
          <p:cNvSpPr/>
          <p:nvPr/>
        </p:nvSpPr>
        <p:spPr>
          <a:xfrm>
            <a:off x="4610100" y="2873375"/>
            <a:ext cx="1019175" cy="0"/>
          </a:xfrm>
          <a:prstGeom prst="line">
            <a:avLst/>
          </a:prstGeom>
          <a:ln w="28575" cap="flat" cmpd="sng">
            <a:solidFill>
              <a:schemeClr val="tx1"/>
            </a:solidFill>
            <a:prstDash val="solid"/>
            <a:headEnd type="none" w="med" len="med"/>
            <a:tailEnd type="none" w="med" len="med"/>
          </a:ln>
        </p:spPr>
      </p:sp>
      <p:sp>
        <p:nvSpPr>
          <p:cNvPr id="188458" name="Oval 47"/>
          <p:cNvSpPr/>
          <p:nvPr/>
        </p:nvSpPr>
        <p:spPr>
          <a:xfrm>
            <a:off x="4540250" y="3054350"/>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9" name="Line 48"/>
          <p:cNvSpPr/>
          <p:nvPr/>
        </p:nvSpPr>
        <p:spPr>
          <a:xfrm>
            <a:off x="4610100" y="3079750"/>
            <a:ext cx="1019175" cy="0"/>
          </a:xfrm>
          <a:prstGeom prst="line">
            <a:avLst/>
          </a:prstGeom>
          <a:ln w="28575" cap="flat" cmpd="sng">
            <a:solidFill>
              <a:schemeClr val="tx1"/>
            </a:solidFill>
            <a:prstDash val="solid"/>
            <a:headEnd type="none" w="med" len="med"/>
            <a:tailEnd type="none" w="med" len="med"/>
          </a:ln>
        </p:spPr>
      </p:sp>
      <p:sp>
        <p:nvSpPr>
          <p:cNvPr id="188460" name="Oval 49"/>
          <p:cNvSpPr/>
          <p:nvPr/>
        </p:nvSpPr>
        <p:spPr>
          <a:xfrm>
            <a:off x="4540250" y="3262313"/>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1" name="Line 50"/>
          <p:cNvSpPr/>
          <p:nvPr/>
        </p:nvSpPr>
        <p:spPr>
          <a:xfrm>
            <a:off x="4610100" y="3287713"/>
            <a:ext cx="1019175" cy="0"/>
          </a:xfrm>
          <a:prstGeom prst="line">
            <a:avLst/>
          </a:prstGeom>
          <a:ln w="28575" cap="flat" cmpd="sng">
            <a:solidFill>
              <a:schemeClr val="tx1"/>
            </a:solidFill>
            <a:prstDash val="solid"/>
            <a:headEnd type="none" w="med" len="med"/>
            <a:tailEnd type="none" w="med" len="med"/>
          </a:ln>
        </p:spPr>
      </p:sp>
      <p:sp>
        <p:nvSpPr>
          <p:cNvPr id="188462" name="Oval 51"/>
          <p:cNvSpPr/>
          <p:nvPr/>
        </p:nvSpPr>
        <p:spPr>
          <a:xfrm>
            <a:off x="4540250" y="3470275"/>
            <a:ext cx="69850" cy="682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3" name="Line 52"/>
          <p:cNvSpPr/>
          <p:nvPr/>
        </p:nvSpPr>
        <p:spPr>
          <a:xfrm>
            <a:off x="4610100" y="3495675"/>
            <a:ext cx="1019175" cy="0"/>
          </a:xfrm>
          <a:prstGeom prst="line">
            <a:avLst/>
          </a:prstGeom>
          <a:ln w="28575" cap="flat" cmpd="sng">
            <a:solidFill>
              <a:schemeClr val="tx1"/>
            </a:solidFill>
            <a:prstDash val="solid"/>
            <a:headEnd type="none" w="med" len="med"/>
            <a:tailEnd type="none" w="med" len="med"/>
          </a:ln>
        </p:spPr>
      </p:sp>
      <p:sp>
        <p:nvSpPr>
          <p:cNvPr id="188464" name="Text Box 53"/>
          <p:cNvSpPr txBox="1"/>
          <p:nvPr/>
        </p:nvSpPr>
        <p:spPr>
          <a:xfrm>
            <a:off x="4192588" y="3079750"/>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2</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5" name="Text Box 54"/>
          <p:cNvSpPr txBox="1"/>
          <p:nvPr/>
        </p:nvSpPr>
        <p:spPr>
          <a:xfrm>
            <a:off x="4192588" y="2665413"/>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0</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6" name="Text Box 55"/>
          <p:cNvSpPr txBox="1"/>
          <p:nvPr/>
        </p:nvSpPr>
        <p:spPr>
          <a:xfrm>
            <a:off x="4192588" y="2857500"/>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7" name="Text Box 56"/>
          <p:cNvSpPr txBox="1"/>
          <p:nvPr/>
        </p:nvSpPr>
        <p:spPr>
          <a:xfrm>
            <a:off x="4192588" y="330358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3</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8" name="Oval 57"/>
          <p:cNvSpPr/>
          <p:nvPr/>
        </p:nvSpPr>
        <p:spPr>
          <a:xfrm>
            <a:off x="4540250" y="3675063"/>
            <a:ext cx="69850" cy="6826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9" name="Line 58"/>
          <p:cNvSpPr/>
          <p:nvPr/>
        </p:nvSpPr>
        <p:spPr>
          <a:xfrm>
            <a:off x="4610100" y="3700463"/>
            <a:ext cx="1019175" cy="0"/>
          </a:xfrm>
          <a:prstGeom prst="line">
            <a:avLst/>
          </a:prstGeom>
          <a:ln w="28575" cap="flat" cmpd="sng">
            <a:solidFill>
              <a:schemeClr val="tx1"/>
            </a:solidFill>
            <a:prstDash val="solid"/>
            <a:headEnd type="none" w="med" len="med"/>
            <a:tailEnd type="none" w="med" len="med"/>
          </a:ln>
        </p:spPr>
      </p:sp>
      <p:sp>
        <p:nvSpPr>
          <p:cNvPr id="188470" name="Oval 59"/>
          <p:cNvSpPr/>
          <p:nvPr/>
        </p:nvSpPr>
        <p:spPr>
          <a:xfrm>
            <a:off x="4540250" y="3857625"/>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1" name="Line 60"/>
          <p:cNvSpPr/>
          <p:nvPr/>
        </p:nvSpPr>
        <p:spPr>
          <a:xfrm>
            <a:off x="4610100" y="3884613"/>
            <a:ext cx="1019175" cy="0"/>
          </a:xfrm>
          <a:prstGeom prst="line">
            <a:avLst/>
          </a:prstGeom>
          <a:ln w="28575" cap="flat" cmpd="sng">
            <a:solidFill>
              <a:schemeClr val="tx1"/>
            </a:solidFill>
            <a:prstDash val="solid"/>
            <a:headEnd type="none" w="med" len="med"/>
            <a:tailEnd type="none" w="med" len="med"/>
          </a:ln>
        </p:spPr>
      </p:sp>
      <p:sp>
        <p:nvSpPr>
          <p:cNvPr id="188472" name="Oval 61"/>
          <p:cNvSpPr/>
          <p:nvPr/>
        </p:nvSpPr>
        <p:spPr>
          <a:xfrm>
            <a:off x="4540250" y="4065588"/>
            <a:ext cx="69850" cy="6985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3" name="Line 62"/>
          <p:cNvSpPr/>
          <p:nvPr/>
        </p:nvSpPr>
        <p:spPr>
          <a:xfrm>
            <a:off x="4610100" y="4092575"/>
            <a:ext cx="1019175" cy="0"/>
          </a:xfrm>
          <a:prstGeom prst="line">
            <a:avLst/>
          </a:prstGeom>
          <a:ln w="28575" cap="flat" cmpd="sng">
            <a:solidFill>
              <a:schemeClr val="tx1"/>
            </a:solidFill>
            <a:prstDash val="solid"/>
            <a:headEnd type="none" w="med" len="med"/>
            <a:tailEnd type="none" w="med" len="med"/>
          </a:ln>
        </p:spPr>
      </p:sp>
      <p:sp>
        <p:nvSpPr>
          <p:cNvPr id="188474" name="Oval 63"/>
          <p:cNvSpPr/>
          <p:nvPr/>
        </p:nvSpPr>
        <p:spPr>
          <a:xfrm>
            <a:off x="4540250" y="4273550"/>
            <a:ext cx="69850" cy="682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5" name="Line 64"/>
          <p:cNvSpPr/>
          <p:nvPr/>
        </p:nvSpPr>
        <p:spPr>
          <a:xfrm>
            <a:off x="4610100" y="4298950"/>
            <a:ext cx="1019175" cy="0"/>
          </a:xfrm>
          <a:prstGeom prst="line">
            <a:avLst/>
          </a:prstGeom>
          <a:ln w="28575" cap="flat" cmpd="sng">
            <a:solidFill>
              <a:schemeClr val="tx1"/>
            </a:solidFill>
            <a:prstDash val="solid"/>
            <a:headEnd type="none" w="med" len="med"/>
            <a:tailEnd type="none" w="med" len="med"/>
          </a:ln>
        </p:spPr>
      </p:sp>
      <p:sp>
        <p:nvSpPr>
          <p:cNvPr id="188476" name="Text Box 65"/>
          <p:cNvSpPr txBox="1"/>
          <p:nvPr/>
        </p:nvSpPr>
        <p:spPr>
          <a:xfrm>
            <a:off x="4192588" y="351313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4</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7" name="Text Box 66"/>
          <p:cNvSpPr txBox="1"/>
          <p:nvPr/>
        </p:nvSpPr>
        <p:spPr>
          <a:xfrm>
            <a:off x="4192588" y="3719513"/>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5</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8" name="Text Box 67"/>
          <p:cNvSpPr txBox="1"/>
          <p:nvPr/>
        </p:nvSpPr>
        <p:spPr>
          <a:xfrm>
            <a:off x="4192588" y="3925888"/>
            <a:ext cx="55562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6</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9" name="Text Box 68"/>
          <p:cNvSpPr txBox="1"/>
          <p:nvPr/>
        </p:nvSpPr>
        <p:spPr>
          <a:xfrm>
            <a:off x="4192588" y="4149725"/>
            <a:ext cx="55562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7</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0" name="Text Box 69"/>
          <p:cNvSpPr txBox="1"/>
          <p:nvPr/>
        </p:nvSpPr>
        <p:spPr>
          <a:xfrm>
            <a:off x="3635375" y="3857625"/>
            <a:ext cx="41751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1" name="Text Box 70"/>
          <p:cNvSpPr txBox="1"/>
          <p:nvPr/>
        </p:nvSpPr>
        <p:spPr>
          <a:xfrm>
            <a:off x="3635375" y="4119563"/>
            <a:ext cx="417513"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2" name="Line 72"/>
          <p:cNvSpPr/>
          <p:nvPr/>
        </p:nvSpPr>
        <p:spPr>
          <a:xfrm>
            <a:off x="3219450" y="3278188"/>
            <a:ext cx="346075" cy="0"/>
          </a:xfrm>
          <a:prstGeom prst="line">
            <a:avLst/>
          </a:prstGeom>
          <a:ln w="28575" cap="flat" cmpd="sng">
            <a:solidFill>
              <a:schemeClr val="tx1"/>
            </a:solidFill>
            <a:prstDash val="solid"/>
            <a:headEnd type="none" w="med" len="med"/>
            <a:tailEnd type="none" w="med" len="med"/>
          </a:ln>
        </p:spPr>
      </p:sp>
      <p:sp>
        <p:nvSpPr>
          <p:cNvPr id="188483" name="Text Box 73"/>
          <p:cNvSpPr txBox="1"/>
          <p:nvPr/>
        </p:nvSpPr>
        <p:spPr>
          <a:xfrm>
            <a:off x="3635375" y="29432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4" name="Text Box 74"/>
          <p:cNvSpPr txBox="1"/>
          <p:nvPr/>
        </p:nvSpPr>
        <p:spPr>
          <a:xfrm>
            <a:off x="3635375" y="31718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5" name="Rectangle 75"/>
          <p:cNvSpPr/>
          <p:nvPr/>
        </p:nvSpPr>
        <p:spPr>
          <a:xfrm>
            <a:off x="5645468" y="2289175"/>
            <a:ext cx="1112837" cy="21097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86" name="Text Box 76"/>
          <p:cNvSpPr txBox="1"/>
          <p:nvPr/>
        </p:nvSpPr>
        <p:spPr>
          <a:xfrm>
            <a:off x="5568950" y="227647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7" name="Line 77"/>
          <p:cNvSpPr/>
          <p:nvPr/>
        </p:nvSpPr>
        <p:spPr>
          <a:xfrm flipH="1">
            <a:off x="5026025" y="2446338"/>
            <a:ext cx="611188" cy="0"/>
          </a:xfrm>
          <a:prstGeom prst="line">
            <a:avLst/>
          </a:prstGeom>
          <a:ln w="28575" cap="flat" cmpd="sng">
            <a:solidFill>
              <a:schemeClr val="tx1"/>
            </a:solidFill>
            <a:prstDash val="solid"/>
            <a:headEnd type="none" w="med" len="med"/>
            <a:tailEnd type="none" w="med" len="med"/>
          </a:ln>
        </p:spPr>
      </p:sp>
      <p:sp>
        <p:nvSpPr>
          <p:cNvPr id="188488" name="Line 78"/>
          <p:cNvSpPr/>
          <p:nvPr/>
        </p:nvSpPr>
        <p:spPr>
          <a:xfrm flipH="1">
            <a:off x="5254625" y="2589213"/>
            <a:ext cx="339725" cy="9525"/>
          </a:xfrm>
          <a:prstGeom prst="line">
            <a:avLst/>
          </a:prstGeom>
          <a:ln w="28575" cap="flat" cmpd="sng">
            <a:solidFill>
              <a:schemeClr val="tx1"/>
            </a:solidFill>
            <a:prstDash val="solid"/>
            <a:headEnd type="none" w="med" len="med"/>
            <a:tailEnd type="none" w="med" len="med"/>
          </a:ln>
        </p:spPr>
      </p:sp>
      <p:sp>
        <p:nvSpPr>
          <p:cNvPr id="188489" name="Text Box 79"/>
          <p:cNvSpPr txBox="1"/>
          <p:nvPr/>
        </p:nvSpPr>
        <p:spPr>
          <a:xfrm>
            <a:off x="5722938" y="246380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OE</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0" name="Text Box 80"/>
          <p:cNvSpPr txBox="1"/>
          <p:nvPr/>
        </p:nvSpPr>
        <p:spPr>
          <a:xfrm>
            <a:off x="5653088" y="27114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1" name="Text Box 81"/>
          <p:cNvSpPr txBox="1"/>
          <p:nvPr/>
        </p:nvSpPr>
        <p:spPr>
          <a:xfrm>
            <a:off x="5653088" y="28940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2" name="Text Box 82"/>
          <p:cNvSpPr txBox="1"/>
          <p:nvPr/>
        </p:nvSpPr>
        <p:spPr>
          <a:xfrm>
            <a:off x="5653088" y="330676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3" name="Text Box 83"/>
          <p:cNvSpPr txBox="1"/>
          <p:nvPr/>
        </p:nvSpPr>
        <p:spPr>
          <a:xfrm>
            <a:off x="5653088" y="31003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4" name="Line 84"/>
          <p:cNvSpPr/>
          <p:nvPr/>
        </p:nvSpPr>
        <p:spPr>
          <a:xfrm flipH="1">
            <a:off x="6765925" y="2851150"/>
            <a:ext cx="555625" cy="0"/>
          </a:xfrm>
          <a:prstGeom prst="line">
            <a:avLst/>
          </a:prstGeom>
          <a:ln w="28575" cap="flat" cmpd="sng">
            <a:solidFill>
              <a:schemeClr val="tx1"/>
            </a:solidFill>
            <a:prstDash val="solid"/>
            <a:headEnd type="none" w="med" len="med"/>
            <a:tailEnd type="none" w="med" len="med"/>
          </a:ln>
        </p:spPr>
      </p:sp>
      <p:sp>
        <p:nvSpPr>
          <p:cNvPr id="188495" name="Line 85"/>
          <p:cNvSpPr/>
          <p:nvPr/>
        </p:nvSpPr>
        <p:spPr>
          <a:xfrm flipH="1">
            <a:off x="6765925" y="3267075"/>
            <a:ext cx="555625" cy="0"/>
          </a:xfrm>
          <a:prstGeom prst="line">
            <a:avLst/>
          </a:prstGeom>
          <a:ln w="28575" cap="flat" cmpd="sng">
            <a:solidFill>
              <a:schemeClr val="tx1"/>
            </a:solidFill>
            <a:prstDash val="solid"/>
            <a:headEnd type="none" w="med" len="med"/>
            <a:tailEnd type="none" w="med" len="med"/>
          </a:ln>
        </p:spPr>
      </p:sp>
      <p:sp>
        <p:nvSpPr>
          <p:cNvPr id="188496" name="Line 86"/>
          <p:cNvSpPr/>
          <p:nvPr/>
        </p:nvSpPr>
        <p:spPr>
          <a:xfrm flipH="1">
            <a:off x="6765925" y="3689350"/>
            <a:ext cx="555625" cy="0"/>
          </a:xfrm>
          <a:prstGeom prst="line">
            <a:avLst/>
          </a:prstGeom>
          <a:ln w="28575" cap="flat" cmpd="sng">
            <a:solidFill>
              <a:schemeClr val="tx1"/>
            </a:solidFill>
            <a:prstDash val="solid"/>
            <a:headEnd type="none" w="med" len="med"/>
            <a:tailEnd type="none" w="med" len="med"/>
          </a:ln>
        </p:spPr>
      </p:sp>
      <p:sp>
        <p:nvSpPr>
          <p:cNvPr id="188497" name="Line 87"/>
          <p:cNvSpPr/>
          <p:nvPr/>
        </p:nvSpPr>
        <p:spPr>
          <a:xfrm flipH="1">
            <a:off x="6765925" y="4087813"/>
            <a:ext cx="555625" cy="0"/>
          </a:xfrm>
          <a:prstGeom prst="line">
            <a:avLst/>
          </a:prstGeom>
          <a:ln w="28575" cap="flat" cmpd="sng">
            <a:solidFill>
              <a:schemeClr val="tx1"/>
            </a:solidFill>
            <a:prstDash val="solid"/>
            <a:headEnd type="none" w="med" len="med"/>
            <a:tailEnd type="none" w="med" len="med"/>
          </a:ln>
        </p:spPr>
      </p:sp>
      <p:sp>
        <p:nvSpPr>
          <p:cNvPr id="188498" name="Text Box 88"/>
          <p:cNvSpPr txBox="1"/>
          <p:nvPr/>
        </p:nvSpPr>
        <p:spPr>
          <a:xfrm>
            <a:off x="6418263" y="27114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99" name="Text Box 89"/>
          <p:cNvSpPr txBox="1"/>
          <p:nvPr/>
        </p:nvSpPr>
        <p:spPr>
          <a:xfrm>
            <a:off x="6418263" y="309403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0" name="Text Box 90"/>
          <p:cNvSpPr txBox="1"/>
          <p:nvPr/>
        </p:nvSpPr>
        <p:spPr>
          <a:xfrm>
            <a:off x="6418263" y="35115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1" name="Text Box 91"/>
          <p:cNvSpPr txBox="1"/>
          <p:nvPr/>
        </p:nvSpPr>
        <p:spPr>
          <a:xfrm>
            <a:off x="6418263" y="39227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2" name="Text Box 92"/>
          <p:cNvSpPr txBox="1"/>
          <p:nvPr/>
        </p:nvSpPr>
        <p:spPr>
          <a:xfrm>
            <a:off x="6418263" y="28940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3" name="Text Box 93"/>
          <p:cNvSpPr txBox="1"/>
          <p:nvPr/>
        </p:nvSpPr>
        <p:spPr>
          <a:xfrm>
            <a:off x="6418263" y="330676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4" name="Text Box 94"/>
          <p:cNvSpPr txBox="1"/>
          <p:nvPr/>
        </p:nvSpPr>
        <p:spPr>
          <a:xfrm>
            <a:off x="6418263" y="371792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5" name="Text Box 95"/>
          <p:cNvSpPr txBox="1"/>
          <p:nvPr/>
        </p:nvSpPr>
        <p:spPr>
          <a:xfrm>
            <a:off x="6418263" y="41290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8Q</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06" name="Line 96"/>
          <p:cNvSpPr/>
          <p:nvPr/>
        </p:nvSpPr>
        <p:spPr>
          <a:xfrm flipH="1">
            <a:off x="6765925" y="3057525"/>
            <a:ext cx="555625" cy="0"/>
          </a:xfrm>
          <a:prstGeom prst="line">
            <a:avLst/>
          </a:prstGeom>
          <a:ln w="28575" cap="flat" cmpd="sng">
            <a:solidFill>
              <a:schemeClr val="tx1"/>
            </a:solidFill>
            <a:prstDash val="solid"/>
            <a:headEnd type="none" w="med" len="med"/>
            <a:tailEnd type="none" w="med" len="med"/>
          </a:ln>
        </p:spPr>
      </p:sp>
      <p:sp>
        <p:nvSpPr>
          <p:cNvPr id="188507" name="Line 97"/>
          <p:cNvSpPr/>
          <p:nvPr/>
        </p:nvSpPr>
        <p:spPr>
          <a:xfrm flipH="1">
            <a:off x="6765925" y="4292600"/>
            <a:ext cx="555625" cy="0"/>
          </a:xfrm>
          <a:prstGeom prst="line">
            <a:avLst/>
          </a:prstGeom>
          <a:ln w="28575" cap="flat" cmpd="sng">
            <a:solidFill>
              <a:schemeClr val="tx1"/>
            </a:solidFill>
            <a:prstDash val="solid"/>
            <a:headEnd type="none" w="med" len="med"/>
            <a:tailEnd type="none" w="med" len="med"/>
          </a:ln>
        </p:spPr>
      </p:sp>
      <p:sp>
        <p:nvSpPr>
          <p:cNvPr id="188508" name="Line 98"/>
          <p:cNvSpPr/>
          <p:nvPr/>
        </p:nvSpPr>
        <p:spPr>
          <a:xfrm flipH="1">
            <a:off x="6765925" y="3468688"/>
            <a:ext cx="555625" cy="0"/>
          </a:xfrm>
          <a:prstGeom prst="line">
            <a:avLst/>
          </a:prstGeom>
          <a:ln w="28575" cap="flat" cmpd="sng">
            <a:solidFill>
              <a:schemeClr val="tx1"/>
            </a:solidFill>
            <a:prstDash val="solid"/>
            <a:headEnd type="none" w="med" len="med"/>
            <a:tailEnd type="none" w="med" len="med"/>
          </a:ln>
        </p:spPr>
      </p:sp>
      <p:sp>
        <p:nvSpPr>
          <p:cNvPr id="188509" name="Line 99"/>
          <p:cNvSpPr/>
          <p:nvPr/>
        </p:nvSpPr>
        <p:spPr>
          <a:xfrm flipH="1">
            <a:off x="6765925" y="3879850"/>
            <a:ext cx="555625" cy="0"/>
          </a:xfrm>
          <a:prstGeom prst="line">
            <a:avLst/>
          </a:prstGeom>
          <a:ln w="28575" cap="flat" cmpd="sng">
            <a:solidFill>
              <a:schemeClr val="tx1"/>
            </a:solidFill>
            <a:prstDash val="solid"/>
            <a:headEnd type="none" w="med" len="med"/>
            <a:tailEnd type="none" w="med" len="med"/>
          </a:ln>
        </p:spPr>
      </p:sp>
      <p:sp>
        <p:nvSpPr>
          <p:cNvPr id="188510" name="Text Box 100"/>
          <p:cNvSpPr txBox="1"/>
          <p:nvPr/>
        </p:nvSpPr>
        <p:spPr>
          <a:xfrm>
            <a:off x="5653088" y="3511550"/>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1" name="Text Box 101"/>
          <p:cNvSpPr txBox="1"/>
          <p:nvPr/>
        </p:nvSpPr>
        <p:spPr>
          <a:xfrm>
            <a:off x="5653088" y="3717925"/>
            <a:ext cx="625475"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2" name="Text Box 102"/>
          <p:cNvSpPr txBox="1"/>
          <p:nvPr/>
        </p:nvSpPr>
        <p:spPr>
          <a:xfrm>
            <a:off x="5653088" y="3922713"/>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3" name="Text Box 103"/>
          <p:cNvSpPr txBox="1"/>
          <p:nvPr/>
        </p:nvSpPr>
        <p:spPr>
          <a:xfrm>
            <a:off x="5653088" y="4129088"/>
            <a:ext cx="6254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514" name="Text Box 104"/>
          <p:cNvSpPr txBox="1"/>
          <p:nvPr/>
        </p:nvSpPr>
        <p:spPr>
          <a:xfrm>
            <a:off x="5653088" y="1968500"/>
            <a:ext cx="1252537"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74LS374</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15" name="Line 107"/>
          <p:cNvSpPr/>
          <p:nvPr/>
        </p:nvSpPr>
        <p:spPr>
          <a:xfrm>
            <a:off x="1062038" y="2281238"/>
            <a:ext cx="0" cy="1295400"/>
          </a:xfrm>
          <a:prstGeom prst="line">
            <a:avLst/>
          </a:prstGeom>
          <a:ln w="28575" cap="flat" cmpd="sng">
            <a:solidFill>
              <a:schemeClr val="tx1"/>
            </a:solidFill>
            <a:prstDash val="solid"/>
            <a:headEnd type="none" w="med" len="med"/>
            <a:tailEnd type="none" w="med" len="med"/>
          </a:ln>
        </p:spPr>
      </p:sp>
      <p:sp>
        <p:nvSpPr>
          <p:cNvPr id="188516" name="Line 108"/>
          <p:cNvSpPr/>
          <p:nvPr/>
        </p:nvSpPr>
        <p:spPr>
          <a:xfrm>
            <a:off x="1201738" y="1773238"/>
            <a:ext cx="0" cy="1079500"/>
          </a:xfrm>
          <a:prstGeom prst="line">
            <a:avLst/>
          </a:prstGeom>
          <a:ln w="28575" cap="flat" cmpd="sng">
            <a:solidFill>
              <a:schemeClr val="tx1"/>
            </a:solidFill>
            <a:prstDash val="solid"/>
            <a:headEnd type="none" w="med" len="med"/>
            <a:tailEnd type="none" w="med" len="med"/>
          </a:ln>
        </p:spPr>
      </p:sp>
      <p:sp>
        <p:nvSpPr>
          <p:cNvPr id="188517" name="Line 109"/>
          <p:cNvSpPr/>
          <p:nvPr/>
        </p:nvSpPr>
        <p:spPr>
          <a:xfrm>
            <a:off x="965200" y="1743075"/>
            <a:ext cx="4073525" cy="0"/>
          </a:xfrm>
          <a:prstGeom prst="line">
            <a:avLst/>
          </a:prstGeom>
          <a:ln w="28575" cap="flat" cmpd="sng">
            <a:solidFill>
              <a:schemeClr val="tx1"/>
            </a:solidFill>
            <a:prstDash val="solid"/>
            <a:headEnd type="none" w="med" len="med"/>
            <a:tailEnd type="none" w="med" len="med"/>
          </a:ln>
        </p:spPr>
      </p:sp>
      <p:sp>
        <p:nvSpPr>
          <p:cNvPr id="188518" name="Line 110"/>
          <p:cNvSpPr/>
          <p:nvPr/>
        </p:nvSpPr>
        <p:spPr>
          <a:xfrm>
            <a:off x="5026025" y="1743075"/>
            <a:ext cx="635" cy="703580"/>
          </a:xfrm>
          <a:prstGeom prst="line">
            <a:avLst/>
          </a:prstGeom>
          <a:ln w="28575" cap="flat" cmpd="sng">
            <a:solidFill>
              <a:schemeClr val="tx1"/>
            </a:solidFill>
            <a:prstDash val="solid"/>
            <a:headEnd type="none" w="med" len="med"/>
            <a:tailEnd type="none" w="med" len="med"/>
          </a:ln>
        </p:spPr>
      </p:sp>
      <p:sp>
        <p:nvSpPr>
          <p:cNvPr id="188519" name="Oval 111"/>
          <p:cNvSpPr/>
          <p:nvPr/>
        </p:nvSpPr>
        <p:spPr>
          <a:xfrm>
            <a:off x="1175068" y="171418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0" name="Text Box 112"/>
          <p:cNvSpPr txBox="1"/>
          <p:nvPr/>
        </p:nvSpPr>
        <p:spPr>
          <a:xfrm>
            <a:off x="296863" y="1560513"/>
            <a:ext cx="765175"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21" name="Rectangle 113"/>
          <p:cNvSpPr/>
          <p:nvPr/>
        </p:nvSpPr>
        <p:spPr>
          <a:xfrm>
            <a:off x="581025" y="2200275"/>
            <a:ext cx="330200" cy="114300"/>
          </a:xfrm>
          <a:prstGeom prst="rect">
            <a:avLst/>
          </a:prstGeom>
          <a:solidFill>
            <a:schemeClr val="hlink"/>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2" name="Line 114"/>
          <p:cNvSpPr/>
          <p:nvPr/>
        </p:nvSpPr>
        <p:spPr>
          <a:xfrm>
            <a:off x="431800" y="2257425"/>
            <a:ext cx="131763" cy="0"/>
          </a:xfrm>
          <a:prstGeom prst="line">
            <a:avLst/>
          </a:prstGeom>
          <a:ln w="28575" cap="flat" cmpd="sng">
            <a:solidFill>
              <a:schemeClr val="tx1"/>
            </a:solidFill>
            <a:prstDash val="solid"/>
            <a:headEnd type="none" w="med" len="med"/>
            <a:tailEnd type="none" w="med" len="med"/>
          </a:ln>
        </p:spPr>
      </p:sp>
      <p:sp>
        <p:nvSpPr>
          <p:cNvPr id="188523" name="Line 115"/>
          <p:cNvSpPr/>
          <p:nvPr/>
        </p:nvSpPr>
        <p:spPr>
          <a:xfrm>
            <a:off x="923925" y="2257425"/>
            <a:ext cx="2298700" cy="0"/>
          </a:xfrm>
          <a:prstGeom prst="line">
            <a:avLst/>
          </a:prstGeom>
          <a:ln w="28575" cap="flat" cmpd="sng">
            <a:solidFill>
              <a:schemeClr val="tx1"/>
            </a:solidFill>
            <a:prstDash val="solid"/>
            <a:headEnd type="none" w="med" len="med"/>
            <a:tailEnd type="none" w="med" len="med"/>
          </a:ln>
        </p:spPr>
      </p:sp>
      <p:sp>
        <p:nvSpPr>
          <p:cNvPr id="188524" name="Line 116"/>
          <p:cNvSpPr/>
          <p:nvPr/>
        </p:nvSpPr>
        <p:spPr>
          <a:xfrm>
            <a:off x="3219450" y="2257425"/>
            <a:ext cx="0" cy="571500"/>
          </a:xfrm>
          <a:prstGeom prst="line">
            <a:avLst/>
          </a:prstGeom>
          <a:ln w="28575" cap="flat" cmpd="sng">
            <a:solidFill>
              <a:schemeClr val="tx1"/>
            </a:solidFill>
            <a:prstDash val="solid"/>
            <a:headEnd type="none" w="med" len="med"/>
            <a:tailEnd type="none" w="med" len="med"/>
          </a:ln>
        </p:spPr>
      </p:sp>
      <p:sp>
        <p:nvSpPr>
          <p:cNvPr id="188525" name="Line 117"/>
          <p:cNvSpPr/>
          <p:nvPr/>
        </p:nvSpPr>
        <p:spPr>
          <a:xfrm>
            <a:off x="425450" y="2257425"/>
            <a:ext cx="0" cy="228600"/>
          </a:xfrm>
          <a:prstGeom prst="line">
            <a:avLst/>
          </a:prstGeom>
          <a:ln w="28575" cap="flat" cmpd="sng">
            <a:solidFill>
              <a:schemeClr val="tx1"/>
            </a:solidFill>
            <a:prstDash val="solid"/>
            <a:headEnd type="none" w="med" len="med"/>
            <a:tailEnd type="none" w="med" len="med"/>
          </a:ln>
        </p:spPr>
      </p:sp>
      <p:sp>
        <p:nvSpPr>
          <p:cNvPr id="188526" name="Line 118"/>
          <p:cNvSpPr/>
          <p:nvPr/>
        </p:nvSpPr>
        <p:spPr>
          <a:xfrm>
            <a:off x="320675" y="2474913"/>
            <a:ext cx="174625" cy="0"/>
          </a:xfrm>
          <a:prstGeom prst="line">
            <a:avLst/>
          </a:prstGeom>
          <a:ln w="28575" cap="flat" cmpd="sng">
            <a:solidFill>
              <a:schemeClr val="tx1"/>
            </a:solidFill>
            <a:prstDash val="solid"/>
            <a:headEnd type="none" w="med" len="med"/>
            <a:tailEnd type="none" w="med" len="med"/>
          </a:ln>
        </p:spPr>
      </p:sp>
      <p:sp>
        <p:nvSpPr>
          <p:cNvPr id="188527" name="Text Box 119"/>
          <p:cNvSpPr txBox="1"/>
          <p:nvPr/>
        </p:nvSpPr>
        <p:spPr>
          <a:xfrm>
            <a:off x="215900" y="2486025"/>
            <a:ext cx="487363"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8528" name="Oval 120"/>
          <p:cNvSpPr/>
          <p:nvPr/>
        </p:nvSpPr>
        <p:spPr>
          <a:xfrm>
            <a:off x="1033463" y="223043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9" name="Oval 121"/>
          <p:cNvSpPr/>
          <p:nvPr/>
        </p:nvSpPr>
        <p:spPr>
          <a:xfrm>
            <a:off x="1022350" y="3000375"/>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0" name="Oval 122"/>
          <p:cNvSpPr/>
          <p:nvPr/>
        </p:nvSpPr>
        <p:spPr>
          <a:xfrm>
            <a:off x="1022350" y="3205163"/>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1" name="Oval 123"/>
          <p:cNvSpPr/>
          <p:nvPr/>
        </p:nvSpPr>
        <p:spPr>
          <a:xfrm>
            <a:off x="1022350" y="336708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2" name="Line 124"/>
          <p:cNvSpPr/>
          <p:nvPr/>
        </p:nvSpPr>
        <p:spPr>
          <a:xfrm>
            <a:off x="3219450" y="3055938"/>
            <a:ext cx="0" cy="342900"/>
          </a:xfrm>
          <a:prstGeom prst="line">
            <a:avLst/>
          </a:prstGeom>
          <a:ln w="28575" cap="flat" cmpd="sng">
            <a:solidFill>
              <a:schemeClr val="tx1"/>
            </a:solidFill>
            <a:prstDash val="solid"/>
            <a:headEnd type="none" w="med" len="med"/>
            <a:tailEnd type="none" w="med" len="med"/>
          </a:ln>
        </p:spPr>
      </p:sp>
      <p:sp>
        <p:nvSpPr>
          <p:cNvPr id="188533" name="Line 126"/>
          <p:cNvSpPr/>
          <p:nvPr/>
        </p:nvSpPr>
        <p:spPr>
          <a:xfrm>
            <a:off x="5249863" y="2578100"/>
            <a:ext cx="0" cy="107950"/>
          </a:xfrm>
          <a:prstGeom prst="line">
            <a:avLst/>
          </a:prstGeom>
          <a:ln w="28575" cap="flat" cmpd="sng">
            <a:solidFill>
              <a:schemeClr val="tx1"/>
            </a:solidFill>
            <a:prstDash val="solid"/>
            <a:headEnd type="none" w="med" len="med"/>
            <a:tailEnd type="none" w="med" len="med"/>
          </a:ln>
        </p:spPr>
      </p:sp>
      <p:sp>
        <p:nvSpPr>
          <p:cNvPr id="188534" name="AutoShape 127"/>
          <p:cNvSpPr/>
          <p:nvPr/>
        </p:nvSpPr>
        <p:spPr>
          <a:xfrm rot="10800000">
            <a:off x="3148013" y="3376613"/>
            <a:ext cx="139700" cy="84137"/>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5" name="AutoShape 128"/>
          <p:cNvSpPr/>
          <p:nvPr/>
        </p:nvSpPr>
        <p:spPr>
          <a:xfrm rot="10800000">
            <a:off x="5183188" y="2686050"/>
            <a:ext cx="138112" cy="84138"/>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36" name="Text Box 129"/>
          <p:cNvSpPr txBox="1"/>
          <p:nvPr/>
        </p:nvSpPr>
        <p:spPr>
          <a:xfrm>
            <a:off x="2662238" y="3460750"/>
            <a:ext cx="557212"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7" name="Text Box 130"/>
          <p:cNvSpPr txBox="1"/>
          <p:nvPr/>
        </p:nvSpPr>
        <p:spPr>
          <a:xfrm>
            <a:off x="2662238" y="3675063"/>
            <a:ext cx="557212"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8" name="Text Box 131"/>
          <p:cNvSpPr txBox="1"/>
          <p:nvPr/>
        </p:nvSpPr>
        <p:spPr>
          <a:xfrm>
            <a:off x="2662238" y="3910330"/>
            <a:ext cx="557212"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39" name="Text Box 132"/>
          <p:cNvSpPr txBox="1"/>
          <p:nvPr/>
        </p:nvSpPr>
        <p:spPr>
          <a:xfrm>
            <a:off x="4679950" y="26400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0</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0" name="Text Box 133"/>
          <p:cNvSpPr txBox="1"/>
          <p:nvPr/>
        </p:nvSpPr>
        <p:spPr>
          <a:xfrm>
            <a:off x="4679950" y="28559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1</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1" name="Text Box 135"/>
          <p:cNvSpPr txBox="1"/>
          <p:nvPr/>
        </p:nvSpPr>
        <p:spPr>
          <a:xfrm>
            <a:off x="4679950" y="3049588"/>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2</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2" name="Text Box 136"/>
          <p:cNvSpPr txBox="1"/>
          <p:nvPr/>
        </p:nvSpPr>
        <p:spPr>
          <a:xfrm>
            <a:off x="4679950" y="3260725"/>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3</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3" name="Text Box 138"/>
          <p:cNvSpPr txBox="1"/>
          <p:nvPr/>
        </p:nvSpPr>
        <p:spPr>
          <a:xfrm>
            <a:off x="4679950" y="345916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4</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4" name="Text Box 139"/>
          <p:cNvSpPr txBox="1"/>
          <p:nvPr/>
        </p:nvSpPr>
        <p:spPr>
          <a:xfrm>
            <a:off x="4679950" y="3851275"/>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6</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5" name="Text Box 141"/>
          <p:cNvSpPr txBox="1"/>
          <p:nvPr/>
        </p:nvSpPr>
        <p:spPr>
          <a:xfrm>
            <a:off x="4679950" y="36560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5</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6" name="Text Box 142"/>
          <p:cNvSpPr txBox="1"/>
          <p:nvPr/>
        </p:nvSpPr>
        <p:spPr>
          <a:xfrm>
            <a:off x="4679950" y="4075113"/>
            <a:ext cx="555625" cy="2762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7</a:t>
            </a:r>
            <a:endParaRPr lang="en-US" altLang="zh-CN" sz="1200" b="1" baseline="-25000">
              <a:solidFill>
                <a:schemeClr val="tx1"/>
              </a:solidFill>
              <a:latin typeface="黑体" panose="02010609060101010101" pitchFamily="2" charset="-122"/>
              <a:ea typeface="黑体" panose="02010609060101010101" pitchFamily="2" charset="-122"/>
            </a:endParaRPr>
          </a:p>
        </p:txBody>
      </p:sp>
      <p:sp>
        <p:nvSpPr>
          <p:cNvPr id="188547" name="Text Box 143"/>
          <p:cNvSpPr txBox="1"/>
          <p:nvPr/>
        </p:nvSpPr>
        <p:spPr>
          <a:xfrm>
            <a:off x="7281863" y="26527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48" name="Text Box 144"/>
          <p:cNvSpPr txBox="1"/>
          <p:nvPr/>
        </p:nvSpPr>
        <p:spPr>
          <a:xfrm>
            <a:off x="7281863" y="28813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49" name="Text Box 146"/>
          <p:cNvSpPr txBox="1"/>
          <p:nvPr/>
        </p:nvSpPr>
        <p:spPr>
          <a:xfrm>
            <a:off x="7281863" y="3087688"/>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0" name="Text Box 147"/>
          <p:cNvSpPr txBox="1"/>
          <p:nvPr/>
        </p:nvSpPr>
        <p:spPr>
          <a:xfrm>
            <a:off x="7281863" y="3305175"/>
            <a:ext cx="8191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1" name="Text Box 149"/>
          <p:cNvSpPr txBox="1"/>
          <p:nvPr/>
        </p:nvSpPr>
        <p:spPr>
          <a:xfrm>
            <a:off x="7281863" y="349726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4</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2" name="Text Box 150"/>
          <p:cNvSpPr txBox="1"/>
          <p:nvPr/>
        </p:nvSpPr>
        <p:spPr>
          <a:xfrm>
            <a:off x="7281863" y="3876675"/>
            <a:ext cx="819150" cy="33813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6</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3" name="Text Box 152"/>
          <p:cNvSpPr txBox="1"/>
          <p:nvPr/>
        </p:nvSpPr>
        <p:spPr>
          <a:xfrm>
            <a:off x="7281863" y="369411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5</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4" name="Text Box 153"/>
          <p:cNvSpPr txBox="1"/>
          <p:nvPr/>
        </p:nvSpPr>
        <p:spPr>
          <a:xfrm>
            <a:off x="7281863" y="4081463"/>
            <a:ext cx="819150" cy="33813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7</a:t>
            </a:r>
            <a:endParaRPr lang="en-US" altLang="zh-CN" sz="1600" b="1" baseline="-25000">
              <a:solidFill>
                <a:schemeClr val="tx1"/>
              </a:solidFill>
              <a:latin typeface="黑体" panose="02010609060101010101" pitchFamily="2" charset="-122"/>
              <a:ea typeface="黑体" panose="02010609060101010101" pitchFamily="2" charset="-122"/>
            </a:endParaRPr>
          </a:p>
        </p:txBody>
      </p:sp>
      <p:sp>
        <p:nvSpPr>
          <p:cNvPr id="188555" name="Oval 78"/>
          <p:cNvSpPr/>
          <p:nvPr/>
        </p:nvSpPr>
        <p:spPr>
          <a:xfrm>
            <a:off x="1330325" y="300990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6" name="Oval 78"/>
          <p:cNvSpPr/>
          <p:nvPr/>
        </p:nvSpPr>
        <p:spPr>
          <a:xfrm>
            <a:off x="1325563" y="3198813"/>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7" name="Oval 78"/>
          <p:cNvSpPr/>
          <p:nvPr/>
        </p:nvSpPr>
        <p:spPr>
          <a:xfrm>
            <a:off x="3552825" y="3043238"/>
            <a:ext cx="98425" cy="603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8" name="Oval 78"/>
          <p:cNvSpPr/>
          <p:nvPr/>
        </p:nvSpPr>
        <p:spPr>
          <a:xfrm>
            <a:off x="3549650" y="3244850"/>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9" name="Oval 78"/>
          <p:cNvSpPr/>
          <p:nvPr/>
        </p:nvSpPr>
        <p:spPr>
          <a:xfrm>
            <a:off x="5568950" y="255270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 name="Oval 111"/>
          <p:cNvSpPr/>
          <p:nvPr/>
        </p:nvSpPr>
        <p:spPr>
          <a:xfrm>
            <a:off x="3193098" y="324453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19"/>
                                        </p:tgtEl>
                                        <p:attrNameLst>
                                          <p:attrName>style.visibility</p:attrName>
                                        </p:attrNameLst>
                                      </p:cBhvr>
                                      <p:to>
                                        <p:strVal val="visible"/>
                                      </p:to>
                                    </p:set>
                                    <p:anim calcmode="lin" valueType="num">
                                      <p:cBhvr additive="base">
                                        <p:cTn id="7" dur="500" fill="hold"/>
                                        <p:tgtEl>
                                          <p:spTgt spid="188419"/>
                                        </p:tgtEl>
                                        <p:attrNameLst>
                                          <p:attrName>ppt_x</p:attrName>
                                        </p:attrNameLst>
                                      </p:cBhvr>
                                      <p:tavLst>
                                        <p:tav tm="0">
                                          <p:val>
                                            <p:strVal val="#ppt_x"/>
                                          </p:val>
                                        </p:tav>
                                        <p:tav tm="100000">
                                          <p:val>
                                            <p:strVal val="#ppt_x"/>
                                          </p:val>
                                        </p:tav>
                                      </p:tavLst>
                                    </p:anim>
                                    <p:anim calcmode="lin" valueType="num">
                                      <p:cBhvr additive="base">
                                        <p:cTn id="8" dur="500" fill="hold"/>
                                        <p:tgtEl>
                                          <p:spTgt spid="1884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8420"/>
                                        </p:tgtEl>
                                        <p:attrNameLst>
                                          <p:attrName>style.visibility</p:attrName>
                                        </p:attrNameLst>
                                      </p:cBhvr>
                                      <p:to>
                                        <p:strVal val="visible"/>
                                      </p:to>
                                    </p:set>
                                    <p:anim calcmode="lin" valueType="num">
                                      <p:cBhvr additive="base">
                                        <p:cTn id="13" dur="500" fill="hold"/>
                                        <p:tgtEl>
                                          <p:spTgt spid="188420"/>
                                        </p:tgtEl>
                                        <p:attrNameLst>
                                          <p:attrName>ppt_x</p:attrName>
                                        </p:attrNameLst>
                                      </p:cBhvr>
                                      <p:tavLst>
                                        <p:tav tm="0">
                                          <p:val>
                                            <p:strVal val="#ppt_x"/>
                                          </p:val>
                                        </p:tav>
                                        <p:tav tm="100000">
                                          <p:val>
                                            <p:strVal val="#ppt_x"/>
                                          </p:val>
                                        </p:tav>
                                      </p:tavLst>
                                    </p:anim>
                                    <p:anim calcmode="lin" valueType="num">
                                      <p:cBhvr additive="base">
                                        <p:cTn id="14" dur="500" fill="hold"/>
                                        <p:tgtEl>
                                          <p:spTgt spid="18842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8421"/>
                                        </p:tgtEl>
                                        <p:attrNameLst>
                                          <p:attrName>style.visibility</p:attrName>
                                        </p:attrNameLst>
                                      </p:cBhvr>
                                      <p:to>
                                        <p:strVal val="visible"/>
                                      </p:to>
                                    </p:set>
                                    <p:anim calcmode="lin" valueType="num">
                                      <p:cBhvr additive="base">
                                        <p:cTn id="17" dur="500" fill="hold"/>
                                        <p:tgtEl>
                                          <p:spTgt spid="188421"/>
                                        </p:tgtEl>
                                        <p:attrNameLst>
                                          <p:attrName>ppt_x</p:attrName>
                                        </p:attrNameLst>
                                      </p:cBhvr>
                                      <p:tavLst>
                                        <p:tav tm="0">
                                          <p:val>
                                            <p:strVal val="#ppt_x"/>
                                          </p:val>
                                        </p:tav>
                                        <p:tav tm="100000">
                                          <p:val>
                                            <p:strVal val="#ppt_x"/>
                                          </p:val>
                                        </p:tav>
                                      </p:tavLst>
                                    </p:anim>
                                    <p:anim calcmode="lin" valueType="num">
                                      <p:cBhvr additive="base">
                                        <p:cTn id="18" dur="500" fill="hold"/>
                                        <p:tgtEl>
                                          <p:spTgt spid="1884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8422"/>
                                        </p:tgtEl>
                                        <p:attrNameLst>
                                          <p:attrName>style.visibility</p:attrName>
                                        </p:attrNameLst>
                                      </p:cBhvr>
                                      <p:to>
                                        <p:strVal val="visible"/>
                                      </p:to>
                                    </p:set>
                                    <p:anim calcmode="lin" valueType="num">
                                      <p:cBhvr additive="base">
                                        <p:cTn id="21" dur="500" fill="hold"/>
                                        <p:tgtEl>
                                          <p:spTgt spid="188422"/>
                                        </p:tgtEl>
                                        <p:attrNameLst>
                                          <p:attrName>ppt_x</p:attrName>
                                        </p:attrNameLst>
                                      </p:cBhvr>
                                      <p:tavLst>
                                        <p:tav tm="0">
                                          <p:val>
                                            <p:strVal val="#ppt_x"/>
                                          </p:val>
                                        </p:tav>
                                        <p:tav tm="100000">
                                          <p:val>
                                            <p:strVal val="#ppt_x"/>
                                          </p:val>
                                        </p:tav>
                                      </p:tavLst>
                                    </p:anim>
                                    <p:anim calcmode="lin" valueType="num">
                                      <p:cBhvr additive="base">
                                        <p:cTn id="22" dur="500" fill="hold"/>
                                        <p:tgtEl>
                                          <p:spTgt spid="18842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88423"/>
                                        </p:tgtEl>
                                        <p:attrNameLst>
                                          <p:attrName>style.visibility</p:attrName>
                                        </p:attrNameLst>
                                      </p:cBhvr>
                                      <p:to>
                                        <p:strVal val="visible"/>
                                      </p:to>
                                    </p:set>
                                    <p:anim calcmode="lin" valueType="num">
                                      <p:cBhvr additive="base">
                                        <p:cTn id="25" dur="500" fill="hold"/>
                                        <p:tgtEl>
                                          <p:spTgt spid="188423"/>
                                        </p:tgtEl>
                                        <p:attrNameLst>
                                          <p:attrName>ppt_x</p:attrName>
                                        </p:attrNameLst>
                                      </p:cBhvr>
                                      <p:tavLst>
                                        <p:tav tm="0">
                                          <p:val>
                                            <p:strVal val="#ppt_x"/>
                                          </p:val>
                                        </p:tav>
                                        <p:tav tm="100000">
                                          <p:val>
                                            <p:strVal val="#ppt_x"/>
                                          </p:val>
                                        </p:tav>
                                      </p:tavLst>
                                    </p:anim>
                                    <p:anim calcmode="lin" valueType="num">
                                      <p:cBhvr additive="base">
                                        <p:cTn id="26" dur="500" fill="hold"/>
                                        <p:tgtEl>
                                          <p:spTgt spid="1884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88424"/>
                                        </p:tgtEl>
                                        <p:attrNameLst>
                                          <p:attrName>style.visibility</p:attrName>
                                        </p:attrNameLst>
                                      </p:cBhvr>
                                      <p:to>
                                        <p:strVal val="visible"/>
                                      </p:to>
                                    </p:set>
                                    <p:anim calcmode="lin" valueType="num">
                                      <p:cBhvr additive="base">
                                        <p:cTn id="29" dur="500" fill="hold"/>
                                        <p:tgtEl>
                                          <p:spTgt spid="188424"/>
                                        </p:tgtEl>
                                        <p:attrNameLst>
                                          <p:attrName>ppt_x</p:attrName>
                                        </p:attrNameLst>
                                      </p:cBhvr>
                                      <p:tavLst>
                                        <p:tav tm="0">
                                          <p:val>
                                            <p:strVal val="#ppt_x"/>
                                          </p:val>
                                        </p:tav>
                                        <p:tav tm="100000">
                                          <p:val>
                                            <p:strVal val="#ppt_x"/>
                                          </p:val>
                                        </p:tav>
                                      </p:tavLst>
                                    </p:anim>
                                    <p:anim calcmode="lin" valueType="num">
                                      <p:cBhvr additive="base">
                                        <p:cTn id="30" dur="500" fill="hold"/>
                                        <p:tgtEl>
                                          <p:spTgt spid="18842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8425"/>
                                        </p:tgtEl>
                                        <p:attrNameLst>
                                          <p:attrName>style.visibility</p:attrName>
                                        </p:attrNameLst>
                                      </p:cBhvr>
                                      <p:to>
                                        <p:strVal val="visible"/>
                                      </p:to>
                                    </p:set>
                                    <p:anim calcmode="lin" valueType="num">
                                      <p:cBhvr additive="base">
                                        <p:cTn id="33" dur="500" fill="hold"/>
                                        <p:tgtEl>
                                          <p:spTgt spid="188425"/>
                                        </p:tgtEl>
                                        <p:attrNameLst>
                                          <p:attrName>ppt_x</p:attrName>
                                        </p:attrNameLst>
                                      </p:cBhvr>
                                      <p:tavLst>
                                        <p:tav tm="0">
                                          <p:val>
                                            <p:strVal val="#ppt_x"/>
                                          </p:val>
                                        </p:tav>
                                        <p:tav tm="100000">
                                          <p:val>
                                            <p:strVal val="#ppt_x"/>
                                          </p:val>
                                        </p:tav>
                                      </p:tavLst>
                                    </p:anim>
                                    <p:anim calcmode="lin" valueType="num">
                                      <p:cBhvr additive="base">
                                        <p:cTn id="34" dur="500" fill="hold"/>
                                        <p:tgtEl>
                                          <p:spTgt spid="18842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8426"/>
                                        </p:tgtEl>
                                        <p:attrNameLst>
                                          <p:attrName>style.visibility</p:attrName>
                                        </p:attrNameLst>
                                      </p:cBhvr>
                                      <p:to>
                                        <p:strVal val="visible"/>
                                      </p:to>
                                    </p:set>
                                    <p:anim calcmode="lin" valueType="num">
                                      <p:cBhvr additive="base">
                                        <p:cTn id="37" dur="500" fill="hold"/>
                                        <p:tgtEl>
                                          <p:spTgt spid="188426"/>
                                        </p:tgtEl>
                                        <p:attrNameLst>
                                          <p:attrName>ppt_x</p:attrName>
                                        </p:attrNameLst>
                                      </p:cBhvr>
                                      <p:tavLst>
                                        <p:tav tm="0">
                                          <p:val>
                                            <p:strVal val="#ppt_x"/>
                                          </p:val>
                                        </p:tav>
                                        <p:tav tm="100000">
                                          <p:val>
                                            <p:strVal val="#ppt_x"/>
                                          </p:val>
                                        </p:tav>
                                      </p:tavLst>
                                    </p:anim>
                                    <p:anim calcmode="lin" valueType="num">
                                      <p:cBhvr additive="base">
                                        <p:cTn id="38" dur="500" fill="hold"/>
                                        <p:tgtEl>
                                          <p:spTgt spid="18842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8427"/>
                                        </p:tgtEl>
                                        <p:attrNameLst>
                                          <p:attrName>style.visibility</p:attrName>
                                        </p:attrNameLst>
                                      </p:cBhvr>
                                      <p:to>
                                        <p:strVal val="visible"/>
                                      </p:to>
                                    </p:set>
                                    <p:anim calcmode="lin" valueType="num">
                                      <p:cBhvr additive="base">
                                        <p:cTn id="41" dur="500" fill="hold"/>
                                        <p:tgtEl>
                                          <p:spTgt spid="188427"/>
                                        </p:tgtEl>
                                        <p:attrNameLst>
                                          <p:attrName>ppt_x</p:attrName>
                                        </p:attrNameLst>
                                      </p:cBhvr>
                                      <p:tavLst>
                                        <p:tav tm="0">
                                          <p:val>
                                            <p:strVal val="#ppt_x"/>
                                          </p:val>
                                        </p:tav>
                                        <p:tav tm="100000">
                                          <p:val>
                                            <p:strVal val="#ppt_x"/>
                                          </p:val>
                                        </p:tav>
                                      </p:tavLst>
                                    </p:anim>
                                    <p:anim calcmode="lin" valueType="num">
                                      <p:cBhvr additive="base">
                                        <p:cTn id="42" dur="500" fill="hold"/>
                                        <p:tgtEl>
                                          <p:spTgt spid="18842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8428"/>
                                        </p:tgtEl>
                                        <p:attrNameLst>
                                          <p:attrName>style.visibility</p:attrName>
                                        </p:attrNameLst>
                                      </p:cBhvr>
                                      <p:to>
                                        <p:strVal val="visible"/>
                                      </p:to>
                                    </p:set>
                                    <p:anim calcmode="lin" valueType="num">
                                      <p:cBhvr additive="base">
                                        <p:cTn id="45" dur="500" fill="hold"/>
                                        <p:tgtEl>
                                          <p:spTgt spid="188428"/>
                                        </p:tgtEl>
                                        <p:attrNameLst>
                                          <p:attrName>ppt_x</p:attrName>
                                        </p:attrNameLst>
                                      </p:cBhvr>
                                      <p:tavLst>
                                        <p:tav tm="0">
                                          <p:val>
                                            <p:strVal val="#ppt_x"/>
                                          </p:val>
                                        </p:tav>
                                        <p:tav tm="100000">
                                          <p:val>
                                            <p:strVal val="#ppt_x"/>
                                          </p:val>
                                        </p:tav>
                                      </p:tavLst>
                                    </p:anim>
                                    <p:anim calcmode="lin" valueType="num">
                                      <p:cBhvr additive="base">
                                        <p:cTn id="46" dur="500" fill="hold"/>
                                        <p:tgtEl>
                                          <p:spTgt spid="18842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8429"/>
                                        </p:tgtEl>
                                        <p:attrNameLst>
                                          <p:attrName>style.visibility</p:attrName>
                                        </p:attrNameLst>
                                      </p:cBhvr>
                                      <p:to>
                                        <p:strVal val="visible"/>
                                      </p:to>
                                    </p:set>
                                    <p:anim calcmode="lin" valueType="num">
                                      <p:cBhvr additive="base">
                                        <p:cTn id="49" dur="500" fill="hold"/>
                                        <p:tgtEl>
                                          <p:spTgt spid="188429"/>
                                        </p:tgtEl>
                                        <p:attrNameLst>
                                          <p:attrName>ppt_x</p:attrName>
                                        </p:attrNameLst>
                                      </p:cBhvr>
                                      <p:tavLst>
                                        <p:tav tm="0">
                                          <p:val>
                                            <p:strVal val="#ppt_x"/>
                                          </p:val>
                                        </p:tav>
                                        <p:tav tm="100000">
                                          <p:val>
                                            <p:strVal val="#ppt_x"/>
                                          </p:val>
                                        </p:tav>
                                      </p:tavLst>
                                    </p:anim>
                                    <p:anim calcmode="lin" valueType="num">
                                      <p:cBhvr additive="base">
                                        <p:cTn id="50" dur="500" fill="hold"/>
                                        <p:tgtEl>
                                          <p:spTgt spid="18842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8430"/>
                                        </p:tgtEl>
                                        <p:attrNameLst>
                                          <p:attrName>style.visibility</p:attrName>
                                        </p:attrNameLst>
                                      </p:cBhvr>
                                      <p:to>
                                        <p:strVal val="visible"/>
                                      </p:to>
                                    </p:set>
                                    <p:anim calcmode="lin" valueType="num">
                                      <p:cBhvr additive="base">
                                        <p:cTn id="53" dur="500" fill="hold"/>
                                        <p:tgtEl>
                                          <p:spTgt spid="188430"/>
                                        </p:tgtEl>
                                        <p:attrNameLst>
                                          <p:attrName>ppt_x</p:attrName>
                                        </p:attrNameLst>
                                      </p:cBhvr>
                                      <p:tavLst>
                                        <p:tav tm="0">
                                          <p:val>
                                            <p:strVal val="#ppt_x"/>
                                          </p:val>
                                        </p:tav>
                                        <p:tav tm="100000">
                                          <p:val>
                                            <p:strVal val="#ppt_x"/>
                                          </p:val>
                                        </p:tav>
                                      </p:tavLst>
                                    </p:anim>
                                    <p:anim calcmode="lin" valueType="num">
                                      <p:cBhvr additive="base">
                                        <p:cTn id="54" dur="500" fill="hold"/>
                                        <p:tgtEl>
                                          <p:spTgt spid="18843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88431"/>
                                        </p:tgtEl>
                                        <p:attrNameLst>
                                          <p:attrName>style.visibility</p:attrName>
                                        </p:attrNameLst>
                                      </p:cBhvr>
                                      <p:to>
                                        <p:strVal val="visible"/>
                                      </p:to>
                                    </p:set>
                                    <p:anim calcmode="lin" valueType="num">
                                      <p:cBhvr additive="base">
                                        <p:cTn id="57" dur="500" fill="hold"/>
                                        <p:tgtEl>
                                          <p:spTgt spid="188431"/>
                                        </p:tgtEl>
                                        <p:attrNameLst>
                                          <p:attrName>ppt_x</p:attrName>
                                        </p:attrNameLst>
                                      </p:cBhvr>
                                      <p:tavLst>
                                        <p:tav tm="0">
                                          <p:val>
                                            <p:strVal val="#ppt_x"/>
                                          </p:val>
                                        </p:tav>
                                        <p:tav tm="100000">
                                          <p:val>
                                            <p:strVal val="#ppt_x"/>
                                          </p:val>
                                        </p:tav>
                                      </p:tavLst>
                                    </p:anim>
                                    <p:anim calcmode="lin" valueType="num">
                                      <p:cBhvr additive="base">
                                        <p:cTn id="58" dur="500" fill="hold"/>
                                        <p:tgtEl>
                                          <p:spTgt spid="18843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8432"/>
                                        </p:tgtEl>
                                        <p:attrNameLst>
                                          <p:attrName>style.visibility</p:attrName>
                                        </p:attrNameLst>
                                      </p:cBhvr>
                                      <p:to>
                                        <p:strVal val="visible"/>
                                      </p:to>
                                    </p:set>
                                    <p:anim calcmode="lin" valueType="num">
                                      <p:cBhvr additive="base">
                                        <p:cTn id="61" dur="500" fill="hold"/>
                                        <p:tgtEl>
                                          <p:spTgt spid="188432"/>
                                        </p:tgtEl>
                                        <p:attrNameLst>
                                          <p:attrName>ppt_x</p:attrName>
                                        </p:attrNameLst>
                                      </p:cBhvr>
                                      <p:tavLst>
                                        <p:tav tm="0">
                                          <p:val>
                                            <p:strVal val="#ppt_x"/>
                                          </p:val>
                                        </p:tav>
                                        <p:tav tm="100000">
                                          <p:val>
                                            <p:strVal val="#ppt_x"/>
                                          </p:val>
                                        </p:tav>
                                      </p:tavLst>
                                    </p:anim>
                                    <p:anim calcmode="lin" valueType="num">
                                      <p:cBhvr additive="base">
                                        <p:cTn id="62" dur="500" fill="hold"/>
                                        <p:tgtEl>
                                          <p:spTgt spid="188432"/>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8433"/>
                                        </p:tgtEl>
                                        <p:attrNameLst>
                                          <p:attrName>style.visibility</p:attrName>
                                        </p:attrNameLst>
                                      </p:cBhvr>
                                      <p:to>
                                        <p:strVal val="visible"/>
                                      </p:to>
                                    </p:set>
                                    <p:anim calcmode="lin" valueType="num">
                                      <p:cBhvr additive="base">
                                        <p:cTn id="65" dur="500" fill="hold"/>
                                        <p:tgtEl>
                                          <p:spTgt spid="188433"/>
                                        </p:tgtEl>
                                        <p:attrNameLst>
                                          <p:attrName>ppt_x</p:attrName>
                                        </p:attrNameLst>
                                      </p:cBhvr>
                                      <p:tavLst>
                                        <p:tav tm="0">
                                          <p:val>
                                            <p:strVal val="#ppt_x"/>
                                          </p:val>
                                        </p:tav>
                                        <p:tav tm="100000">
                                          <p:val>
                                            <p:strVal val="#ppt_x"/>
                                          </p:val>
                                        </p:tav>
                                      </p:tavLst>
                                    </p:anim>
                                    <p:anim calcmode="lin" valueType="num">
                                      <p:cBhvr additive="base">
                                        <p:cTn id="66" dur="500" fill="hold"/>
                                        <p:tgtEl>
                                          <p:spTgt spid="188433"/>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8434"/>
                                        </p:tgtEl>
                                        <p:attrNameLst>
                                          <p:attrName>style.visibility</p:attrName>
                                        </p:attrNameLst>
                                      </p:cBhvr>
                                      <p:to>
                                        <p:strVal val="visible"/>
                                      </p:to>
                                    </p:set>
                                    <p:anim calcmode="lin" valueType="num">
                                      <p:cBhvr additive="base">
                                        <p:cTn id="69" dur="500" fill="hold"/>
                                        <p:tgtEl>
                                          <p:spTgt spid="188434"/>
                                        </p:tgtEl>
                                        <p:attrNameLst>
                                          <p:attrName>ppt_x</p:attrName>
                                        </p:attrNameLst>
                                      </p:cBhvr>
                                      <p:tavLst>
                                        <p:tav tm="0">
                                          <p:val>
                                            <p:strVal val="#ppt_x"/>
                                          </p:val>
                                        </p:tav>
                                        <p:tav tm="100000">
                                          <p:val>
                                            <p:strVal val="#ppt_x"/>
                                          </p:val>
                                        </p:tav>
                                      </p:tavLst>
                                    </p:anim>
                                    <p:anim calcmode="lin" valueType="num">
                                      <p:cBhvr additive="base">
                                        <p:cTn id="70" dur="500" fill="hold"/>
                                        <p:tgtEl>
                                          <p:spTgt spid="188434"/>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88435"/>
                                        </p:tgtEl>
                                        <p:attrNameLst>
                                          <p:attrName>style.visibility</p:attrName>
                                        </p:attrNameLst>
                                      </p:cBhvr>
                                      <p:to>
                                        <p:strVal val="visible"/>
                                      </p:to>
                                    </p:set>
                                    <p:anim calcmode="lin" valueType="num">
                                      <p:cBhvr additive="base">
                                        <p:cTn id="73" dur="500" fill="hold"/>
                                        <p:tgtEl>
                                          <p:spTgt spid="188435"/>
                                        </p:tgtEl>
                                        <p:attrNameLst>
                                          <p:attrName>ppt_x</p:attrName>
                                        </p:attrNameLst>
                                      </p:cBhvr>
                                      <p:tavLst>
                                        <p:tav tm="0">
                                          <p:val>
                                            <p:strVal val="#ppt_x"/>
                                          </p:val>
                                        </p:tav>
                                        <p:tav tm="100000">
                                          <p:val>
                                            <p:strVal val="#ppt_x"/>
                                          </p:val>
                                        </p:tav>
                                      </p:tavLst>
                                    </p:anim>
                                    <p:anim calcmode="lin" valueType="num">
                                      <p:cBhvr additive="base">
                                        <p:cTn id="74" dur="500" fill="hold"/>
                                        <p:tgtEl>
                                          <p:spTgt spid="188435"/>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88436"/>
                                        </p:tgtEl>
                                        <p:attrNameLst>
                                          <p:attrName>style.visibility</p:attrName>
                                        </p:attrNameLst>
                                      </p:cBhvr>
                                      <p:to>
                                        <p:strVal val="visible"/>
                                      </p:to>
                                    </p:set>
                                    <p:anim calcmode="lin" valueType="num">
                                      <p:cBhvr additive="base">
                                        <p:cTn id="77" dur="500" fill="hold"/>
                                        <p:tgtEl>
                                          <p:spTgt spid="188436"/>
                                        </p:tgtEl>
                                        <p:attrNameLst>
                                          <p:attrName>ppt_x</p:attrName>
                                        </p:attrNameLst>
                                      </p:cBhvr>
                                      <p:tavLst>
                                        <p:tav tm="0">
                                          <p:val>
                                            <p:strVal val="#ppt_x"/>
                                          </p:val>
                                        </p:tav>
                                        <p:tav tm="100000">
                                          <p:val>
                                            <p:strVal val="#ppt_x"/>
                                          </p:val>
                                        </p:tav>
                                      </p:tavLst>
                                    </p:anim>
                                    <p:anim calcmode="lin" valueType="num">
                                      <p:cBhvr additive="base">
                                        <p:cTn id="78" dur="500" fill="hold"/>
                                        <p:tgtEl>
                                          <p:spTgt spid="188436"/>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88437"/>
                                        </p:tgtEl>
                                        <p:attrNameLst>
                                          <p:attrName>style.visibility</p:attrName>
                                        </p:attrNameLst>
                                      </p:cBhvr>
                                      <p:to>
                                        <p:strVal val="visible"/>
                                      </p:to>
                                    </p:set>
                                    <p:anim calcmode="lin" valueType="num">
                                      <p:cBhvr additive="base">
                                        <p:cTn id="81" dur="500" fill="hold"/>
                                        <p:tgtEl>
                                          <p:spTgt spid="188437"/>
                                        </p:tgtEl>
                                        <p:attrNameLst>
                                          <p:attrName>ppt_x</p:attrName>
                                        </p:attrNameLst>
                                      </p:cBhvr>
                                      <p:tavLst>
                                        <p:tav tm="0">
                                          <p:val>
                                            <p:strVal val="#ppt_x"/>
                                          </p:val>
                                        </p:tav>
                                        <p:tav tm="100000">
                                          <p:val>
                                            <p:strVal val="#ppt_x"/>
                                          </p:val>
                                        </p:tav>
                                      </p:tavLst>
                                    </p:anim>
                                    <p:anim calcmode="lin" valueType="num">
                                      <p:cBhvr additive="base">
                                        <p:cTn id="82" dur="500" fill="hold"/>
                                        <p:tgtEl>
                                          <p:spTgt spid="188437"/>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88438"/>
                                        </p:tgtEl>
                                        <p:attrNameLst>
                                          <p:attrName>style.visibility</p:attrName>
                                        </p:attrNameLst>
                                      </p:cBhvr>
                                      <p:to>
                                        <p:strVal val="visible"/>
                                      </p:to>
                                    </p:set>
                                    <p:anim calcmode="lin" valueType="num">
                                      <p:cBhvr additive="base">
                                        <p:cTn id="85" dur="500" fill="hold"/>
                                        <p:tgtEl>
                                          <p:spTgt spid="188438"/>
                                        </p:tgtEl>
                                        <p:attrNameLst>
                                          <p:attrName>ppt_x</p:attrName>
                                        </p:attrNameLst>
                                      </p:cBhvr>
                                      <p:tavLst>
                                        <p:tav tm="0">
                                          <p:val>
                                            <p:strVal val="#ppt_x"/>
                                          </p:val>
                                        </p:tav>
                                        <p:tav tm="100000">
                                          <p:val>
                                            <p:strVal val="#ppt_x"/>
                                          </p:val>
                                        </p:tav>
                                      </p:tavLst>
                                    </p:anim>
                                    <p:anim calcmode="lin" valueType="num">
                                      <p:cBhvr additive="base">
                                        <p:cTn id="86" dur="500" fill="hold"/>
                                        <p:tgtEl>
                                          <p:spTgt spid="188438"/>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88439"/>
                                        </p:tgtEl>
                                        <p:attrNameLst>
                                          <p:attrName>style.visibility</p:attrName>
                                        </p:attrNameLst>
                                      </p:cBhvr>
                                      <p:to>
                                        <p:strVal val="visible"/>
                                      </p:to>
                                    </p:set>
                                    <p:anim calcmode="lin" valueType="num">
                                      <p:cBhvr additive="base">
                                        <p:cTn id="89" dur="500" fill="hold"/>
                                        <p:tgtEl>
                                          <p:spTgt spid="188439"/>
                                        </p:tgtEl>
                                        <p:attrNameLst>
                                          <p:attrName>ppt_x</p:attrName>
                                        </p:attrNameLst>
                                      </p:cBhvr>
                                      <p:tavLst>
                                        <p:tav tm="0">
                                          <p:val>
                                            <p:strVal val="#ppt_x"/>
                                          </p:val>
                                        </p:tav>
                                        <p:tav tm="100000">
                                          <p:val>
                                            <p:strVal val="#ppt_x"/>
                                          </p:val>
                                        </p:tav>
                                      </p:tavLst>
                                    </p:anim>
                                    <p:anim calcmode="lin" valueType="num">
                                      <p:cBhvr additive="base">
                                        <p:cTn id="90" dur="500" fill="hold"/>
                                        <p:tgtEl>
                                          <p:spTgt spid="188439"/>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88440"/>
                                        </p:tgtEl>
                                        <p:attrNameLst>
                                          <p:attrName>style.visibility</p:attrName>
                                        </p:attrNameLst>
                                      </p:cBhvr>
                                      <p:to>
                                        <p:strVal val="visible"/>
                                      </p:to>
                                    </p:set>
                                    <p:anim calcmode="lin" valueType="num">
                                      <p:cBhvr additive="base">
                                        <p:cTn id="93" dur="500" fill="hold"/>
                                        <p:tgtEl>
                                          <p:spTgt spid="188440"/>
                                        </p:tgtEl>
                                        <p:attrNameLst>
                                          <p:attrName>ppt_x</p:attrName>
                                        </p:attrNameLst>
                                      </p:cBhvr>
                                      <p:tavLst>
                                        <p:tav tm="0">
                                          <p:val>
                                            <p:strVal val="#ppt_x"/>
                                          </p:val>
                                        </p:tav>
                                        <p:tav tm="100000">
                                          <p:val>
                                            <p:strVal val="#ppt_x"/>
                                          </p:val>
                                        </p:tav>
                                      </p:tavLst>
                                    </p:anim>
                                    <p:anim calcmode="lin" valueType="num">
                                      <p:cBhvr additive="base">
                                        <p:cTn id="94" dur="500" fill="hold"/>
                                        <p:tgtEl>
                                          <p:spTgt spid="188440"/>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88441"/>
                                        </p:tgtEl>
                                        <p:attrNameLst>
                                          <p:attrName>style.visibility</p:attrName>
                                        </p:attrNameLst>
                                      </p:cBhvr>
                                      <p:to>
                                        <p:strVal val="visible"/>
                                      </p:to>
                                    </p:set>
                                    <p:anim calcmode="lin" valueType="num">
                                      <p:cBhvr additive="base">
                                        <p:cTn id="97" dur="500" fill="hold"/>
                                        <p:tgtEl>
                                          <p:spTgt spid="188441"/>
                                        </p:tgtEl>
                                        <p:attrNameLst>
                                          <p:attrName>ppt_x</p:attrName>
                                        </p:attrNameLst>
                                      </p:cBhvr>
                                      <p:tavLst>
                                        <p:tav tm="0">
                                          <p:val>
                                            <p:strVal val="#ppt_x"/>
                                          </p:val>
                                        </p:tav>
                                        <p:tav tm="100000">
                                          <p:val>
                                            <p:strVal val="#ppt_x"/>
                                          </p:val>
                                        </p:tav>
                                      </p:tavLst>
                                    </p:anim>
                                    <p:anim calcmode="lin" valueType="num">
                                      <p:cBhvr additive="base">
                                        <p:cTn id="98" dur="500" fill="hold"/>
                                        <p:tgtEl>
                                          <p:spTgt spid="188441"/>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88442"/>
                                        </p:tgtEl>
                                        <p:attrNameLst>
                                          <p:attrName>style.visibility</p:attrName>
                                        </p:attrNameLst>
                                      </p:cBhvr>
                                      <p:to>
                                        <p:strVal val="visible"/>
                                      </p:to>
                                    </p:set>
                                    <p:anim calcmode="lin" valueType="num">
                                      <p:cBhvr additive="base">
                                        <p:cTn id="101" dur="500" fill="hold"/>
                                        <p:tgtEl>
                                          <p:spTgt spid="188442"/>
                                        </p:tgtEl>
                                        <p:attrNameLst>
                                          <p:attrName>ppt_x</p:attrName>
                                        </p:attrNameLst>
                                      </p:cBhvr>
                                      <p:tavLst>
                                        <p:tav tm="0">
                                          <p:val>
                                            <p:strVal val="#ppt_x"/>
                                          </p:val>
                                        </p:tav>
                                        <p:tav tm="100000">
                                          <p:val>
                                            <p:strVal val="#ppt_x"/>
                                          </p:val>
                                        </p:tav>
                                      </p:tavLst>
                                    </p:anim>
                                    <p:anim calcmode="lin" valueType="num">
                                      <p:cBhvr additive="base">
                                        <p:cTn id="102" dur="500" fill="hold"/>
                                        <p:tgtEl>
                                          <p:spTgt spid="188442"/>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88443"/>
                                        </p:tgtEl>
                                        <p:attrNameLst>
                                          <p:attrName>style.visibility</p:attrName>
                                        </p:attrNameLst>
                                      </p:cBhvr>
                                      <p:to>
                                        <p:strVal val="visible"/>
                                      </p:to>
                                    </p:set>
                                    <p:anim calcmode="lin" valueType="num">
                                      <p:cBhvr additive="base">
                                        <p:cTn id="105" dur="500" fill="hold"/>
                                        <p:tgtEl>
                                          <p:spTgt spid="188443"/>
                                        </p:tgtEl>
                                        <p:attrNameLst>
                                          <p:attrName>ppt_x</p:attrName>
                                        </p:attrNameLst>
                                      </p:cBhvr>
                                      <p:tavLst>
                                        <p:tav tm="0">
                                          <p:val>
                                            <p:strVal val="#ppt_x"/>
                                          </p:val>
                                        </p:tav>
                                        <p:tav tm="100000">
                                          <p:val>
                                            <p:strVal val="#ppt_x"/>
                                          </p:val>
                                        </p:tav>
                                      </p:tavLst>
                                    </p:anim>
                                    <p:anim calcmode="lin" valueType="num">
                                      <p:cBhvr additive="base">
                                        <p:cTn id="106" dur="500" fill="hold"/>
                                        <p:tgtEl>
                                          <p:spTgt spid="188443"/>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188444"/>
                                        </p:tgtEl>
                                        <p:attrNameLst>
                                          <p:attrName>style.visibility</p:attrName>
                                        </p:attrNameLst>
                                      </p:cBhvr>
                                      <p:to>
                                        <p:strVal val="visible"/>
                                      </p:to>
                                    </p:set>
                                    <p:anim calcmode="lin" valueType="num">
                                      <p:cBhvr additive="base">
                                        <p:cTn id="109" dur="500" fill="hold"/>
                                        <p:tgtEl>
                                          <p:spTgt spid="188444"/>
                                        </p:tgtEl>
                                        <p:attrNameLst>
                                          <p:attrName>ppt_x</p:attrName>
                                        </p:attrNameLst>
                                      </p:cBhvr>
                                      <p:tavLst>
                                        <p:tav tm="0">
                                          <p:val>
                                            <p:strVal val="#ppt_x"/>
                                          </p:val>
                                        </p:tav>
                                        <p:tav tm="100000">
                                          <p:val>
                                            <p:strVal val="#ppt_x"/>
                                          </p:val>
                                        </p:tav>
                                      </p:tavLst>
                                    </p:anim>
                                    <p:anim calcmode="lin" valueType="num">
                                      <p:cBhvr additive="base">
                                        <p:cTn id="110" dur="500" fill="hold"/>
                                        <p:tgtEl>
                                          <p:spTgt spid="188444"/>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188445"/>
                                        </p:tgtEl>
                                        <p:attrNameLst>
                                          <p:attrName>style.visibility</p:attrName>
                                        </p:attrNameLst>
                                      </p:cBhvr>
                                      <p:to>
                                        <p:strVal val="visible"/>
                                      </p:to>
                                    </p:set>
                                    <p:anim calcmode="lin" valueType="num">
                                      <p:cBhvr additive="base">
                                        <p:cTn id="113" dur="500" fill="hold"/>
                                        <p:tgtEl>
                                          <p:spTgt spid="188445"/>
                                        </p:tgtEl>
                                        <p:attrNameLst>
                                          <p:attrName>ppt_x</p:attrName>
                                        </p:attrNameLst>
                                      </p:cBhvr>
                                      <p:tavLst>
                                        <p:tav tm="0">
                                          <p:val>
                                            <p:strVal val="#ppt_x"/>
                                          </p:val>
                                        </p:tav>
                                        <p:tav tm="100000">
                                          <p:val>
                                            <p:strVal val="#ppt_x"/>
                                          </p:val>
                                        </p:tav>
                                      </p:tavLst>
                                    </p:anim>
                                    <p:anim calcmode="lin" valueType="num">
                                      <p:cBhvr additive="base">
                                        <p:cTn id="114" dur="500" fill="hold"/>
                                        <p:tgtEl>
                                          <p:spTgt spid="188445"/>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88446"/>
                                        </p:tgtEl>
                                        <p:attrNameLst>
                                          <p:attrName>style.visibility</p:attrName>
                                        </p:attrNameLst>
                                      </p:cBhvr>
                                      <p:to>
                                        <p:strVal val="visible"/>
                                      </p:to>
                                    </p:set>
                                    <p:anim calcmode="lin" valueType="num">
                                      <p:cBhvr additive="base">
                                        <p:cTn id="117" dur="500" fill="hold"/>
                                        <p:tgtEl>
                                          <p:spTgt spid="188446"/>
                                        </p:tgtEl>
                                        <p:attrNameLst>
                                          <p:attrName>ppt_x</p:attrName>
                                        </p:attrNameLst>
                                      </p:cBhvr>
                                      <p:tavLst>
                                        <p:tav tm="0">
                                          <p:val>
                                            <p:strVal val="#ppt_x"/>
                                          </p:val>
                                        </p:tav>
                                        <p:tav tm="100000">
                                          <p:val>
                                            <p:strVal val="#ppt_x"/>
                                          </p:val>
                                        </p:tav>
                                      </p:tavLst>
                                    </p:anim>
                                    <p:anim calcmode="lin" valueType="num">
                                      <p:cBhvr additive="base">
                                        <p:cTn id="118" dur="500" fill="hold"/>
                                        <p:tgtEl>
                                          <p:spTgt spid="188446"/>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88447"/>
                                        </p:tgtEl>
                                        <p:attrNameLst>
                                          <p:attrName>style.visibility</p:attrName>
                                        </p:attrNameLst>
                                      </p:cBhvr>
                                      <p:to>
                                        <p:strVal val="visible"/>
                                      </p:to>
                                    </p:set>
                                    <p:anim calcmode="lin" valueType="num">
                                      <p:cBhvr additive="base">
                                        <p:cTn id="121" dur="500" fill="hold"/>
                                        <p:tgtEl>
                                          <p:spTgt spid="188447"/>
                                        </p:tgtEl>
                                        <p:attrNameLst>
                                          <p:attrName>ppt_x</p:attrName>
                                        </p:attrNameLst>
                                      </p:cBhvr>
                                      <p:tavLst>
                                        <p:tav tm="0">
                                          <p:val>
                                            <p:strVal val="#ppt_x"/>
                                          </p:val>
                                        </p:tav>
                                        <p:tav tm="100000">
                                          <p:val>
                                            <p:strVal val="#ppt_x"/>
                                          </p:val>
                                        </p:tav>
                                      </p:tavLst>
                                    </p:anim>
                                    <p:anim calcmode="lin" valueType="num">
                                      <p:cBhvr additive="base">
                                        <p:cTn id="122" dur="500" fill="hold"/>
                                        <p:tgtEl>
                                          <p:spTgt spid="188447"/>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88448"/>
                                        </p:tgtEl>
                                        <p:attrNameLst>
                                          <p:attrName>style.visibility</p:attrName>
                                        </p:attrNameLst>
                                      </p:cBhvr>
                                      <p:to>
                                        <p:strVal val="visible"/>
                                      </p:to>
                                    </p:set>
                                    <p:anim calcmode="lin" valueType="num">
                                      <p:cBhvr additive="base">
                                        <p:cTn id="125" dur="500" fill="hold"/>
                                        <p:tgtEl>
                                          <p:spTgt spid="188448"/>
                                        </p:tgtEl>
                                        <p:attrNameLst>
                                          <p:attrName>ppt_x</p:attrName>
                                        </p:attrNameLst>
                                      </p:cBhvr>
                                      <p:tavLst>
                                        <p:tav tm="0">
                                          <p:val>
                                            <p:strVal val="#ppt_x"/>
                                          </p:val>
                                        </p:tav>
                                        <p:tav tm="100000">
                                          <p:val>
                                            <p:strVal val="#ppt_x"/>
                                          </p:val>
                                        </p:tav>
                                      </p:tavLst>
                                    </p:anim>
                                    <p:anim calcmode="lin" valueType="num">
                                      <p:cBhvr additive="base">
                                        <p:cTn id="126" dur="500" fill="hold"/>
                                        <p:tgtEl>
                                          <p:spTgt spid="188448"/>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88449"/>
                                        </p:tgtEl>
                                        <p:attrNameLst>
                                          <p:attrName>style.visibility</p:attrName>
                                        </p:attrNameLst>
                                      </p:cBhvr>
                                      <p:to>
                                        <p:strVal val="visible"/>
                                      </p:to>
                                    </p:set>
                                    <p:anim calcmode="lin" valueType="num">
                                      <p:cBhvr additive="base">
                                        <p:cTn id="129" dur="500" fill="hold"/>
                                        <p:tgtEl>
                                          <p:spTgt spid="188449"/>
                                        </p:tgtEl>
                                        <p:attrNameLst>
                                          <p:attrName>ppt_x</p:attrName>
                                        </p:attrNameLst>
                                      </p:cBhvr>
                                      <p:tavLst>
                                        <p:tav tm="0">
                                          <p:val>
                                            <p:strVal val="#ppt_x"/>
                                          </p:val>
                                        </p:tav>
                                        <p:tav tm="100000">
                                          <p:val>
                                            <p:strVal val="#ppt_x"/>
                                          </p:val>
                                        </p:tav>
                                      </p:tavLst>
                                    </p:anim>
                                    <p:anim calcmode="lin" valueType="num">
                                      <p:cBhvr additive="base">
                                        <p:cTn id="130" dur="500" fill="hold"/>
                                        <p:tgtEl>
                                          <p:spTgt spid="188449"/>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188450"/>
                                        </p:tgtEl>
                                        <p:attrNameLst>
                                          <p:attrName>style.visibility</p:attrName>
                                        </p:attrNameLst>
                                      </p:cBhvr>
                                      <p:to>
                                        <p:strVal val="visible"/>
                                      </p:to>
                                    </p:set>
                                    <p:anim calcmode="lin" valueType="num">
                                      <p:cBhvr additive="base">
                                        <p:cTn id="133" dur="500" fill="hold"/>
                                        <p:tgtEl>
                                          <p:spTgt spid="188450"/>
                                        </p:tgtEl>
                                        <p:attrNameLst>
                                          <p:attrName>ppt_x</p:attrName>
                                        </p:attrNameLst>
                                      </p:cBhvr>
                                      <p:tavLst>
                                        <p:tav tm="0">
                                          <p:val>
                                            <p:strVal val="#ppt_x"/>
                                          </p:val>
                                        </p:tav>
                                        <p:tav tm="100000">
                                          <p:val>
                                            <p:strVal val="#ppt_x"/>
                                          </p:val>
                                        </p:tav>
                                      </p:tavLst>
                                    </p:anim>
                                    <p:anim calcmode="lin" valueType="num">
                                      <p:cBhvr additive="base">
                                        <p:cTn id="134" dur="500" fill="hold"/>
                                        <p:tgtEl>
                                          <p:spTgt spid="188450"/>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188451"/>
                                        </p:tgtEl>
                                        <p:attrNameLst>
                                          <p:attrName>style.visibility</p:attrName>
                                        </p:attrNameLst>
                                      </p:cBhvr>
                                      <p:to>
                                        <p:strVal val="visible"/>
                                      </p:to>
                                    </p:set>
                                    <p:anim calcmode="lin" valueType="num">
                                      <p:cBhvr additive="base">
                                        <p:cTn id="137" dur="500" fill="hold"/>
                                        <p:tgtEl>
                                          <p:spTgt spid="188451"/>
                                        </p:tgtEl>
                                        <p:attrNameLst>
                                          <p:attrName>ppt_x</p:attrName>
                                        </p:attrNameLst>
                                      </p:cBhvr>
                                      <p:tavLst>
                                        <p:tav tm="0">
                                          <p:val>
                                            <p:strVal val="#ppt_x"/>
                                          </p:val>
                                        </p:tav>
                                        <p:tav tm="100000">
                                          <p:val>
                                            <p:strVal val="#ppt_x"/>
                                          </p:val>
                                        </p:tav>
                                      </p:tavLst>
                                    </p:anim>
                                    <p:anim calcmode="lin" valueType="num">
                                      <p:cBhvr additive="base">
                                        <p:cTn id="138" dur="500" fill="hold"/>
                                        <p:tgtEl>
                                          <p:spTgt spid="188451"/>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188452"/>
                                        </p:tgtEl>
                                        <p:attrNameLst>
                                          <p:attrName>style.visibility</p:attrName>
                                        </p:attrNameLst>
                                      </p:cBhvr>
                                      <p:to>
                                        <p:strVal val="visible"/>
                                      </p:to>
                                    </p:set>
                                    <p:anim calcmode="lin" valueType="num">
                                      <p:cBhvr additive="base">
                                        <p:cTn id="141" dur="500" fill="hold"/>
                                        <p:tgtEl>
                                          <p:spTgt spid="188452"/>
                                        </p:tgtEl>
                                        <p:attrNameLst>
                                          <p:attrName>ppt_x</p:attrName>
                                        </p:attrNameLst>
                                      </p:cBhvr>
                                      <p:tavLst>
                                        <p:tav tm="0">
                                          <p:val>
                                            <p:strVal val="#ppt_x"/>
                                          </p:val>
                                        </p:tav>
                                        <p:tav tm="100000">
                                          <p:val>
                                            <p:strVal val="#ppt_x"/>
                                          </p:val>
                                        </p:tav>
                                      </p:tavLst>
                                    </p:anim>
                                    <p:anim calcmode="lin" valueType="num">
                                      <p:cBhvr additive="base">
                                        <p:cTn id="142" dur="500" fill="hold"/>
                                        <p:tgtEl>
                                          <p:spTgt spid="188452"/>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88453"/>
                                        </p:tgtEl>
                                        <p:attrNameLst>
                                          <p:attrName>style.visibility</p:attrName>
                                        </p:attrNameLst>
                                      </p:cBhvr>
                                      <p:to>
                                        <p:strVal val="visible"/>
                                      </p:to>
                                    </p:set>
                                    <p:anim calcmode="lin" valueType="num">
                                      <p:cBhvr additive="base">
                                        <p:cTn id="145" dur="500" fill="hold"/>
                                        <p:tgtEl>
                                          <p:spTgt spid="188453"/>
                                        </p:tgtEl>
                                        <p:attrNameLst>
                                          <p:attrName>ppt_x</p:attrName>
                                        </p:attrNameLst>
                                      </p:cBhvr>
                                      <p:tavLst>
                                        <p:tav tm="0">
                                          <p:val>
                                            <p:strVal val="#ppt_x"/>
                                          </p:val>
                                        </p:tav>
                                        <p:tav tm="100000">
                                          <p:val>
                                            <p:strVal val="#ppt_x"/>
                                          </p:val>
                                        </p:tav>
                                      </p:tavLst>
                                    </p:anim>
                                    <p:anim calcmode="lin" valueType="num">
                                      <p:cBhvr additive="base">
                                        <p:cTn id="146" dur="500" fill="hold"/>
                                        <p:tgtEl>
                                          <p:spTgt spid="188453"/>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88454"/>
                                        </p:tgtEl>
                                        <p:attrNameLst>
                                          <p:attrName>style.visibility</p:attrName>
                                        </p:attrNameLst>
                                      </p:cBhvr>
                                      <p:to>
                                        <p:strVal val="visible"/>
                                      </p:to>
                                    </p:set>
                                    <p:anim calcmode="lin" valueType="num">
                                      <p:cBhvr additive="base">
                                        <p:cTn id="149" dur="500" fill="hold"/>
                                        <p:tgtEl>
                                          <p:spTgt spid="188454"/>
                                        </p:tgtEl>
                                        <p:attrNameLst>
                                          <p:attrName>ppt_x</p:attrName>
                                        </p:attrNameLst>
                                      </p:cBhvr>
                                      <p:tavLst>
                                        <p:tav tm="0">
                                          <p:val>
                                            <p:strVal val="#ppt_x"/>
                                          </p:val>
                                        </p:tav>
                                        <p:tav tm="100000">
                                          <p:val>
                                            <p:strVal val="#ppt_x"/>
                                          </p:val>
                                        </p:tav>
                                      </p:tavLst>
                                    </p:anim>
                                    <p:anim calcmode="lin" valueType="num">
                                      <p:cBhvr additive="base">
                                        <p:cTn id="150" dur="500" fill="hold"/>
                                        <p:tgtEl>
                                          <p:spTgt spid="188454"/>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88455"/>
                                        </p:tgtEl>
                                        <p:attrNameLst>
                                          <p:attrName>style.visibility</p:attrName>
                                        </p:attrNameLst>
                                      </p:cBhvr>
                                      <p:to>
                                        <p:strVal val="visible"/>
                                      </p:to>
                                    </p:set>
                                    <p:anim calcmode="lin" valueType="num">
                                      <p:cBhvr additive="base">
                                        <p:cTn id="153" dur="500" fill="hold"/>
                                        <p:tgtEl>
                                          <p:spTgt spid="188455"/>
                                        </p:tgtEl>
                                        <p:attrNameLst>
                                          <p:attrName>ppt_x</p:attrName>
                                        </p:attrNameLst>
                                      </p:cBhvr>
                                      <p:tavLst>
                                        <p:tav tm="0">
                                          <p:val>
                                            <p:strVal val="#ppt_x"/>
                                          </p:val>
                                        </p:tav>
                                        <p:tav tm="100000">
                                          <p:val>
                                            <p:strVal val="#ppt_x"/>
                                          </p:val>
                                        </p:tav>
                                      </p:tavLst>
                                    </p:anim>
                                    <p:anim calcmode="lin" valueType="num">
                                      <p:cBhvr additive="base">
                                        <p:cTn id="154" dur="500" fill="hold"/>
                                        <p:tgtEl>
                                          <p:spTgt spid="188455"/>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88456"/>
                                        </p:tgtEl>
                                        <p:attrNameLst>
                                          <p:attrName>style.visibility</p:attrName>
                                        </p:attrNameLst>
                                      </p:cBhvr>
                                      <p:to>
                                        <p:strVal val="visible"/>
                                      </p:to>
                                    </p:set>
                                    <p:anim calcmode="lin" valueType="num">
                                      <p:cBhvr additive="base">
                                        <p:cTn id="157" dur="500" fill="hold"/>
                                        <p:tgtEl>
                                          <p:spTgt spid="188456"/>
                                        </p:tgtEl>
                                        <p:attrNameLst>
                                          <p:attrName>ppt_x</p:attrName>
                                        </p:attrNameLst>
                                      </p:cBhvr>
                                      <p:tavLst>
                                        <p:tav tm="0">
                                          <p:val>
                                            <p:strVal val="#ppt_x"/>
                                          </p:val>
                                        </p:tav>
                                        <p:tav tm="100000">
                                          <p:val>
                                            <p:strVal val="#ppt_x"/>
                                          </p:val>
                                        </p:tav>
                                      </p:tavLst>
                                    </p:anim>
                                    <p:anim calcmode="lin" valueType="num">
                                      <p:cBhvr additive="base">
                                        <p:cTn id="158" dur="500" fill="hold"/>
                                        <p:tgtEl>
                                          <p:spTgt spid="188456"/>
                                        </p:tgtEl>
                                        <p:attrNameLst>
                                          <p:attrName>ppt_y</p:attrName>
                                        </p:attrNameLst>
                                      </p:cBhvr>
                                      <p:tavLst>
                                        <p:tav tm="0">
                                          <p:val>
                                            <p:strVal val="1+#ppt_h/2"/>
                                          </p:val>
                                        </p:tav>
                                        <p:tav tm="100000">
                                          <p:val>
                                            <p:strVal val="#ppt_y"/>
                                          </p:val>
                                        </p:tav>
                                      </p:tavLst>
                                    </p:anim>
                                  </p:childTnLst>
                                </p:cTn>
                              </p:par>
                              <p:par>
                                <p:cTn id="159" presetID="2" presetClass="entr" presetSubtype="4" fill="hold" nodeType="withEffect">
                                  <p:stCondLst>
                                    <p:cond delay="0"/>
                                  </p:stCondLst>
                                  <p:childTnLst>
                                    <p:set>
                                      <p:cBhvr>
                                        <p:cTn id="160" dur="1" fill="hold">
                                          <p:stCondLst>
                                            <p:cond delay="0"/>
                                          </p:stCondLst>
                                        </p:cTn>
                                        <p:tgtEl>
                                          <p:spTgt spid="188457"/>
                                        </p:tgtEl>
                                        <p:attrNameLst>
                                          <p:attrName>style.visibility</p:attrName>
                                        </p:attrNameLst>
                                      </p:cBhvr>
                                      <p:to>
                                        <p:strVal val="visible"/>
                                      </p:to>
                                    </p:set>
                                    <p:anim calcmode="lin" valueType="num">
                                      <p:cBhvr additive="base">
                                        <p:cTn id="161" dur="500" fill="hold"/>
                                        <p:tgtEl>
                                          <p:spTgt spid="188457"/>
                                        </p:tgtEl>
                                        <p:attrNameLst>
                                          <p:attrName>ppt_x</p:attrName>
                                        </p:attrNameLst>
                                      </p:cBhvr>
                                      <p:tavLst>
                                        <p:tav tm="0">
                                          <p:val>
                                            <p:strVal val="#ppt_x"/>
                                          </p:val>
                                        </p:tav>
                                        <p:tav tm="100000">
                                          <p:val>
                                            <p:strVal val="#ppt_x"/>
                                          </p:val>
                                        </p:tav>
                                      </p:tavLst>
                                    </p:anim>
                                    <p:anim calcmode="lin" valueType="num">
                                      <p:cBhvr additive="base">
                                        <p:cTn id="162" dur="500" fill="hold"/>
                                        <p:tgtEl>
                                          <p:spTgt spid="188457"/>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88458"/>
                                        </p:tgtEl>
                                        <p:attrNameLst>
                                          <p:attrName>style.visibility</p:attrName>
                                        </p:attrNameLst>
                                      </p:cBhvr>
                                      <p:to>
                                        <p:strVal val="visible"/>
                                      </p:to>
                                    </p:set>
                                    <p:anim calcmode="lin" valueType="num">
                                      <p:cBhvr additive="base">
                                        <p:cTn id="165" dur="500" fill="hold"/>
                                        <p:tgtEl>
                                          <p:spTgt spid="188458"/>
                                        </p:tgtEl>
                                        <p:attrNameLst>
                                          <p:attrName>ppt_x</p:attrName>
                                        </p:attrNameLst>
                                      </p:cBhvr>
                                      <p:tavLst>
                                        <p:tav tm="0">
                                          <p:val>
                                            <p:strVal val="#ppt_x"/>
                                          </p:val>
                                        </p:tav>
                                        <p:tav tm="100000">
                                          <p:val>
                                            <p:strVal val="#ppt_x"/>
                                          </p:val>
                                        </p:tav>
                                      </p:tavLst>
                                    </p:anim>
                                    <p:anim calcmode="lin" valueType="num">
                                      <p:cBhvr additive="base">
                                        <p:cTn id="166" dur="500" fill="hold"/>
                                        <p:tgtEl>
                                          <p:spTgt spid="188458"/>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88459"/>
                                        </p:tgtEl>
                                        <p:attrNameLst>
                                          <p:attrName>style.visibility</p:attrName>
                                        </p:attrNameLst>
                                      </p:cBhvr>
                                      <p:to>
                                        <p:strVal val="visible"/>
                                      </p:to>
                                    </p:set>
                                    <p:anim calcmode="lin" valueType="num">
                                      <p:cBhvr additive="base">
                                        <p:cTn id="169" dur="500" fill="hold"/>
                                        <p:tgtEl>
                                          <p:spTgt spid="188459"/>
                                        </p:tgtEl>
                                        <p:attrNameLst>
                                          <p:attrName>ppt_x</p:attrName>
                                        </p:attrNameLst>
                                      </p:cBhvr>
                                      <p:tavLst>
                                        <p:tav tm="0">
                                          <p:val>
                                            <p:strVal val="#ppt_x"/>
                                          </p:val>
                                        </p:tav>
                                        <p:tav tm="100000">
                                          <p:val>
                                            <p:strVal val="#ppt_x"/>
                                          </p:val>
                                        </p:tav>
                                      </p:tavLst>
                                    </p:anim>
                                    <p:anim calcmode="lin" valueType="num">
                                      <p:cBhvr additive="base">
                                        <p:cTn id="170" dur="500" fill="hold"/>
                                        <p:tgtEl>
                                          <p:spTgt spid="188459"/>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188460"/>
                                        </p:tgtEl>
                                        <p:attrNameLst>
                                          <p:attrName>style.visibility</p:attrName>
                                        </p:attrNameLst>
                                      </p:cBhvr>
                                      <p:to>
                                        <p:strVal val="visible"/>
                                      </p:to>
                                    </p:set>
                                    <p:anim calcmode="lin" valueType="num">
                                      <p:cBhvr additive="base">
                                        <p:cTn id="173" dur="500" fill="hold"/>
                                        <p:tgtEl>
                                          <p:spTgt spid="188460"/>
                                        </p:tgtEl>
                                        <p:attrNameLst>
                                          <p:attrName>ppt_x</p:attrName>
                                        </p:attrNameLst>
                                      </p:cBhvr>
                                      <p:tavLst>
                                        <p:tav tm="0">
                                          <p:val>
                                            <p:strVal val="#ppt_x"/>
                                          </p:val>
                                        </p:tav>
                                        <p:tav tm="100000">
                                          <p:val>
                                            <p:strVal val="#ppt_x"/>
                                          </p:val>
                                        </p:tav>
                                      </p:tavLst>
                                    </p:anim>
                                    <p:anim calcmode="lin" valueType="num">
                                      <p:cBhvr additive="base">
                                        <p:cTn id="174" dur="500" fill="hold"/>
                                        <p:tgtEl>
                                          <p:spTgt spid="188460"/>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188461"/>
                                        </p:tgtEl>
                                        <p:attrNameLst>
                                          <p:attrName>style.visibility</p:attrName>
                                        </p:attrNameLst>
                                      </p:cBhvr>
                                      <p:to>
                                        <p:strVal val="visible"/>
                                      </p:to>
                                    </p:set>
                                    <p:anim calcmode="lin" valueType="num">
                                      <p:cBhvr additive="base">
                                        <p:cTn id="177" dur="500" fill="hold"/>
                                        <p:tgtEl>
                                          <p:spTgt spid="188461"/>
                                        </p:tgtEl>
                                        <p:attrNameLst>
                                          <p:attrName>ppt_x</p:attrName>
                                        </p:attrNameLst>
                                      </p:cBhvr>
                                      <p:tavLst>
                                        <p:tav tm="0">
                                          <p:val>
                                            <p:strVal val="#ppt_x"/>
                                          </p:val>
                                        </p:tav>
                                        <p:tav tm="100000">
                                          <p:val>
                                            <p:strVal val="#ppt_x"/>
                                          </p:val>
                                        </p:tav>
                                      </p:tavLst>
                                    </p:anim>
                                    <p:anim calcmode="lin" valueType="num">
                                      <p:cBhvr additive="base">
                                        <p:cTn id="178" dur="500" fill="hold"/>
                                        <p:tgtEl>
                                          <p:spTgt spid="188461"/>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188462"/>
                                        </p:tgtEl>
                                        <p:attrNameLst>
                                          <p:attrName>style.visibility</p:attrName>
                                        </p:attrNameLst>
                                      </p:cBhvr>
                                      <p:to>
                                        <p:strVal val="visible"/>
                                      </p:to>
                                    </p:set>
                                    <p:anim calcmode="lin" valueType="num">
                                      <p:cBhvr additive="base">
                                        <p:cTn id="181" dur="500" fill="hold"/>
                                        <p:tgtEl>
                                          <p:spTgt spid="188462"/>
                                        </p:tgtEl>
                                        <p:attrNameLst>
                                          <p:attrName>ppt_x</p:attrName>
                                        </p:attrNameLst>
                                      </p:cBhvr>
                                      <p:tavLst>
                                        <p:tav tm="0">
                                          <p:val>
                                            <p:strVal val="#ppt_x"/>
                                          </p:val>
                                        </p:tav>
                                        <p:tav tm="100000">
                                          <p:val>
                                            <p:strVal val="#ppt_x"/>
                                          </p:val>
                                        </p:tav>
                                      </p:tavLst>
                                    </p:anim>
                                    <p:anim calcmode="lin" valueType="num">
                                      <p:cBhvr additive="base">
                                        <p:cTn id="182" dur="500" fill="hold"/>
                                        <p:tgtEl>
                                          <p:spTgt spid="188462"/>
                                        </p:tgtEl>
                                        <p:attrNameLst>
                                          <p:attrName>ppt_y</p:attrName>
                                        </p:attrNameLst>
                                      </p:cBhvr>
                                      <p:tavLst>
                                        <p:tav tm="0">
                                          <p:val>
                                            <p:strVal val="1+#ppt_h/2"/>
                                          </p:val>
                                        </p:tav>
                                        <p:tav tm="100000">
                                          <p:val>
                                            <p:strVal val="#ppt_y"/>
                                          </p:val>
                                        </p:tav>
                                      </p:tavLst>
                                    </p:anim>
                                  </p:childTnLst>
                                </p:cTn>
                              </p:par>
                              <p:par>
                                <p:cTn id="183" presetID="2" presetClass="entr" presetSubtype="4" fill="hold" nodeType="withEffect">
                                  <p:stCondLst>
                                    <p:cond delay="0"/>
                                  </p:stCondLst>
                                  <p:childTnLst>
                                    <p:set>
                                      <p:cBhvr>
                                        <p:cTn id="184" dur="1" fill="hold">
                                          <p:stCondLst>
                                            <p:cond delay="0"/>
                                          </p:stCondLst>
                                        </p:cTn>
                                        <p:tgtEl>
                                          <p:spTgt spid="188463"/>
                                        </p:tgtEl>
                                        <p:attrNameLst>
                                          <p:attrName>style.visibility</p:attrName>
                                        </p:attrNameLst>
                                      </p:cBhvr>
                                      <p:to>
                                        <p:strVal val="visible"/>
                                      </p:to>
                                    </p:set>
                                    <p:anim calcmode="lin" valueType="num">
                                      <p:cBhvr additive="base">
                                        <p:cTn id="185" dur="500" fill="hold"/>
                                        <p:tgtEl>
                                          <p:spTgt spid="188463"/>
                                        </p:tgtEl>
                                        <p:attrNameLst>
                                          <p:attrName>ppt_x</p:attrName>
                                        </p:attrNameLst>
                                      </p:cBhvr>
                                      <p:tavLst>
                                        <p:tav tm="0">
                                          <p:val>
                                            <p:strVal val="#ppt_x"/>
                                          </p:val>
                                        </p:tav>
                                        <p:tav tm="100000">
                                          <p:val>
                                            <p:strVal val="#ppt_x"/>
                                          </p:val>
                                        </p:tav>
                                      </p:tavLst>
                                    </p:anim>
                                    <p:anim calcmode="lin" valueType="num">
                                      <p:cBhvr additive="base">
                                        <p:cTn id="186" dur="500" fill="hold"/>
                                        <p:tgtEl>
                                          <p:spTgt spid="188463"/>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188464"/>
                                        </p:tgtEl>
                                        <p:attrNameLst>
                                          <p:attrName>style.visibility</p:attrName>
                                        </p:attrNameLst>
                                      </p:cBhvr>
                                      <p:to>
                                        <p:strVal val="visible"/>
                                      </p:to>
                                    </p:set>
                                    <p:anim calcmode="lin" valueType="num">
                                      <p:cBhvr additive="base">
                                        <p:cTn id="189" dur="500" fill="hold"/>
                                        <p:tgtEl>
                                          <p:spTgt spid="188464"/>
                                        </p:tgtEl>
                                        <p:attrNameLst>
                                          <p:attrName>ppt_x</p:attrName>
                                        </p:attrNameLst>
                                      </p:cBhvr>
                                      <p:tavLst>
                                        <p:tav tm="0">
                                          <p:val>
                                            <p:strVal val="#ppt_x"/>
                                          </p:val>
                                        </p:tav>
                                        <p:tav tm="100000">
                                          <p:val>
                                            <p:strVal val="#ppt_x"/>
                                          </p:val>
                                        </p:tav>
                                      </p:tavLst>
                                    </p:anim>
                                    <p:anim calcmode="lin" valueType="num">
                                      <p:cBhvr additive="base">
                                        <p:cTn id="190" dur="500" fill="hold"/>
                                        <p:tgtEl>
                                          <p:spTgt spid="188464"/>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188465"/>
                                        </p:tgtEl>
                                        <p:attrNameLst>
                                          <p:attrName>style.visibility</p:attrName>
                                        </p:attrNameLst>
                                      </p:cBhvr>
                                      <p:to>
                                        <p:strVal val="visible"/>
                                      </p:to>
                                    </p:set>
                                    <p:anim calcmode="lin" valueType="num">
                                      <p:cBhvr additive="base">
                                        <p:cTn id="193" dur="500" fill="hold"/>
                                        <p:tgtEl>
                                          <p:spTgt spid="188465"/>
                                        </p:tgtEl>
                                        <p:attrNameLst>
                                          <p:attrName>ppt_x</p:attrName>
                                        </p:attrNameLst>
                                      </p:cBhvr>
                                      <p:tavLst>
                                        <p:tav tm="0">
                                          <p:val>
                                            <p:strVal val="#ppt_x"/>
                                          </p:val>
                                        </p:tav>
                                        <p:tav tm="100000">
                                          <p:val>
                                            <p:strVal val="#ppt_x"/>
                                          </p:val>
                                        </p:tav>
                                      </p:tavLst>
                                    </p:anim>
                                    <p:anim calcmode="lin" valueType="num">
                                      <p:cBhvr additive="base">
                                        <p:cTn id="194" dur="500" fill="hold"/>
                                        <p:tgtEl>
                                          <p:spTgt spid="188465"/>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88466"/>
                                        </p:tgtEl>
                                        <p:attrNameLst>
                                          <p:attrName>style.visibility</p:attrName>
                                        </p:attrNameLst>
                                      </p:cBhvr>
                                      <p:to>
                                        <p:strVal val="visible"/>
                                      </p:to>
                                    </p:set>
                                    <p:anim calcmode="lin" valueType="num">
                                      <p:cBhvr additive="base">
                                        <p:cTn id="197" dur="500" fill="hold"/>
                                        <p:tgtEl>
                                          <p:spTgt spid="188466"/>
                                        </p:tgtEl>
                                        <p:attrNameLst>
                                          <p:attrName>ppt_x</p:attrName>
                                        </p:attrNameLst>
                                      </p:cBhvr>
                                      <p:tavLst>
                                        <p:tav tm="0">
                                          <p:val>
                                            <p:strVal val="#ppt_x"/>
                                          </p:val>
                                        </p:tav>
                                        <p:tav tm="100000">
                                          <p:val>
                                            <p:strVal val="#ppt_x"/>
                                          </p:val>
                                        </p:tav>
                                      </p:tavLst>
                                    </p:anim>
                                    <p:anim calcmode="lin" valueType="num">
                                      <p:cBhvr additive="base">
                                        <p:cTn id="198" dur="500" fill="hold"/>
                                        <p:tgtEl>
                                          <p:spTgt spid="188466"/>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188467"/>
                                        </p:tgtEl>
                                        <p:attrNameLst>
                                          <p:attrName>style.visibility</p:attrName>
                                        </p:attrNameLst>
                                      </p:cBhvr>
                                      <p:to>
                                        <p:strVal val="visible"/>
                                      </p:to>
                                    </p:set>
                                    <p:anim calcmode="lin" valueType="num">
                                      <p:cBhvr additive="base">
                                        <p:cTn id="201" dur="500" fill="hold"/>
                                        <p:tgtEl>
                                          <p:spTgt spid="188467"/>
                                        </p:tgtEl>
                                        <p:attrNameLst>
                                          <p:attrName>ppt_x</p:attrName>
                                        </p:attrNameLst>
                                      </p:cBhvr>
                                      <p:tavLst>
                                        <p:tav tm="0">
                                          <p:val>
                                            <p:strVal val="#ppt_x"/>
                                          </p:val>
                                        </p:tav>
                                        <p:tav tm="100000">
                                          <p:val>
                                            <p:strVal val="#ppt_x"/>
                                          </p:val>
                                        </p:tav>
                                      </p:tavLst>
                                    </p:anim>
                                    <p:anim calcmode="lin" valueType="num">
                                      <p:cBhvr additive="base">
                                        <p:cTn id="202" dur="500" fill="hold"/>
                                        <p:tgtEl>
                                          <p:spTgt spid="188467"/>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188468"/>
                                        </p:tgtEl>
                                        <p:attrNameLst>
                                          <p:attrName>style.visibility</p:attrName>
                                        </p:attrNameLst>
                                      </p:cBhvr>
                                      <p:to>
                                        <p:strVal val="visible"/>
                                      </p:to>
                                    </p:set>
                                    <p:anim calcmode="lin" valueType="num">
                                      <p:cBhvr additive="base">
                                        <p:cTn id="205" dur="500" fill="hold"/>
                                        <p:tgtEl>
                                          <p:spTgt spid="188468"/>
                                        </p:tgtEl>
                                        <p:attrNameLst>
                                          <p:attrName>ppt_x</p:attrName>
                                        </p:attrNameLst>
                                      </p:cBhvr>
                                      <p:tavLst>
                                        <p:tav tm="0">
                                          <p:val>
                                            <p:strVal val="#ppt_x"/>
                                          </p:val>
                                        </p:tav>
                                        <p:tav tm="100000">
                                          <p:val>
                                            <p:strVal val="#ppt_x"/>
                                          </p:val>
                                        </p:tav>
                                      </p:tavLst>
                                    </p:anim>
                                    <p:anim calcmode="lin" valueType="num">
                                      <p:cBhvr additive="base">
                                        <p:cTn id="206" dur="500" fill="hold"/>
                                        <p:tgtEl>
                                          <p:spTgt spid="188468"/>
                                        </p:tgtEl>
                                        <p:attrNameLst>
                                          <p:attrName>ppt_y</p:attrName>
                                        </p:attrNameLst>
                                      </p:cBhvr>
                                      <p:tavLst>
                                        <p:tav tm="0">
                                          <p:val>
                                            <p:strVal val="1+#ppt_h/2"/>
                                          </p:val>
                                        </p:tav>
                                        <p:tav tm="100000">
                                          <p:val>
                                            <p:strVal val="#ppt_y"/>
                                          </p:val>
                                        </p:tav>
                                      </p:tavLst>
                                    </p:anim>
                                  </p:childTnLst>
                                </p:cTn>
                              </p:par>
                              <p:par>
                                <p:cTn id="207" presetID="2" presetClass="entr" presetSubtype="4" fill="hold" nodeType="withEffect">
                                  <p:stCondLst>
                                    <p:cond delay="0"/>
                                  </p:stCondLst>
                                  <p:childTnLst>
                                    <p:set>
                                      <p:cBhvr>
                                        <p:cTn id="208" dur="1" fill="hold">
                                          <p:stCondLst>
                                            <p:cond delay="0"/>
                                          </p:stCondLst>
                                        </p:cTn>
                                        <p:tgtEl>
                                          <p:spTgt spid="188469"/>
                                        </p:tgtEl>
                                        <p:attrNameLst>
                                          <p:attrName>style.visibility</p:attrName>
                                        </p:attrNameLst>
                                      </p:cBhvr>
                                      <p:to>
                                        <p:strVal val="visible"/>
                                      </p:to>
                                    </p:set>
                                    <p:anim calcmode="lin" valueType="num">
                                      <p:cBhvr additive="base">
                                        <p:cTn id="209" dur="500" fill="hold"/>
                                        <p:tgtEl>
                                          <p:spTgt spid="188469"/>
                                        </p:tgtEl>
                                        <p:attrNameLst>
                                          <p:attrName>ppt_x</p:attrName>
                                        </p:attrNameLst>
                                      </p:cBhvr>
                                      <p:tavLst>
                                        <p:tav tm="0">
                                          <p:val>
                                            <p:strVal val="#ppt_x"/>
                                          </p:val>
                                        </p:tav>
                                        <p:tav tm="100000">
                                          <p:val>
                                            <p:strVal val="#ppt_x"/>
                                          </p:val>
                                        </p:tav>
                                      </p:tavLst>
                                    </p:anim>
                                    <p:anim calcmode="lin" valueType="num">
                                      <p:cBhvr additive="base">
                                        <p:cTn id="210" dur="500" fill="hold"/>
                                        <p:tgtEl>
                                          <p:spTgt spid="188469"/>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188470"/>
                                        </p:tgtEl>
                                        <p:attrNameLst>
                                          <p:attrName>style.visibility</p:attrName>
                                        </p:attrNameLst>
                                      </p:cBhvr>
                                      <p:to>
                                        <p:strVal val="visible"/>
                                      </p:to>
                                    </p:set>
                                    <p:anim calcmode="lin" valueType="num">
                                      <p:cBhvr additive="base">
                                        <p:cTn id="213" dur="500" fill="hold"/>
                                        <p:tgtEl>
                                          <p:spTgt spid="188470"/>
                                        </p:tgtEl>
                                        <p:attrNameLst>
                                          <p:attrName>ppt_x</p:attrName>
                                        </p:attrNameLst>
                                      </p:cBhvr>
                                      <p:tavLst>
                                        <p:tav tm="0">
                                          <p:val>
                                            <p:strVal val="#ppt_x"/>
                                          </p:val>
                                        </p:tav>
                                        <p:tav tm="100000">
                                          <p:val>
                                            <p:strVal val="#ppt_x"/>
                                          </p:val>
                                        </p:tav>
                                      </p:tavLst>
                                    </p:anim>
                                    <p:anim calcmode="lin" valueType="num">
                                      <p:cBhvr additive="base">
                                        <p:cTn id="214" dur="500" fill="hold"/>
                                        <p:tgtEl>
                                          <p:spTgt spid="188470"/>
                                        </p:tgtEl>
                                        <p:attrNameLst>
                                          <p:attrName>ppt_y</p:attrName>
                                        </p:attrNameLst>
                                      </p:cBhvr>
                                      <p:tavLst>
                                        <p:tav tm="0">
                                          <p:val>
                                            <p:strVal val="1+#ppt_h/2"/>
                                          </p:val>
                                        </p:tav>
                                        <p:tav tm="100000">
                                          <p:val>
                                            <p:strVal val="#ppt_y"/>
                                          </p:val>
                                        </p:tav>
                                      </p:tavLst>
                                    </p:anim>
                                  </p:childTnLst>
                                </p:cTn>
                              </p:par>
                              <p:par>
                                <p:cTn id="215" presetID="2" presetClass="entr" presetSubtype="4" fill="hold" nodeType="withEffect">
                                  <p:stCondLst>
                                    <p:cond delay="0"/>
                                  </p:stCondLst>
                                  <p:childTnLst>
                                    <p:set>
                                      <p:cBhvr>
                                        <p:cTn id="216" dur="1" fill="hold">
                                          <p:stCondLst>
                                            <p:cond delay="0"/>
                                          </p:stCondLst>
                                        </p:cTn>
                                        <p:tgtEl>
                                          <p:spTgt spid="188471"/>
                                        </p:tgtEl>
                                        <p:attrNameLst>
                                          <p:attrName>style.visibility</p:attrName>
                                        </p:attrNameLst>
                                      </p:cBhvr>
                                      <p:to>
                                        <p:strVal val="visible"/>
                                      </p:to>
                                    </p:set>
                                    <p:anim calcmode="lin" valueType="num">
                                      <p:cBhvr additive="base">
                                        <p:cTn id="217" dur="500" fill="hold"/>
                                        <p:tgtEl>
                                          <p:spTgt spid="188471"/>
                                        </p:tgtEl>
                                        <p:attrNameLst>
                                          <p:attrName>ppt_x</p:attrName>
                                        </p:attrNameLst>
                                      </p:cBhvr>
                                      <p:tavLst>
                                        <p:tav tm="0">
                                          <p:val>
                                            <p:strVal val="#ppt_x"/>
                                          </p:val>
                                        </p:tav>
                                        <p:tav tm="100000">
                                          <p:val>
                                            <p:strVal val="#ppt_x"/>
                                          </p:val>
                                        </p:tav>
                                      </p:tavLst>
                                    </p:anim>
                                    <p:anim calcmode="lin" valueType="num">
                                      <p:cBhvr additive="base">
                                        <p:cTn id="218" dur="500" fill="hold"/>
                                        <p:tgtEl>
                                          <p:spTgt spid="188471"/>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188472"/>
                                        </p:tgtEl>
                                        <p:attrNameLst>
                                          <p:attrName>style.visibility</p:attrName>
                                        </p:attrNameLst>
                                      </p:cBhvr>
                                      <p:to>
                                        <p:strVal val="visible"/>
                                      </p:to>
                                    </p:set>
                                    <p:anim calcmode="lin" valueType="num">
                                      <p:cBhvr additive="base">
                                        <p:cTn id="221" dur="500" fill="hold"/>
                                        <p:tgtEl>
                                          <p:spTgt spid="188472"/>
                                        </p:tgtEl>
                                        <p:attrNameLst>
                                          <p:attrName>ppt_x</p:attrName>
                                        </p:attrNameLst>
                                      </p:cBhvr>
                                      <p:tavLst>
                                        <p:tav tm="0">
                                          <p:val>
                                            <p:strVal val="#ppt_x"/>
                                          </p:val>
                                        </p:tav>
                                        <p:tav tm="100000">
                                          <p:val>
                                            <p:strVal val="#ppt_x"/>
                                          </p:val>
                                        </p:tav>
                                      </p:tavLst>
                                    </p:anim>
                                    <p:anim calcmode="lin" valueType="num">
                                      <p:cBhvr additive="base">
                                        <p:cTn id="222" dur="500" fill="hold"/>
                                        <p:tgtEl>
                                          <p:spTgt spid="188472"/>
                                        </p:tgtEl>
                                        <p:attrNameLst>
                                          <p:attrName>ppt_y</p:attrName>
                                        </p:attrNameLst>
                                      </p:cBhvr>
                                      <p:tavLst>
                                        <p:tav tm="0">
                                          <p:val>
                                            <p:strVal val="1+#ppt_h/2"/>
                                          </p:val>
                                        </p:tav>
                                        <p:tav tm="100000">
                                          <p:val>
                                            <p:strVal val="#ppt_y"/>
                                          </p:val>
                                        </p:tav>
                                      </p:tavLst>
                                    </p:anim>
                                  </p:childTnLst>
                                </p:cTn>
                              </p:par>
                              <p:par>
                                <p:cTn id="223" presetID="2" presetClass="entr" presetSubtype="4" fill="hold" nodeType="withEffect">
                                  <p:stCondLst>
                                    <p:cond delay="0"/>
                                  </p:stCondLst>
                                  <p:childTnLst>
                                    <p:set>
                                      <p:cBhvr>
                                        <p:cTn id="224" dur="1" fill="hold">
                                          <p:stCondLst>
                                            <p:cond delay="0"/>
                                          </p:stCondLst>
                                        </p:cTn>
                                        <p:tgtEl>
                                          <p:spTgt spid="188473"/>
                                        </p:tgtEl>
                                        <p:attrNameLst>
                                          <p:attrName>style.visibility</p:attrName>
                                        </p:attrNameLst>
                                      </p:cBhvr>
                                      <p:to>
                                        <p:strVal val="visible"/>
                                      </p:to>
                                    </p:set>
                                    <p:anim calcmode="lin" valueType="num">
                                      <p:cBhvr additive="base">
                                        <p:cTn id="225" dur="500" fill="hold"/>
                                        <p:tgtEl>
                                          <p:spTgt spid="188473"/>
                                        </p:tgtEl>
                                        <p:attrNameLst>
                                          <p:attrName>ppt_x</p:attrName>
                                        </p:attrNameLst>
                                      </p:cBhvr>
                                      <p:tavLst>
                                        <p:tav tm="0">
                                          <p:val>
                                            <p:strVal val="#ppt_x"/>
                                          </p:val>
                                        </p:tav>
                                        <p:tav tm="100000">
                                          <p:val>
                                            <p:strVal val="#ppt_x"/>
                                          </p:val>
                                        </p:tav>
                                      </p:tavLst>
                                    </p:anim>
                                    <p:anim calcmode="lin" valueType="num">
                                      <p:cBhvr additive="base">
                                        <p:cTn id="226" dur="500" fill="hold"/>
                                        <p:tgtEl>
                                          <p:spTgt spid="188473"/>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188474"/>
                                        </p:tgtEl>
                                        <p:attrNameLst>
                                          <p:attrName>style.visibility</p:attrName>
                                        </p:attrNameLst>
                                      </p:cBhvr>
                                      <p:to>
                                        <p:strVal val="visible"/>
                                      </p:to>
                                    </p:set>
                                    <p:anim calcmode="lin" valueType="num">
                                      <p:cBhvr additive="base">
                                        <p:cTn id="229" dur="500" fill="hold"/>
                                        <p:tgtEl>
                                          <p:spTgt spid="188474"/>
                                        </p:tgtEl>
                                        <p:attrNameLst>
                                          <p:attrName>ppt_x</p:attrName>
                                        </p:attrNameLst>
                                      </p:cBhvr>
                                      <p:tavLst>
                                        <p:tav tm="0">
                                          <p:val>
                                            <p:strVal val="#ppt_x"/>
                                          </p:val>
                                        </p:tav>
                                        <p:tav tm="100000">
                                          <p:val>
                                            <p:strVal val="#ppt_x"/>
                                          </p:val>
                                        </p:tav>
                                      </p:tavLst>
                                    </p:anim>
                                    <p:anim calcmode="lin" valueType="num">
                                      <p:cBhvr additive="base">
                                        <p:cTn id="230" dur="500" fill="hold"/>
                                        <p:tgtEl>
                                          <p:spTgt spid="188474"/>
                                        </p:tgtEl>
                                        <p:attrNameLst>
                                          <p:attrName>ppt_y</p:attrName>
                                        </p:attrNameLst>
                                      </p:cBhvr>
                                      <p:tavLst>
                                        <p:tav tm="0">
                                          <p:val>
                                            <p:strVal val="1+#ppt_h/2"/>
                                          </p:val>
                                        </p:tav>
                                        <p:tav tm="100000">
                                          <p:val>
                                            <p:strVal val="#ppt_y"/>
                                          </p:val>
                                        </p:tav>
                                      </p:tavLst>
                                    </p:anim>
                                  </p:childTnLst>
                                </p:cTn>
                              </p:par>
                              <p:par>
                                <p:cTn id="231" presetID="2" presetClass="entr" presetSubtype="4" fill="hold" nodeType="withEffect">
                                  <p:stCondLst>
                                    <p:cond delay="0"/>
                                  </p:stCondLst>
                                  <p:childTnLst>
                                    <p:set>
                                      <p:cBhvr>
                                        <p:cTn id="232" dur="1" fill="hold">
                                          <p:stCondLst>
                                            <p:cond delay="0"/>
                                          </p:stCondLst>
                                        </p:cTn>
                                        <p:tgtEl>
                                          <p:spTgt spid="188475"/>
                                        </p:tgtEl>
                                        <p:attrNameLst>
                                          <p:attrName>style.visibility</p:attrName>
                                        </p:attrNameLst>
                                      </p:cBhvr>
                                      <p:to>
                                        <p:strVal val="visible"/>
                                      </p:to>
                                    </p:set>
                                    <p:anim calcmode="lin" valueType="num">
                                      <p:cBhvr additive="base">
                                        <p:cTn id="233" dur="500" fill="hold"/>
                                        <p:tgtEl>
                                          <p:spTgt spid="188475"/>
                                        </p:tgtEl>
                                        <p:attrNameLst>
                                          <p:attrName>ppt_x</p:attrName>
                                        </p:attrNameLst>
                                      </p:cBhvr>
                                      <p:tavLst>
                                        <p:tav tm="0">
                                          <p:val>
                                            <p:strVal val="#ppt_x"/>
                                          </p:val>
                                        </p:tav>
                                        <p:tav tm="100000">
                                          <p:val>
                                            <p:strVal val="#ppt_x"/>
                                          </p:val>
                                        </p:tav>
                                      </p:tavLst>
                                    </p:anim>
                                    <p:anim calcmode="lin" valueType="num">
                                      <p:cBhvr additive="base">
                                        <p:cTn id="234" dur="500" fill="hold"/>
                                        <p:tgtEl>
                                          <p:spTgt spid="188475"/>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188476"/>
                                        </p:tgtEl>
                                        <p:attrNameLst>
                                          <p:attrName>style.visibility</p:attrName>
                                        </p:attrNameLst>
                                      </p:cBhvr>
                                      <p:to>
                                        <p:strVal val="visible"/>
                                      </p:to>
                                    </p:set>
                                    <p:anim calcmode="lin" valueType="num">
                                      <p:cBhvr additive="base">
                                        <p:cTn id="237" dur="500" fill="hold"/>
                                        <p:tgtEl>
                                          <p:spTgt spid="188476"/>
                                        </p:tgtEl>
                                        <p:attrNameLst>
                                          <p:attrName>ppt_x</p:attrName>
                                        </p:attrNameLst>
                                      </p:cBhvr>
                                      <p:tavLst>
                                        <p:tav tm="0">
                                          <p:val>
                                            <p:strVal val="#ppt_x"/>
                                          </p:val>
                                        </p:tav>
                                        <p:tav tm="100000">
                                          <p:val>
                                            <p:strVal val="#ppt_x"/>
                                          </p:val>
                                        </p:tav>
                                      </p:tavLst>
                                    </p:anim>
                                    <p:anim calcmode="lin" valueType="num">
                                      <p:cBhvr additive="base">
                                        <p:cTn id="238" dur="500" fill="hold"/>
                                        <p:tgtEl>
                                          <p:spTgt spid="188476"/>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188477"/>
                                        </p:tgtEl>
                                        <p:attrNameLst>
                                          <p:attrName>style.visibility</p:attrName>
                                        </p:attrNameLst>
                                      </p:cBhvr>
                                      <p:to>
                                        <p:strVal val="visible"/>
                                      </p:to>
                                    </p:set>
                                    <p:anim calcmode="lin" valueType="num">
                                      <p:cBhvr additive="base">
                                        <p:cTn id="241" dur="500" fill="hold"/>
                                        <p:tgtEl>
                                          <p:spTgt spid="188477"/>
                                        </p:tgtEl>
                                        <p:attrNameLst>
                                          <p:attrName>ppt_x</p:attrName>
                                        </p:attrNameLst>
                                      </p:cBhvr>
                                      <p:tavLst>
                                        <p:tav tm="0">
                                          <p:val>
                                            <p:strVal val="#ppt_x"/>
                                          </p:val>
                                        </p:tav>
                                        <p:tav tm="100000">
                                          <p:val>
                                            <p:strVal val="#ppt_x"/>
                                          </p:val>
                                        </p:tav>
                                      </p:tavLst>
                                    </p:anim>
                                    <p:anim calcmode="lin" valueType="num">
                                      <p:cBhvr additive="base">
                                        <p:cTn id="242" dur="500" fill="hold"/>
                                        <p:tgtEl>
                                          <p:spTgt spid="188477"/>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188478"/>
                                        </p:tgtEl>
                                        <p:attrNameLst>
                                          <p:attrName>style.visibility</p:attrName>
                                        </p:attrNameLst>
                                      </p:cBhvr>
                                      <p:to>
                                        <p:strVal val="visible"/>
                                      </p:to>
                                    </p:set>
                                    <p:anim calcmode="lin" valueType="num">
                                      <p:cBhvr additive="base">
                                        <p:cTn id="245" dur="500" fill="hold"/>
                                        <p:tgtEl>
                                          <p:spTgt spid="188478"/>
                                        </p:tgtEl>
                                        <p:attrNameLst>
                                          <p:attrName>ppt_x</p:attrName>
                                        </p:attrNameLst>
                                      </p:cBhvr>
                                      <p:tavLst>
                                        <p:tav tm="0">
                                          <p:val>
                                            <p:strVal val="#ppt_x"/>
                                          </p:val>
                                        </p:tav>
                                        <p:tav tm="100000">
                                          <p:val>
                                            <p:strVal val="#ppt_x"/>
                                          </p:val>
                                        </p:tav>
                                      </p:tavLst>
                                    </p:anim>
                                    <p:anim calcmode="lin" valueType="num">
                                      <p:cBhvr additive="base">
                                        <p:cTn id="246" dur="500" fill="hold"/>
                                        <p:tgtEl>
                                          <p:spTgt spid="188478"/>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188479"/>
                                        </p:tgtEl>
                                        <p:attrNameLst>
                                          <p:attrName>style.visibility</p:attrName>
                                        </p:attrNameLst>
                                      </p:cBhvr>
                                      <p:to>
                                        <p:strVal val="visible"/>
                                      </p:to>
                                    </p:set>
                                    <p:anim calcmode="lin" valueType="num">
                                      <p:cBhvr additive="base">
                                        <p:cTn id="249" dur="500" fill="hold"/>
                                        <p:tgtEl>
                                          <p:spTgt spid="188479"/>
                                        </p:tgtEl>
                                        <p:attrNameLst>
                                          <p:attrName>ppt_x</p:attrName>
                                        </p:attrNameLst>
                                      </p:cBhvr>
                                      <p:tavLst>
                                        <p:tav tm="0">
                                          <p:val>
                                            <p:strVal val="#ppt_x"/>
                                          </p:val>
                                        </p:tav>
                                        <p:tav tm="100000">
                                          <p:val>
                                            <p:strVal val="#ppt_x"/>
                                          </p:val>
                                        </p:tav>
                                      </p:tavLst>
                                    </p:anim>
                                    <p:anim calcmode="lin" valueType="num">
                                      <p:cBhvr additive="base">
                                        <p:cTn id="250" dur="500" fill="hold"/>
                                        <p:tgtEl>
                                          <p:spTgt spid="188479"/>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188480"/>
                                        </p:tgtEl>
                                        <p:attrNameLst>
                                          <p:attrName>style.visibility</p:attrName>
                                        </p:attrNameLst>
                                      </p:cBhvr>
                                      <p:to>
                                        <p:strVal val="visible"/>
                                      </p:to>
                                    </p:set>
                                    <p:anim calcmode="lin" valueType="num">
                                      <p:cBhvr additive="base">
                                        <p:cTn id="253" dur="500" fill="hold"/>
                                        <p:tgtEl>
                                          <p:spTgt spid="188480"/>
                                        </p:tgtEl>
                                        <p:attrNameLst>
                                          <p:attrName>ppt_x</p:attrName>
                                        </p:attrNameLst>
                                      </p:cBhvr>
                                      <p:tavLst>
                                        <p:tav tm="0">
                                          <p:val>
                                            <p:strVal val="#ppt_x"/>
                                          </p:val>
                                        </p:tav>
                                        <p:tav tm="100000">
                                          <p:val>
                                            <p:strVal val="#ppt_x"/>
                                          </p:val>
                                        </p:tav>
                                      </p:tavLst>
                                    </p:anim>
                                    <p:anim calcmode="lin" valueType="num">
                                      <p:cBhvr additive="base">
                                        <p:cTn id="254" dur="500" fill="hold"/>
                                        <p:tgtEl>
                                          <p:spTgt spid="188480"/>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188481"/>
                                        </p:tgtEl>
                                        <p:attrNameLst>
                                          <p:attrName>style.visibility</p:attrName>
                                        </p:attrNameLst>
                                      </p:cBhvr>
                                      <p:to>
                                        <p:strVal val="visible"/>
                                      </p:to>
                                    </p:set>
                                    <p:anim calcmode="lin" valueType="num">
                                      <p:cBhvr additive="base">
                                        <p:cTn id="257" dur="500" fill="hold"/>
                                        <p:tgtEl>
                                          <p:spTgt spid="188481"/>
                                        </p:tgtEl>
                                        <p:attrNameLst>
                                          <p:attrName>ppt_x</p:attrName>
                                        </p:attrNameLst>
                                      </p:cBhvr>
                                      <p:tavLst>
                                        <p:tav tm="0">
                                          <p:val>
                                            <p:strVal val="#ppt_x"/>
                                          </p:val>
                                        </p:tav>
                                        <p:tav tm="100000">
                                          <p:val>
                                            <p:strVal val="#ppt_x"/>
                                          </p:val>
                                        </p:tav>
                                      </p:tavLst>
                                    </p:anim>
                                    <p:anim calcmode="lin" valueType="num">
                                      <p:cBhvr additive="base">
                                        <p:cTn id="258" dur="500" fill="hold"/>
                                        <p:tgtEl>
                                          <p:spTgt spid="188481"/>
                                        </p:tgtEl>
                                        <p:attrNameLst>
                                          <p:attrName>ppt_y</p:attrName>
                                        </p:attrNameLst>
                                      </p:cBhvr>
                                      <p:tavLst>
                                        <p:tav tm="0">
                                          <p:val>
                                            <p:strVal val="1+#ppt_h/2"/>
                                          </p:val>
                                        </p:tav>
                                        <p:tav tm="100000">
                                          <p:val>
                                            <p:strVal val="#ppt_y"/>
                                          </p:val>
                                        </p:tav>
                                      </p:tavLst>
                                    </p:anim>
                                  </p:childTnLst>
                                </p:cTn>
                              </p:par>
                              <p:par>
                                <p:cTn id="259" presetID="2" presetClass="entr" presetSubtype="4" fill="hold" nodeType="withEffect">
                                  <p:stCondLst>
                                    <p:cond delay="0"/>
                                  </p:stCondLst>
                                  <p:childTnLst>
                                    <p:set>
                                      <p:cBhvr>
                                        <p:cTn id="260" dur="1" fill="hold">
                                          <p:stCondLst>
                                            <p:cond delay="0"/>
                                          </p:stCondLst>
                                        </p:cTn>
                                        <p:tgtEl>
                                          <p:spTgt spid="188482"/>
                                        </p:tgtEl>
                                        <p:attrNameLst>
                                          <p:attrName>style.visibility</p:attrName>
                                        </p:attrNameLst>
                                      </p:cBhvr>
                                      <p:to>
                                        <p:strVal val="visible"/>
                                      </p:to>
                                    </p:set>
                                    <p:anim calcmode="lin" valueType="num">
                                      <p:cBhvr additive="base">
                                        <p:cTn id="261" dur="500" fill="hold"/>
                                        <p:tgtEl>
                                          <p:spTgt spid="188482"/>
                                        </p:tgtEl>
                                        <p:attrNameLst>
                                          <p:attrName>ppt_x</p:attrName>
                                        </p:attrNameLst>
                                      </p:cBhvr>
                                      <p:tavLst>
                                        <p:tav tm="0">
                                          <p:val>
                                            <p:strVal val="#ppt_x"/>
                                          </p:val>
                                        </p:tav>
                                        <p:tav tm="100000">
                                          <p:val>
                                            <p:strVal val="#ppt_x"/>
                                          </p:val>
                                        </p:tav>
                                      </p:tavLst>
                                    </p:anim>
                                    <p:anim calcmode="lin" valueType="num">
                                      <p:cBhvr additive="base">
                                        <p:cTn id="262" dur="500" fill="hold"/>
                                        <p:tgtEl>
                                          <p:spTgt spid="188482"/>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188483"/>
                                        </p:tgtEl>
                                        <p:attrNameLst>
                                          <p:attrName>style.visibility</p:attrName>
                                        </p:attrNameLst>
                                      </p:cBhvr>
                                      <p:to>
                                        <p:strVal val="visible"/>
                                      </p:to>
                                    </p:set>
                                    <p:anim calcmode="lin" valueType="num">
                                      <p:cBhvr additive="base">
                                        <p:cTn id="265" dur="500" fill="hold"/>
                                        <p:tgtEl>
                                          <p:spTgt spid="188483"/>
                                        </p:tgtEl>
                                        <p:attrNameLst>
                                          <p:attrName>ppt_x</p:attrName>
                                        </p:attrNameLst>
                                      </p:cBhvr>
                                      <p:tavLst>
                                        <p:tav tm="0">
                                          <p:val>
                                            <p:strVal val="#ppt_x"/>
                                          </p:val>
                                        </p:tav>
                                        <p:tav tm="100000">
                                          <p:val>
                                            <p:strVal val="#ppt_x"/>
                                          </p:val>
                                        </p:tav>
                                      </p:tavLst>
                                    </p:anim>
                                    <p:anim calcmode="lin" valueType="num">
                                      <p:cBhvr additive="base">
                                        <p:cTn id="266" dur="500" fill="hold"/>
                                        <p:tgtEl>
                                          <p:spTgt spid="188483"/>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188484"/>
                                        </p:tgtEl>
                                        <p:attrNameLst>
                                          <p:attrName>style.visibility</p:attrName>
                                        </p:attrNameLst>
                                      </p:cBhvr>
                                      <p:to>
                                        <p:strVal val="visible"/>
                                      </p:to>
                                    </p:set>
                                    <p:anim calcmode="lin" valueType="num">
                                      <p:cBhvr additive="base">
                                        <p:cTn id="269" dur="500" fill="hold"/>
                                        <p:tgtEl>
                                          <p:spTgt spid="188484"/>
                                        </p:tgtEl>
                                        <p:attrNameLst>
                                          <p:attrName>ppt_x</p:attrName>
                                        </p:attrNameLst>
                                      </p:cBhvr>
                                      <p:tavLst>
                                        <p:tav tm="0">
                                          <p:val>
                                            <p:strVal val="#ppt_x"/>
                                          </p:val>
                                        </p:tav>
                                        <p:tav tm="100000">
                                          <p:val>
                                            <p:strVal val="#ppt_x"/>
                                          </p:val>
                                        </p:tav>
                                      </p:tavLst>
                                    </p:anim>
                                    <p:anim calcmode="lin" valueType="num">
                                      <p:cBhvr additive="base">
                                        <p:cTn id="270" dur="500" fill="hold"/>
                                        <p:tgtEl>
                                          <p:spTgt spid="188484"/>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188485"/>
                                        </p:tgtEl>
                                        <p:attrNameLst>
                                          <p:attrName>style.visibility</p:attrName>
                                        </p:attrNameLst>
                                      </p:cBhvr>
                                      <p:to>
                                        <p:strVal val="visible"/>
                                      </p:to>
                                    </p:set>
                                    <p:anim calcmode="lin" valueType="num">
                                      <p:cBhvr additive="base">
                                        <p:cTn id="273" dur="500" fill="hold"/>
                                        <p:tgtEl>
                                          <p:spTgt spid="188485"/>
                                        </p:tgtEl>
                                        <p:attrNameLst>
                                          <p:attrName>ppt_x</p:attrName>
                                        </p:attrNameLst>
                                      </p:cBhvr>
                                      <p:tavLst>
                                        <p:tav tm="0">
                                          <p:val>
                                            <p:strVal val="#ppt_x"/>
                                          </p:val>
                                        </p:tav>
                                        <p:tav tm="100000">
                                          <p:val>
                                            <p:strVal val="#ppt_x"/>
                                          </p:val>
                                        </p:tav>
                                      </p:tavLst>
                                    </p:anim>
                                    <p:anim calcmode="lin" valueType="num">
                                      <p:cBhvr additive="base">
                                        <p:cTn id="274" dur="500" fill="hold"/>
                                        <p:tgtEl>
                                          <p:spTgt spid="188485"/>
                                        </p:tgtEl>
                                        <p:attrNameLst>
                                          <p:attrName>ppt_y</p:attrName>
                                        </p:attrNameLst>
                                      </p:cBhvr>
                                      <p:tavLst>
                                        <p:tav tm="0">
                                          <p:val>
                                            <p:strVal val="1+#ppt_h/2"/>
                                          </p:val>
                                        </p:tav>
                                        <p:tav tm="100000">
                                          <p:val>
                                            <p:strVal val="#ppt_y"/>
                                          </p:val>
                                        </p:tav>
                                      </p:tavLst>
                                    </p:anim>
                                  </p:childTnLst>
                                </p:cTn>
                              </p:par>
                              <p:par>
                                <p:cTn id="275" presetID="2" presetClass="entr" presetSubtype="4" fill="hold" grpId="0" nodeType="withEffect">
                                  <p:stCondLst>
                                    <p:cond delay="0"/>
                                  </p:stCondLst>
                                  <p:childTnLst>
                                    <p:set>
                                      <p:cBhvr>
                                        <p:cTn id="276" dur="1" fill="hold">
                                          <p:stCondLst>
                                            <p:cond delay="0"/>
                                          </p:stCondLst>
                                        </p:cTn>
                                        <p:tgtEl>
                                          <p:spTgt spid="188486"/>
                                        </p:tgtEl>
                                        <p:attrNameLst>
                                          <p:attrName>style.visibility</p:attrName>
                                        </p:attrNameLst>
                                      </p:cBhvr>
                                      <p:to>
                                        <p:strVal val="visible"/>
                                      </p:to>
                                    </p:set>
                                    <p:anim calcmode="lin" valueType="num">
                                      <p:cBhvr additive="base">
                                        <p:cTn id="277" dur="500" fill="hold"/>
                                        <p:tgtEl>
                                          <p:spTgt spid="188486"/>
                                        </p:tgtEl>
                                        <p:attrNameLst>
                                          <p:attrName>ppt_x</p:attrName>
                                        </p:attrNameLst>
                                      </p:cBhvr>
                                      <p:tavLst>
                                        <p:tav tm="0">
                                          <p:val>
                                            <p:strVal val="#ppt_x"/>
                                          </p:val>
                                        </p:tav>
                                        <p:tav tm="100000">
                                          <p:val>
                                            <p:strVal val="#ppt_x"/>
                                          </p:val>
                                        </p:tav>
                                      </p:tavLst>
                                    </p:anim>
                                    <p:anim calcmode="lin" valueType="num">
                                      <p:cBhvr additive="base">
                                        <p:cTn id="278" dur="500" fill="hold"/>
                                        <p:tgtEl>
                                          <p:spTgt spid="188486"/>
                                        </p:tgtEl>
                                        <p:attrNameLst>
                                          <p:attrName>ppt_y</p:attrName>
                                        </p:attrNameLst>
                                      </p:cBhvr>
                                      <p:tavLst>
                                        <p:tav tm="0">
                                          <p:val>
                                            <p:strVal val="1+#ppt_h/2"/>
                                          </p:val>
                                        </p:tav>
                                        <p:tav tm="100000">
                                          <p:val>
                                            <p:strVal val="#ppt_y"/>
                                          </p:val>
                                        </p:tav>
                                      </p:tavLst>
                                    </p:anim>
                                  </p:childTnLst>
                                </p:cTn>
                              </p:par>
                              <p:par>
                                <p:cTn id="279" presetID="2" presetClass="entr" presetSubtype="4" fill="hold" nodeType="withEffect">
                                  <p:stCondLst>
                                    <p:cond delay="0"/>
                                  </p:stCondLst>
                                  <p:childTnLst>
                                    <p:set>
                                      <p:cBhvr>
                                        <p:cTn id="280" dur="1" fill="hold">
                                          <p:stCondLst>
                                            <p:cond delay="0"/>
                                          </p:stCondLst>
                                        </p:cTn>
                                        <p:tgtEl>
                                          <p:spTgt spid="188487"/>
                                        </p:tgtEl>
                                        <p:attrNameLst>
                                          <p:attrName>style.visibility</p:attrName>
                                        </p:attrNameLst>
                                      </p:cBhvr>
                                      <p:to>
                                        <p:strVal val="visible"/>
                                      </p:to>
                                    </p:set>
                                    <p:anim calcmode="lin" valueType="num">
                                      <p:cBhvr additive="base">
                                        <p:cTn id="281" dur="500" fill="hold"/>
                                        <p:tgtEl>
                                          <p:spTgt spid="188487"/>
                                        </p:tgtEl>
                                        <p:attrNameLst>
                                          <p:attrName>ppt_x</p:attrName>
                                        </p:attrNameLst>
                                      </p:cBhvr>
                                      <p:tavLst>
                                        <p:tav tm="0">
                                          <p:val>
                                            <p:strVal val="#ppt_x"/>
                                          </p:val>
                                        </p:tav>
                                        <p:tav tm="100000">
                                          <p:val>
                                            <p:strVal val="#ppt_x"/>
                                          </p:val>
                                        </p:tav>
                                      </p:tavLst>
                                    </p:anim>
                                    <p:anim calcmode="lin" valueType="num">
                                      <p:cBhvr additive="base">
                                        <p:cTn id="282" dur="500" fill="hold"/>
                                        <p:tgtEl>
                                          <p:spTgt spid="188487"/>
                                        </p:tgtEl>
                                        <p:attrNameLst>
                                          <p:attrName>ppt_y</p:attrName>
                                        </p:attrNameLst>
                                      </p:cBhvr>
                                      <p:tavLst>
                                        <p:tav tm="0">
                                          <p:val>
                                            <p:strVal val="1+#ppt_h/2"/>
                                          </p:val>
                                        </p:tav>
                                        <p:tav tm="100000">
                                          <p:val>
                                            <p:strVal val="#ppt_y"/>
                                          </p:val>
                                        </p:tav>
                                      </p:tavLst>
                                    </p:anim>
                                  </p:childTnLst>
                                </p:cTn>
                              </p:par>
                              <p:par>
                                <p:cTn id="283" presetID="2" presetClass="entr" presetSubtype="4" fill="hold" nodeType="withEffect">
                                  <p:stCondLst>
                                    <p:cond delay="0"/>
                                  </p:stCondLst>
                                  <p:childTnLst>
                                    <p:set>
                                      <p:cBhvr>
                                        <p:cTn id="284" dur="1" fill="hold">
                                          <p:stCondLst>
                                            <p:cond delay="0"/>
                                          </p:stCondLst>
                                        </p:cTn>
                                        <p:tgtEl>
                                          <p:spTgt spid="188488"/>
                                        </p:tgtEl>
                                        <p:attrNameLst>
                                          <p:attrName>style.visibility</p:attrName>
                                        </p:attrNameLst>
                                      </p:cBhvr>
                                      <p:to>
                                        <p:strVal val="visible"/>
                                      </p:to>
                                    </p:set>
                                    <p:anim calcmode="lin" valueType="num">
                                      <p:cBhvr additive="base">
                                        <p:cTn id="285" dur="500" fill="hold"/>
                                        <p:tgtEl>
                                          <p:spTgt spid="188488"/>
                                        </p:tgtEl>
                                        <p:attrNameLst>
                                          <p:attrName>ppt_x</p:attrName>
                                        </p:attrNameLst>
                                      </p:cBhvr>
                                      <p:tavLst>
                                        <p:tav tm="0">
                                          <p:val>
                                            <p:strVal val="#ppt_x"/>
                                          </p:val>
                                        </p:tav>
                                        <p:tav tm="100000">
                                          <p:val>
                                            <p:strVal val="#ppt_x"/>
                                          </p:val>
                                        </p:tav>
                                      </p:tavLst>
                                    </p:anim>
                                    <p:anim calcmode="lin" valueType="num">
                                      <p:cBhvr additive="base">
                                        <p:cTn id="286" dur="500" fill="hold"/>
                                        <p:tgtEl>
                                          <p:spTgt spid="188488"/>
                                        </p:tgtEl>
                                        <p:attrNameLst>
                                          <p:attrName>ppt_y</p:attrName>
                                        </p:attrNameLst>
                                      </p:cBhvr>
                                      <p:tavLst>
                                        <p:tav tm="0">
                                          <p:val>
                                            <p:strVal val="1+#ppt_h/2"/>
                                          </p:val>
                                        </p:tav>
                                        <p:tav tm="100000">
                                          <p:val>
                                            <p:strVal val="#ppt_y"/>
                                          </p:val>
                                        </p:tav>
                                      </p:tavLst>
                                    </p:anim>
                                  </p:childTnLst>
                                </p:cTn>
                              </p:par>
                              <p:par>
                                <p:cTn id="287" presetID="2" presetClass="entr" presetSubtype="4" fill="hold" grpId="0" nodeType="withEffect">
                                  <p:stCondLst>
                                    <p:cond delay="0"/>
                                  </p:stCondLst>
                                  <p:childTnLst>
                                    <p:set>
                                      <p:cBhvr>
                                        <p:cTn id="288" dur="1" fill="hold">
                                          <p:stCondLst>
                                            <p:cond delay="0"/>
                                          </p:stCondLst>
                                        </p:cTn>
                                        <p:tgtEl>
                                          <p:spTgt spid="188489"/>
                                        </p:tgtEl>
                                        <p:attrNameLst>
                                          <p:attrName>style.visibility</p:attrName>
                                        </p:attrNameLst>
                                      </p:cBhvr>
                                      <p:to>
                                        <p:strVal val="visible"/>
                                      </p:to>
                                    </p:set>
                                    <p:anim calcmode="lin" valueType="num">
                                      <p:cBhvr additive="base">
                                        <p:cTn id="289" dur="500" fill="hold"/>
                                        <p:tgtEl>
                                          <p:spTgt spid="188489"/>
                                        </p:tgtEl>
                                        <p:attrNameLst>
                                          <p:attrName>ppt_x</p:attrName>
                                        </p:attrNameLst>
                                      </p:cBhvr>
                                      <p:tavLst>
                                        <p:tav tm="0">
                                          <p:val>
                                            <p:strVal val="#ppt_x"/>
                                          </p:val>
                                        </p:tav>
                                        <p:tav tm="100000">
                                          <p:val>
                                            <p:strVal val="#ppt_x"/>
                                          </p:val>
                                        </p:tav>
                                      </p:tavLst>
                                    </p:anim>
                                    <p:anim calcmode="lin" valueType="num">
                                      <p:cBhvr additive="base">
                                        <p:cTn id="290" dur="500" fill="hold"/>
                                        <p:tgtEl>
                                          <p:spTgt spid="188489"/>
                                        </p:tgtEl>
                                        <p:attrNameLst>
                                          <p:attrName>ppt_y</p:attrName>
                                        </p:attrNameLst>
                                      </p:cBhvr>
                                      <p:tavLst>
                                        <p:tav tm="0">
                                          <p:val>
                                            <p:strVal val="1+#ppt_h/2"/>
                                          </p:val>
                                        </p:tav>
                                        <p:tav tm="100000">
                                          <p:val>
                                            <p:strVal val="#ppt_y"/>
                                          </p:val>
                                        </p:tav>
                                      </p:tavLst>
                                    </p:anim>
                                  </p:childTnLst>
                                </p:cTn>
                              </p:par>
                              <p:par>
                                <p:cTn id="291" presetID="2" presetClass="entr" presetSubtype="4" fill="hold" grpId="0" nodeType="withEffect">
                                  <p:stCondLst>
                                    <p:cond delay="0"/>
                                  </p:stCondLst>
                                  <p:childTnLst>
                                    <p:set>
                                      <p:cBhvr>
                                        <p:cTn id="292" dur="1" fill="hold">
                                          <p:stCondLst>
                                            <p:cond delay="0"/>
                                          </p:stCondLst>
                                        </p:cTn>
                                        <p:tgtEl>
                                          <p:spTgt spid="188490"/>
                                        </p:tgtEl>
                                        <p:attrNameLst>
                                          <p:attrName>style.visibility</p:attrName>
                                        </p:attrNameLst>
                                      </p:cBhvr>
                                      <p:to>
                                        <p:strVal val="visible"/>
                                      </p:to>
                                    </p:set>
                                    <p:anim calcmode="lin" valueType="num">
                                      <p:cBhvr additive="base">
                                        <p:cTn id="293" dur="500" fill="hold"/>
                                        <p:tgtEl>
                                          <p:spTgt spid="188490"/>
                                        </p:tgtEl>
                                        <p:attrNameLst>
                                          <p:attrName>ppt_x</p:attrName>
                                        </p:attrNameLst>
                                      </p:cBhvr>
                                      <p:tavLst>
                                        <p:tav tm="0">
                                          <p:val>
                                            <p:strVal val="#ppt_x"/>
                                          </p:val>
                                        </p:tav>
                                        <p:tav tm="100000">
                                          <p:val>
                                            <p:strVal val="#ppt_x"/>
                                          </p:val>
                                        </p:tav>
                                      </p:tavLst>
                                    </p:anim>
                                    <p:anim calcmode="lin" valueType="num">
                                      <p:cBhvr additive="base">
                                        <p:cTn id="294" dur="500" fill="hold"/>
                                        <p:tgtEl>
                                          <p:spTgt spid="188490"/>
                                        </p:tgtEl>
                                        <p:attrNameLst>
                                          <p:attrName>ppt_y</p:attrName>
                                        </p:attrNameLst>
                                      </p:cBhvr>
                                      <p:tavLst>
                                        <p:tav tm="0">
                                          <p:val>
                                            <p:strVal val="1+#ppt_h/2"/>
                                          </p:val>
                                        </p:tav>
                                        <p:tav tm="100000">
                                          <p:val>
                                            <p:strVal val="#ppt_y"/>
                                          </p:val>
                                        </p:tav>
                                      </p:tavLst>
                                    </p:anim>
                                  </p:childTnLst>
                                </p:cTn>
                              </p:par>
                              <p:par>
                                <p:cTn id="295" presetID="2" presetClass="entr" presetSubtype="4" fill="hold" grpId="0" nodeType="withEffect">
                                  <p:stCondLst>
                                    <p:cond delay="0"/>
                                  </p:stCondLst>
                                  <p:childTnLst>
                                    <p:set>
                                      <p:cBhvr>
                                        <p:cTn id="296" dur="1" fill="hold">
                                          <p:stCondLst>
                                            <p:cond delay="0"/>
                                          </p:stCondLst>
                                        </p:cTn>
                                        <p:tgtEl>
                                          <p:spTgt spid="188491"/>
                                        </p:tgtEl>
                                        <p:attrNameLst>
                                          <p:attrName>style.visibility</p:attrName>
                                        </p:attrNameLst>
                                      </p:cBhvr>
                                      <p:to>
                                        <p:strVal val="visible"/>
                                      </p:to>
                                    </p:set>
                                    <p:anim calcmode="lin" valueType="num">
                                      <p:cBhvr additive="base">
                                        <p:cTn id="297" dur="500" fill="hold"/>
                                        <p:tgtEl>
                                          <p:spTgt spid="188491"/>
                                        </p:tgtEl>
                                        <p:attrNameLst>
                                          <p:attrName>ppt_x</p:attrName>
                                        </p:attrNameLst>
                                      </p:cBhvr>
                                      <p:tavLst>
                                        <p:tav tm="0">
                                          <p:val>
                                            <p:strVal val="#ppt_x"/>
                                          </p:val>
                                        </p:tav>
                                        <p:tav tm="100000">
                                          <p:val>
                                            <p:strVal val="#ppt_x"/>
                                          </p:val>
                                        </p:tav>
                                      </p:tavLst>
                                    </p:anim>
                                    <p:anim calcmode="lin" valueType="num">
                                      <p:cBhvr additive="base">
                                        <p:cTn id="298" dur="500" fill="hold"/>
                                        <p:tgtEl>
                                          <p:spTgt spid="188491"/>
                                        </p:tgtEl>
                                        <p:attrNameLst>
                                          <p:attrName>ppt_y</p:attrName>
                                        </p:attrNameLst>
                                      </p:cBhvr>
                                      <p:tavLst>
                                        <p:tav tm="0">
                                          <p:val>
                                            <p:strVal val="1+#ppt_h/2"/>
                                          </p:val>
                                        </p:tav>
                                        <p:tav tm="100000">
                                          <p:val>
                                            <p:strVal val="#ppt_y"/>
                                          </p:val>
                                        </p:tav>
                                      </p:tavLst>
                                    </p:anim>
                                  </p:childTnLst>
                                </p:cTn>
                              </p:par>
                              <p:par>
                                <p:cTn id="299" presetID="2" presetClass="entr" presetSubtype="4" fill="hold" grpId="0" nodeType="withEffect">
                                  <p:stCondLst>
                                    <p:cond delay="0"/>
                                  </p:stCondLst>
                                  <p:childTnLst>
                                    <p:set>
                                      <p:cBhvr>
                                        <p:cTn id="300" dur="1" fill="hold">
                                          <p:stCondLst>
                                            <p:cond delay="0"/>
                                          </p:stCondLst>
                                        </p:cTn>
                                        <p:tgtEl>
                                          <p:spTgt spid="188492"/>
                                        </p:tgtEl>
                                        <p:attrNameLst>
                                          <p:attrName>style.visibility</p:attrName>
                                        </p:attrNameLst>
                                      </p:cBhvr>
                                      <p:to>
                                        <p:strVal val="visible"/>
                                      </p:to>
                                    </p:set>
                                    <p:anim calcmode="lin" valueType="num">
                                      <p:cBhvr additive="base">
                                        <p:cTn id="301" dur="500" fill="hold"/>
                                        <p:tgtEl>
                                          <p:spTgt spid="188492"/>
                                        </p:tgtEl>
                                        <p:attrNameLst>
                                          <p:attrName>ppt_x</p:attrName>
                                        </p:attrNameLst>
                                      </p:cBhvr>
                                      <p:tavLst>
                                        <p:tav tm="0">
                                          <p:val>
                                            <p:strVal val="#ppt_x"/>
                                          </p:val>
                                        </p:tav>
                                        <p:tav tm="100000">
                                          <p:val>
                                            <p:strVal val="#ppt_x"/>
                                          </p:val>
                                        </p:tav>
                                      </p:tavLst>
                                    </p:anim>
                                    <p:anim calcmode="lin" valueType="num">
                                      <p:cBhvr additive="base">
                                        <p:cTn id="302" dur="500" fill="hold"/>
                                        <p:tgtEl>
                                          <p:spTgt spid="188492"/>
                                        </p:tgtEl>
                                        <p:attrNameLst>
                                          <p:attrName>ppt_y</p:attrName>
                                        </p:attrNameLst>
                                      </p:cBhvr>
                                      <p:tavLst>
                                        <p:tav tm="0">
                                          <p:val>
                                            <p:strVal val="1+#ppt_h/2"/>
                                          </p:val>
                                        </p:tav>
                                        <p:tav tm="100000">
                                          <p:val>
                                            <p:strVal val="#ppt_y"/>
                                          </p:val>
                                        </p:tav>
                                      </p:tavLst>
                                    </p:anim>
                                  </p:childTnLst>
                                </p:cTn>
                              </p:par>
                              <p:par>
                                <p:cTn id="303" presetID="2" presetClass="entr" presetSubtype="4" fill="hold" grpId="0" nodeType="withEffect">
                                  <p:stCondLst>
                                    <p:cond delay="0"/>
                                  </p:stCondLst>
                                  <p:childTnLst>
                                    <p:set>
                                      <p:cBhvr>
                                        <p:cTn id="304" dur="1" fill="hold">
                                          <p:stCondLst>
                                            <p:cond delay="0"/>
                                          </p:stCondLst>
                                        </p:cTn>
                                        <p:tgtEl>
                                          <p:spTgt spid="188493"/>
                                        </p:tgtEl>
                                        <p:attrNameLst>
                                          <p:attrName>style.visibility</p:attrName>
                                        </p:attrNameLst>
                                      </p:cBhvr>
                                      <p:to>
                                        <p:strVal val="visible"/>
                                      </p:to>
                                    </p:set>
                                    <p:anim calcmode="lin" valueType="num">
                                      <p:cBhvr additive="base">
                                        <p:cTn id="305" dur="500" fill="hold"/>
                                        <p:tgtEl>
                                          <p:spTgt spid="188493"/>
                                        </p:tgtEl>
                                        <p:attrNameLst>
                                          <p:attrName>ppt_x</p:attrName>
                                        </p:attrNameLst>
                                      </p:cBhvr>
                                      <p:tavLst>
                                        <p:tav tm="0">
                                          <p:val>
                                            <p:strVal val="#ppt_x"/>
                                          </p:val>
                                        </p:tav>
                                        <p:tav tm="100000">
                                          <p:val>
                                            <p:strVal val="#ppt_x"/>
                                          </p:val>
                                        </p:tav>
                                      </p:tavLst>
                                    </p:anim>
                                    <p:anim calcmode="lin" valueType="num">
                                      <p:cBhvr additive="base">
                                        <p:cTn id="306" dur="500" fill="hold"/>
                                        <p:tgtEl>
                                          <p:spTgt spid="188493"/>
                                        </p:tgtEl>
                                        <p:attrNameLst>
                                          <p:attrName>ppt_y</p:attrName>
                                        </p:attrNameLst>
                                      </p:cBhvr>
                                      <p:tavLst>
                                        <p:tav tm="0">
                                          <p:val>
                                            <p:strVal val="1+#ppt_h/2"/>
                                          </p:val>
                                        </p:tav>
                                        <p:tav tm="100000">
                                          <p:val>
                                            <p:strVal val="#ppt_y"/>
                                          </p:val>
                                        </p:tav>
                                      </p:tavLst>
                                    </p:anim>
                                  </p:childTnLst>
                                </p:cTn>
                              </p:par>
                              <p:par>
                                <p:cTn id="307" presetID="2" presetClass="entr" presetSubtype="4" fill="hold" nodeType="withEffect">
                                  <p:stCondLst>
                                    <p:cond delay="0"/>
                                  </p:stCondLst>
                                  <p:childTnLst>
                                    <p:set>
                                      <p:cBhvr>
                                        <p:cTn id="308" dur="1" fill="hold">
                                          <p:stCondLst>
                                            <p:cond delay="0"/>
                                          </p:stCondLst>
                                        </p:cTn>
                                        <p:tgtEl>
                                          <p:spTgt spid="188494"/>
                                        </p:tgtEl>
                                        <p:attrNameLst>
                                          <p:attrName>style.visibility</p:attrName>
                                        </p:attrNameLst>
                                      </p:cBhvr>
                                      <p:to>
                                        <p:strVal val="visible"/>
                                      </p:to>
                                    </p:set>
                                    <p:anim calcmode="lin" valueType="num">
                                      <p:cBhvr additive="base">
                                        <p:cTn id="309" dur="500" fill="hold"/>
                                        <p:tgtEl>
                                          <p:spTgt spid="188494"/>
                                        </p:tgtEl>
                                        <p:attrNameLst>
                                          <p:attrName>ppt_x</p:attrName>
                                        </p:attrNameLst>
                                      </p:cBhvr>
                                      <p:tavLst>
                                        <p:tav tm="0">
                                          <p:val>
                                            <p:strVal val="#ppt_x"/>
                                          </p:val>
                                        </p:tav>
                                        <p:tav tm="100000">
                                          <p:val>
                                            <p:strVal val="#ppt_x"/>
                                          </p:val>
                                        </p:tav>
                                      </p:tavLst>
                                    </p:anim>
                                    <p:anim calcmode="lin" valueType="num">
                                      <p:cBhvr additive="base">
                                        <p:cTn id="310" dur="500" fill="hold"/>
                                        <p:tgtEl>
                                          <p:spTgt spid="188494"/>
                                        </p:tgtEl>
                                        <p:attrNameLst>
                                          <p:attrName>ppt_y</p:attrName>
                                        </p:attrNameLst>
                                      </p:cBhvr>
                                      <p:tavLst>
                                        <p:tav tm="0">
                                          <p:val>
                                            <p:strVal val="1+#ppt_h/2"/>
                                          </p:val>
                                        </p:tav>
                                        <p:tav tm="100000">
                                          <p:val>
                                            <p:strVal val="#ppt_y"/>
                                          </p:val>
                                        </p:tav>
                                      </p:tavLst>
                                    </p:anim>
                                  </p:childTnLst>
                                </p:cTn>
                              </p:par>
                              <p:par>
                                <p:cTn id="311" presetID="2" presetClass="entr" presetSubtype="4" fill="hold" nodeType="withEffect">
                                  <p:stCondLst>
                                    <p:cond delay="0"/>
                                  </p:stCondLst>
                                  <p:childTnLst>
                                    <p:set>
                                      <p:cBhvr>
                                        <p:cTn id="312" dur="1" fill="hold">
                                          <p:stCondLst>
                                            <p:cond delay="0"/>
                                          </p:stCondLst>
                                        </p:cTn>
                                        <p:tgtEl>
                                          <p:spTgt spid="188495"/>
                                        </p:tgtEl>
                                        <p:attrNameLst>
                                          <p:attrName>style.visibility</p:attrName>
                                        </p:attrNameLst>
                                      </p:cBhvr>
                                      <p:to>
                                        <p:strVal val="visible"/>
                                      </p:to>
                                    </p:set>
                                    <p:anim calcmode="lin" valueType="num">
                                      <p:cBhvr additive="base">
                                        <p:cTn id="313" dur="500" fill="hold"/>
                                        <p:tgtEl>
                                          <p:spTgt spid="188495"/>
                                        </p:tgtEl>
                                        <p:attrNameLst>
                                          <p:attrName>ppt_x</p:attrName>
                                        </p:attrNameLst>
                                      </p:cBhvr>
                                      <p:tavLst>
                                        <p:tav tm="0">
                                          <p:val>
                                            <p:strVal val="#ppt_x"/>
                                          </p:val>
                                        </p:tav>
                                        <p:tav tm="100000">
                                          <p:val>
                                            <p:strVal val="#ppt_x"/>
                                          </p:val>
                                        </p:tav>
                                      </p:tavLst>
                                    </p:anim>
                                    <p:anim calcmode="lin" valueType="num">
                                      <p:cBhvr additive="base">
                                        <p:cTn id="314" dur="500" fill="hold"/>
                                        <p:tgtEl>
                                          <p:spTgt spid="188495"/>
                                        </p:tgtEl>
                                        <p:attrNameLst>
                                          <p:attrName>ppt_y</p:attrName>
                                        </p:attrNameLst>
                                      </p:cBhvr>
                                      <p:tavLst>
                                        <p:tav tm="0">
                                          <p:val>
                                            <p:strVal val="1+#ppt_h/2"/>
                                          </p:val>
                                        </p:tav>
                                        <p:tav tm="100000">
                                          <p:val>
                                            <p:strVal val="#ppt_y"/>
                                          </p:val>
                                        </p:tav>
                                      </p:tavLst>
                                    </p:anim>
                                  </p:childTnLst>
                                </p:cTn>
                              </p:par>
                              <p:par>
                                <p:cTn id="315" presetID="2" presetClass="entr" presetSubtype="4" fill="hold" nodeType="withEffect">
                                  <p:stCondLst>
                                    <p:cond delay="0"/>
                                  </p:stCondLst>
                                  <p:childTnLst>
                                    <p:set>
                                      <p:cBhvr>
                                        <p:cTn id="316" dur="1" fill="hold">
                                          <p:stCondLst>
                                            <p:cond delay="0"/>
                                          </p:stCondLst>
                                        </p:cTn>
                                        <p:tgtEl>
                                          <p:spTgt spid="188496"/>
                                        </p:tgtEl>
                                        <p:attrNameLst>
                                          <p:attrName>style.visibility</p:attrName>
                                        </p:attrNameLst>
                                      </p:cBhvr>
                                      <p:to>
                                        <p:strVal val="visible"/>
                                      </p:to>
                                    </p:set>
                                    <p:anim calcmode="lin" valueType="num">
                                      <p:cBhvr additive="base">
                                        <p:cTn id="317" dur="500" fill="hold"/>
                                        <p:tgtEl>
                                          <p:spTgt spid="188496"/>
                                        </p:tgtEl>
                                        <p:attrNameLst>
                                          <p:attrName>ppt_x</p:attrName>
                                        </p:attrNameLst>
                                      </p:cBhvr>
                                      <p:tavLst>
                                        <p:tav tm="0">
                                          <p:val>
                                            <p:strVal val="#ppt_x"/>
                                          </p:val>
                                        </p:tav>
                                        <p:tav tm="100000">
                                          <p:val>
                                            <p:strVal val="#ppt_x"/>
                                          </p:val>
                                        </p:tav>
                                      </p:tavLst>
                                    </p:anim>
                                    <p:anim calcmode="lin" valueType="num">
                                      <p:cBhvr additive="base">
                                        <p:cTn id="318" dur="500" fill="hold"/>
                                        <p:tgtEl>
                                          <p:spTgt spid="188496"/>
                                        </p:tgtEl>
                                        <p:attrNameLst>
                                          <p:attrName>ppt_y</p:attrName>
                                        </p:attrNameLst>
                                      </p:cBhvr>
                                      <p:tavLst>
                                        <p:tav tm="0">
                                          <p:val>
                                            <p:strVal val="1+#ppt_h/2"/>
                                          </p:val>
                                        </p:tav>
                                        <p:tav tm="100000">
                                          <p:val>
                                            <p:strVal val="#ppt_y"/>
                                          </p:val>
                                        </p:tav>
                                      </p:tavLst>
                                    </p:anim>
                                  </p:childTnLst>
                                </p:cTn>
                              </p:par>
                              <p:par>
                                <p:cTn id="319" presetID="2" presetClass="entr" presetSubtype="4" fill="hold" nodeType="withEffect">
                                  <p:stCondLst>
                                    <p:cond delay="0"/>
                                  </p:stCondLst>
                                  <p:childTnLst>
                                    <p:set>
                                      <p:cBhvr>
                                        <p:cTn id="320" dur="1" fill="hold">
                                          <p:stCondLst>
                                            <p:cond delay="0"/>
                                          </p:stCondLst>
                                        </p:cTn>
                                        <p:tgtEl>
                                          <p:spTgt spid="188497"/>
                                        </p:tgtEl>
                                        <p:attrNameLst>
                                          <p:attrName>style.visibility</p:attrName>
                                        </p:attrNameLst>
                                      </p:cBhvr>
                                      <p:to>
                                        <p:strVal val="visible"/>
                                      </p:to>
                                    </p:set>
                                    <p:anim calcmode="lin" valueType="num">
                                      <p:cBhvr additive="base">
                                        <p:cTn id="321" dur="500" fill="hold"/>
                                        <p:tgtEl>
                                          <p:spTgt spid="188497"/>
                                        </p:tgtEl>
                                        <p:attrNameLst>
                                          <p:attrName>ppt_x</p:attrName>
                                        </p:attrNameLst>
                                      </p:cBhvr>
                                      <p:tavLst>
                                        <p:tav tm="0">
                                          <p:val>
                                            <p:strVal val="#ppt_x"/>
                                          </p:val>
                                        </p:tav>
                                        <p:tav tm="100000">
                                          <p:val>
                                            <p:strVal val="#ppt_x"/>
                                          </p:val>
                                        </p:tav>
                                      </p:tavLst>
                                    </p:anim>
                                    <p:anim calcmode="lin" valueType="num">
                                      <p:cBhvr additive="base">
                                        <p:cTn id="322" dur="500" fill="hold"/>
                                        <p:tgtEl>
                                          <p:spTgt spid="188497"/>
                                        </p:tgtEl>
                                        <p:attrNameLst>
                                          <p:attrName>ppt_y</p:attrName>
                                        </p:attrNameLst>
                                      </p:cBhvr>
                                      <p:tavLst>
                                        <p:tav tm="0">
                                          <p:val>
                                            <p:strVal val="1+#ppt_h/2"/>
                                          </p:val>
                                        </p:tav>
                                        <p:tav tm="100000">
                                          <p:val>
                                            <p:strVal val="#ppt_y"/>
                                          </p:val>
                                        </p:tav>
                                      </p:tavLst>
                                    </p:anim>
                                  </p:childTnLst>
                                </p:cTn>
                              </p:par>
                              <p:par>
                                <p:cTn id="323" presetID="2" presetClass="entr" presetSubtype="4" fill="hold" grpId="0" nodeType="withEffect">
                                  <p:stCondLst>
                                    <p:cond delay="0"/>
                                  </p:stCondLst>
                                  <p:childTnLst>
                                    <p:set>
                                      <p:cBhvr>
                                        <p:cTn id="324" dur="1" fill="hold">
                                          <p:stCondLst>
                                            <p:cond delay="0"/>
                                          </p:stCondLst>
                                        </p:cTn>
                                        <p:tgtEl>
                                          <p:spTgt spid="188498"/>
                                        </p:tgtEl>
                                        <p:attrNameLst>
                                          <p:attrName>style.visibility</p:attrName>
                                        </p:attrNameLst>
                                      </p:cBhvr>
                                      <p:to>
                                        <p:strVal val="visible"/>
                                      </p:to>
                                    </p:set>
                                    <p:anim calcmode="lin" valueType="num">
                                      <p:cBhvr additive="base">
                                        <p:cTn id="325" dur="500" fill="hold"/>
                                        <p:tgtEl>
                                          <p:spTgt spid="188498"/>
                                        </p:tgtEl>
                                        <p:attrNameLst>
                                          <p:attrName>ppt_x</p:attrName>
                                        </p:attrNameLst>
                                      </p:cBhvr>
                                      <p:tavLst>
                                        <p:tav tm="0">
                                          <p:val>
                                            <p:strVal val="#ppt_x"/>
                                          </p:val>
                                        </p:tav>
                                        <p:tav tm="100000">
                                          <p:val>
                                            <p:strVal val="#ppt_x"/>
                                          </p:val>
                                        </p:tav>
                                      </p:tavLst>
                                    </p:anim>
                                    <p:anim calcmode="lin" valueType="num">
                                      <p:cBhvr additive="base">
                                        <p:cTn id="326" dur="500" fill="hold"/>
                                        <p:tgtEl>
                                          <p:spTgt spid="188498"/>
                                        </p:tgtEl>
                                        <p:attrNameLst>
                                          <p:attrName>ppt_y</p:attrName>
                                        </p:attrNameLst>
                                      </p:cBhvr>
                                      <p:tavLst>
                                        <p:tav tm="0">
                                          <p:val>
                                            <p:strVal val="1+#ppt_h/2"/>
                                          </p:val>
                                        </p:tav>
                                        <p:tav tm="100000">
                                          <p:val>
                                            <p:strVal val="#ppt_y"/>
                                          </p:val>
                                        </p:tav>
                                      </p:tavLst>
                                    </p:anim>
                                  </p:childTnLst>
                                </p:cTn>
                              </p:par>
                              <p:par>
                                <p:cTn id="327" presetID="2" presetClass="entr" presetSubtype="4" fill="hold" grpId="0" nodeType="withEffect">
                                  <p:stCondLst>
                                    <p:cond delay="0"/>
                                  </p:stCondLst>
                                  <p:childTnLst>
                                    <p:set>
                                      <p:cBhvr>
                                        <p:cTn id="328" dur="1" fill="hold">
                                          <p:stCondLst>
                                            <p:cond delay="0"/>
                                          </p:stCondLst>
                                        </p:cTn>
                                        <p:tgtEl>
                                          <p:spTgt spid="188499"/>
                                        </p:tgtEl>
                                        <p:attrNameLst>
                                          <p:attrName>style.visibility</p:attrName>
                                        </p:attrNameLst>
                                      </p:cBhvr>
                                      <p:to>
                                        <p:strVal val="visible"/>
                                      </p:to>
                                    </p:set>
                                    <p:anim calcmode="lin" valueType="num">
                                      <p:cBhvr additive="base">
                                        <p:cTn id="329" dur="500" fill="hold"/>
                                        <p:tgtEl>
                                          <p:spTgt spid="188499"/>
                                        </p:tgtEl>
                                        <p:attrNameLst>
                                          <p:attrName>ppt_x</p:attrName>
                                        </p:attrNameLst>
                                      </p:cBhvr>
                                      <p:tavLst>
                                        <p:tav tm="0">
                                          <p:val>
                                            <p:strVal val="#ppt_x"/>
                                          </p:val>
                                        </p:tav>
                                        <p:tav tm="100000">
                                          <p:val>
                                            <p:strVal val="#ppt_x"/>
                                          </p:val>
                                        </p:tav>
                                      </p:tavLst>
                                    </p:anim>
                                    <p:anim calcmode="lin" valueType="num">
                                      <p:cBhvr additive="base">
                                        <p:cTn id="330" dur="500" fill="hold"/>
                                        <p:tgtEl>
                                          <p:spTgt spid="188499"/>
                                        </p:tgtEl>
                                        <p:attrNameLst>
                                          <p:attrName>ppt_y</p:attrName>
                                        </p:attrNameLst>
                                      </p:cBhvr>
                                      <p:tavLst>
                                        <p:tav tm="0">
                                          <p:val>
                                            <p:strVal val="1+#ppt_h/2"/>
                                          </p:val>
                                        </p:tav>
                                        <p:tav tm="100000">
                                          <p:val>
                                            <p:strVal val="#ppt_y"/>
                                          </p:val>
                                        </p:tav>
                                      </p:tavLst>
                                    </p:anim>
                                  </p:childTnLst>
                                </p:cTn>
                              </p:par>
                              <p:par>
                                <p:cTn id="331" presetID="2" presetClass="entr" presetSubtype="4" fill="hold" grpId="0" nodeType="withEffect">
                                  <p:stCondLst>
                                    <p:cond delay="0"/>
                                  </p:stCondLst>
                                  <p:childTnLst>
                                    <p:set>
                                      <p:cBhvr>
                                        <p:cTn id="332" dur="1" fill="hold">
                                          <p:stCondLst>
                                            <p:cond delay="0"/>
                                          </p:stCondLst>
                                        </p:cTn>
                                        <p:tgtEl>
                                          <p:spTgt spid="188500"/>
                                        </p:tgtEl>
                                        <p:attrNameLst>
                                          <p:attrName>style.visibility</p:attrName>
                                        </p:attrNameLst>
                                      </p:cBhvr>
                                      <p:to>
                                        <p:strVal val="visible"/>
                                      </p:to>
                                    </p:set>
                                    <p:anim calcmode="lin" valueType="num">
                                      <p:cBhvr additive="base">
                                        <p:cTn id="333" dur="500" fill="hold"/>
                                        <p:tgtEl>
                                          <p:spTgt spid="188500"/>
                                        </p:tgtEl>
                                        <p:attrNameLst>
                                          <p:attrName>ppt_x</p:attrName>
                                        </p:attrNameLst>
                                      </p:cBhvr>
                                      <p:tavLst>
                                        <p:tav tm="0">
                                          <p:val>
                                            <p:strVal val="#ppt_x"/>
                                          </p:val>
                                        </p:tav>
                                        <p:tav tm="100000">
                                          <p:val>
                                            <p:strVal val="#ppt_x"/>
                                          </p:val>
                                        </p:tav>
                                      </p:tavLst>
                                    </p:anim>
                                    <p:anim calcmode="lin" valueType="num">
                                      <p:cBhvr additive="base">
                                        <p:cTn id="334" dur="500" fill="hold"/>
                                        <p:tgtEl>
                                          <p:spTgt spid="188500"/>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188501"/>
                                        </p:tgtEl>
                                        <p:attrNameLst>
                                          <p:attrName>style.visibility</p:attrName>
                                        </p:attrNameLst>
                                      </p:cBhvr>
                                      <p:to>
                                        <p:strVal val="visible"/>
                                      </p:to>
                                    </p:set>
                                    <p:anim calcmode="lin" valueType="num">
                                      <p:cBhvr additive="base">
                                        <p:cTn id="337" dur="500" fill="hold"/>
                                        <p:tgtEl>
                                          <p:spTgt spid="188501"/>
                                        </p:tgtEl>
                                        <p:attrNameLst>
                                          <p:attrName>ppt_x</p:attrName>
                                        </p:attrNameLst>
                                      </p:cBhvr>
                                      <p:tavLst>
                                        <p:tav tm="0">
                                          <p:val>
                                            <p:strVal val="#ppt_x"/>
                                          </p:val>
                                        </p:tav>
                                        <p:tav tm="100000">
                                          <p:val>
                                            <p:strVal val="#ppt_x"/>
                                          </p:val>
                                        </p:tav>
                                      </p:tavLst>
                                    </p:anim>
                                    <p:anim calcmode="lin" valueType="num">
                                      <p:cBhvr additive="base">
                                        <p:cTn id="338" dur="500" fill="hold"/>
                                        <p:tgtEl>
                                          <p:spTgt spid="188501"/>
                                        </p:tgtEl>
                                        <p:attrNameLst>
                                          <p:attrName>ppt_y</p:attrName>
                                        </p:attrNameLst>
                                      </p:cBhvr>
                                      <p:tavLst>
                                        <p:tav tm="0">
                                          <p:val>
                                            <p:strVal val="1+#ppt_h/2"/>
                                          </p:val>
                                        </p:tav>
                                        <p:tav tm="100000">
                                          <p:val>
                                            <p:strVal val="#ppt_y"/>
                                          </p:val>
                                        </p:tav>
                                      </p:tavLst>
                                    </p:anim>
                                  </p:childTnLst>
                                </p:cTn>
                              </p:par>
                              <p:par>
                                <p:cTn id="339" presetID="2" presetClass="entr" presetSubtype="4" fill="hold" grpId="0" nodeType="withEffect">
                                  <p:stCondLst>
                                    <p:cond delay="0"/>
                                  </p:stCondLst>
                                  <p:childTnLst>
                                    <p:set>
                                      <p:cBhvr>
                                        <p:cTn id="340" dur="1" fill="hold">
                                          <p:stCondLst>
                                            <p:cond delay="0"/>
                                          </p:stCondLst>
                                        </p:cTn>
                                        <p:tgtEl>
                                          <p:spTgt spid="188502"/>
                                        </p:tgtEl>
                                        <p:attrNameLst>
                                          <p:attrName>style.visibility</p:attrName>
                                        </p:attrNameLst>
                                      </p:cBhvr>
                                      <p:to>
                                        <p:strVal val="visible"/>
                                      </p:to>
                                    </p:set>
                                    <p:anim calcmode="lin" valueType="num">
                                      <p:cBhvr additive="base">
                                        <p:cTn id="341" dur="500" fill="hold"/>
                                        <p:tgtEl>
                                          <p:spTgt spid="188502"/>
                                        </p:tgtEl>
                                        <p:attrNameLst>
                                          <p:attrName>ppt_x</p:attrName>
                                        </p:attrNameLst>
                                      </p:cBhvr>
                                      <p:tavLst>
                                        <p:tav tm="0">
                                          <p:val>
                                            <p:strVal val="#ppt_x"/>
                                          </p:val>
                                        </p:tav>
                                        <p:tav tm="100000">
                                          <p:val>
                                            <p:strVal val="#ppt_x"/>
                                          </p:val>
                                        </p:tav>
                                      </p:tavLst>
                                    </p:anim>
                                    <p:anim calcmode="lin" valueType="num">
                                      <p:cBhvr additive="base">
                                        <p:cTn id="342" dur="500" fill="hold"/>
                                        <p:tgtEl>
                                          <p:spTgt spid="188502"/>
                                        </p:tgtEl>
                                        <p:attrNameLst>
                                          <p:attrName>ppt_y</p:attrName>
                                        </p:attrNameLst>
                                      </p:cBhvr>
                                      <p:tavLst>
                                        <p:tav tm="0">
                                          <p:val>
                                            <p:strVal val="1+#ppt_h/2"/>
                                          </p:val>
                                        </p:tav>
                                        <p:tav tm="100000">
                                          <p:val>
                                            <p:strVal val="#ppt_y"/>
                                          </p:val>
                                        </p:tav>
                                      </p:tavLst>
                                    </p:anim>
                                  </p:childTnLst>
                                </p:cTn>
                              </p:par>
                              <p:par>
                                <p:cTn id="343" presetID="2" presetClass="entr" presetSubtype="4" fill="hold" grpId="0" nodeType="withEffect">
                                  <p:stCondLst>
                                    <p:cond delay="0"/>
                                  </p:stCondLst>
                                  <p:childTnLst>
                                    <p:set>
                                      <p:cBhvr>
                                        <p:cTn id="344" dur="1" fill="hold">
                                          <p:stCondLst>
                                            <p:cond delay="0"/>
                                          </p:stCondLst>
                                        </p:cTn>
                                        <p:tgtEl>
                                          <p:spTgt spid="188503"/>
                                        </p:tgtEl>
                                        <p:attrNameLst>
                                          <p:attrName>style.visibility</p:attrName>
                                        </p:attrNameLst>
                                      </p:cBhvr>
                                      <p:to>
                                        <p:strVal val="visible"/>
                                      </p:to>
                                    </p:set>
                                    <p:anim calcmode="lin" valueType="num">
                                      <p:cBhvr additive="base">
                                        <p:cTn id="345" dur="500" fill="hold"/>
                                        <p:tgtEl>
                                          <p:spTgt spid="188503"/>
                                        </p:tgtEl>
                                        <p:attrNameLst>
                                          <p:attrName>ppt_x</p:attrName>
                                        </p:attrNameLst>
                                      </p:cBhvr>
                                      <p:tavLst>
                                        <p:tav tm="0">
                                          <p:val>
                                            <p:strVal val="#ppt_x"/>
                                          </p:val>
                                        </p:tav>
                                        <p:tav tm="100000">
                                          <p:val>
                                            <p:strVal val="#ppt_x"/>
                                          </p:val>
                                        </p:tav>
                                      </p:tavLst>
                                    </p:anim>
                                    <p:anim calcmode="lin" valueType="num">
                                      <p:cBhvr additive="base">
                                        <p:cTn id="346" dur="500" fill="hold"/>
                                        <p:tgtEl>
                                          <p:spTgt spid="188503"/>
                                        </p:tgtEl>
                                        <p:attrNameLst>
                                          <p:attrName>ppt_y</p:attrName>
                                        </p:attrNameLst>
                                      </p:cBhvr>
                                      <p:tavLst>
                                        <p:tav tm="0">
                                          <p:val>
                                            <p:strVal val="1+#ppt_h/2"/>
                                          </p:val>
                                        </p:tav>
                                        <p:tav tm="100000">
                                          <p:val>
                                            <p:strVal val="#ppt_y"/>
                                          </p:val>
                                        </p:tav>
                                      </p:tavLst>
                                    </p:anim>
                                  </p:childTnLst>
                                </p:cTn>
                              </p:par>
                              <p:par>
                                <p:cTn id="347" presetID="2" presetClass="entr" presetSubtype="4" fill="hold" grpId="0" nodeType="withEffect">
                                  <p:stCondLst>
                                    <p:cond delay="0"/>
                                  </p:stCondLst>
                                  <p:childTnLst>
                                    <p:set>
                                      <p:cBhvr>
                                        <p:cTn id="348" dur="1" fill="hold">
                                          <p:stCondLst>
                                            <p:cond delay="0"/>
                                          </p:stCondLst>
                                        </p:cTn>
                                        <p:tgtEl>
                                          <p:spTgt spid="188504"/>
                                        </p:tgtEl>
                                        <p:attrNameLst>
                                          <p:attrName>style.visibility</p:attrName>
                                        </p:attrNameLst>
                                      </p:cBhvr>
                                      <p:to>
                                        <p:strVal val="visible"/>
                                      </p:to>
                                    </p:set>
                                    <p:anim calcmode="lin" valueType="num">
                                      <p:cBhvr additive="base">
                                        <p:cTn id="349" dur="500" fill="hold"/>
                                        <p:tgtEl>
                                          <p:spTgt spid="188504"/>
                                        </p:tgtEl>
                                        <p:attrNameLst>
                                          <p:attrName>ppt_x</p:attrName>
                                        </p:attrNameLst>
                                      </p:cBhvr>
                                      <p:tavLst>
                                        <p:tav tm="0">
                                          <p:val>
                                            <p:strVal val="#ppt_x"/>
                                          </p:val>
                                        </p:tav>
                                        <p:tav tm="100000">
                                          <p:val>
                                            <p:strVal val="#ppt_x"/>
                                          </p:val>
                                        </p:tav>
                                      </p:tavLst>
                                    </p:anim>
                                    <p:anim calcmode="lin" valueType="num">
                                      <p:cBhvr additive="base">
                                        <p:cTn id="350" dur="500" fill="hold"/>
                                        <p:tgtEl>
                                          <p:spTgt spid="188504"/>
                                        </p:tgtEl>
                                        <p:attrNameLst>
                                          <p:attrName>ppt_y</p:attrName>
                                        </p:attrNameLst>
                                      </p:cBhvr>
                                      <p:tavLst>
                                        <p:tav tm="0">
                                          <p:val>
                                            <p:strVal val="1+#ppt_h/2"/>
                                          </p:val>
                                        </p:tav>
                                        <p:tav tm="100000">
                                          <p:val>
                                            <p:strVal val="#ppt_y"/>
                                          </p:val>
                                        </p:tav>
                                      </p:tavLst>
                                    </p:anim>
                                  </p:childTnLst>
                                </p:cTn>
                              </p:par>
                              <p:par>
                                <p:cTn id="351" presetID="2" presetClass="entr" presetSubtype="4" fill="hold" grpId="0" nodeType="withEffect">
                                  <p:stCondLst>
                                    <p:cond delay="0"/>
                                  </p:stCondLst>
                                  <p:childTnLst>
                                    <p:set>
                                      <p:cBhvr>
                                        <p:cTn id="352" dur="1" fill="hold">
                                          <p:stCondLst>
                                            <p:cond delay="0"/>
                                          </p:stCondLst>
                                        </p:cTn>
                                        <p:tgtEl>
                                          <p:spTgt spid="188505"/>
                                        </p:tgtEl>
                                        <p:attrNameLst>
                                          <p:attrName>style.visibility</p:attrName>
                                        </p:attrNameLst>
                                      </p:cBhvr>
                                      <p:to>
                                        <p:strVal val="visible"/>
                                      </p:to>
                                    </p:set>
                                    <p:anim calcmode="lin" valueType="num">
                                      <p:cBhvr additive="base">
                                        <p:cTn id="353" dur="500" fill="hold"/>
                                        <p:tgtEl>
                                          <p:spTgt spid="188505"/>
                                        </p:tgtEl>
                                        <p:attrNameLst>
                                          <p:attrName>ppt_x</p:attrName>
                                        </p:attrNameLst>
                                      </p:cBhvr>
                                      <p:tavLst>
                                        <p:tav tm="0">
                                          <p:val>
                                            <p:strVal val="#ppt_x"/>
                                          </p:val>
                                        </p:tav>
                                        <p:tav tm="100000">
                                          <p:val>
                                            <p:strVal val="#ppt_x"/>
                                          </p:val>
                                        </p:tav>
                                      </p:tavLst>
                                    </p:anim>
                                    <p:anim calcmode="lin" valueType="num">
                                      <p:cBhvr additive="base">
                                        <p:cTn id="354" dur="500" fill="hold"/>
                                        <p:tgtEl>
                                          <p:spTgt spid="188505"/>
                                        </p:tgtEl>
                                        <p:attrNameLst>
                                          <p:attrName>ppt_y</p:attrName>
                                        </p:attrNameLst>
                                      </p:cBhvr>
                                      <p:tavLst>
                                        <p:tav tm="0">
                                          <p:val>
                                            <p:strVal val="1+#ppt_h/2"/>
                                          </p:val>
                                        </p:tav>
                                        <p:tav tm="100000">
                                          <p:val>
                                            <p:strVal val="#ppt_y"/>
                                          </p:val>
                                        </p:tav>
                                      </p:tavLst>
                                    </p:anim>
                                  </p:childTnLst>
                                </p:cTn>
                              </p:par>
                              <p:par>
                                <p:cTn id="355" presetID="2" presetClass="entr" presetSubtype="4" fill="hold" nodeType="withEffect">
                                  <p:stCondLst>
                                    <p:cond delay="0"/>
                                  </p:stCondLst>
                                  <p:childTnLst>
                                    <p:set>
                                      <p:cBhvr>
                                        <p:cTn id="356" dur="1" fill="hold">
                                          <p:stCondLst>
                                            <p:cond delay="0"/>
                                          </p:stCondLst>
                                        </p:cTn>
                                        <p:tgtEl>
                                          <p:spTgt spid="188506"/>
                                        </p:tgtEl>
                                        <p:attrNameLst>
                                          <p:attrName>style.visibility</p:attrName>
                                        </p:attrNameLst>
                                      </p:cBhvr>
                                      <p:to>
                                        <p:strVal val="visible"/>
                                      </p:to>
                                    </p:set>
                                    <p:anim calcmode="lin" valueType="num">
                                      <p:cBhvr additive="base">
                                        <p:cTn id="357" dur="500" fill="hold"/>
                                        <p:tgtEl>
                                          <p:spTgt spid="188506"/>
                                        </p:tgtEl>
                                        <p:attrNameLst>
                                          <p:attrName>ppt_x</p:attrName>
                                        </p:attrNameLst>
                                      </p:cBhvr>
                                      <p:tavLst>
                                        <p:tav tm="0">
                                          <p:val>
                                            <p:strVal val="#ppt_x"/>
                                          </p:val>
                                        </p:tav>
                                        <p:tav tm="100000">
                                          <p:val>
                                            <p:strVal val="#ppt_x"/>
                                          </p:val>
                                        </p:tav>
                                      </p:tavLst>
                                    </p:anim>
                                    <p:anim calcmode="lin" valueType="num">
                                      <p:cBhvr additive="base">
                                        <p:cTn id="358" dur="500" fill="hold"/>
                                        <p:tgtEl>
                                          <p:spTgt spid="188506"/>
                                        </p:tgtEl>
                                        <p:attrNameLst>
                                          <p:attrName>ppt_y</p:attrName>
                                        </p:attrNameLst>
                                      </p:cBhvr>
                                      <p:tavLst>
                                        <p:tav tm="0">
                                          <p:val>
                                            <p:strVal val="1+#ppt_h/2"/>
                                          </p:val>
                                        </p:tav>
                                        <p:tav tm="100000">
                                          <p:val>
                                            <p:strVal val="#ppt_y"/>
                                          </p:val>
                                        </p:tav>
                                      </p:tavLst>
                                    </p:anim>
                                  </p:childTnLst>
                                </p:cTn>
                              </p:par>
                              <p:par>
                                <p:cTn id="359" presetID="2" presetClass="entr" presetSubtype="4" fill="hold" nodeType="withEffect">
                                  <p:stCondLst>
                                    <p:cond delay="0"/>
                                  </p:stCondLst>
                                  <p:childTnLst>
                                    <p:set>
                                      <p:cBhvr>
                                        <p:cTn id="360" dur="1" fill="hold">
                                          <p:stCondLst>
                                            <p:cond delay="0"/>
                                          </p:stCondLst>
                                        </p:cTn>
                                        <p:tgtEl>
                                          <p:spTgt spid="188507"/>
                                        </p:tgtEl>
                                        <p:attrNameLst>
                                          <p:attrName>style.visibility</p:attrName>
                                        </p:attrNameLst>
                                      </p:cBhvr>
                                      <p:to>
                                        <p:strVal val="visible"/>
                                      </p:to>
                                    </p:set>
                                    <p:anim calcmode="lin" valueType="num">
                                      <p:cBhvr additive="base">
                                        <p:cTn id="361" dur="500" fill="hold"/>
                                        <p:tgtEl>
                                          <p:spTgt spid="188507"/>
                                        </p:tgtEl>
                                        <p:attrNameLst>
                                          <p:attrName>ppt_x</p:attrName>
                                        </p:attrNameLst>
                                      </p:cBhvr>
                                      <p:tavLst>
                                        <p:tav tm="0">
                                          <p:val>
                                            <p:strVal val="#ppt_x"/>
                                          </p:val>
                                        </p:tav>
                                        <p:tav tm="100000">
                                          <p:val>
                                            <p:strVal val="#ppt_x"/>
                                          </p:val>
                                        </p:tav>
                                      </p:tavLst>
                                    </p:anim>
                                    <p:anim calcmode="lin" valueType="num">
                                      <p:cBhvr additive="base">
                                        <p:cTn id="362" dur="500" fill="hold"/>
                                        <p:tgtEl>
                                          <p:spTgt spid="188507"/>
                                        </p:tgtEl>
                                        <p:attrNameLst>
                                          <p:attrName>ppt_y</p:attrName>
                                        </p:attrNameLst>
                                      </p:cBhvr>
                                      <p:tavLst>
                                        <p:tav tm="0">
                                          <p:val>
                                            <p:strVal val="1+#ppt_h/2"/>
                                          </p:val>
                                        </p:tav>
                                        <p:tav tm="100000">
                                          <p:val>
                                            <p:strVal val="#ppt_y"/>
                                          </p:val>
                                        </p:tav>
                                      </p:tavLst>
                                    </p:anim>
                                  </p:childTnLst>
                                </p:cTn>
                              </p:par>
                              <p:par>
                                <p:cTn id="363" presetID="2" presetClass="entr" presetSubtype="4" fill="hold" nodeType="withEffect">
                                  <p:stCondLst>
                                    <p:cond delay="0"/>
                                  </p:stCondLst>
                                  <p:childTnLst>
                                    <p:set>
                                      <p:cBhvr>
                                        <p:cTn id="364" dur="1" fill="hold">
                                          <p:stCondLst>
                                            <p:cond delay="0"/>
                                          </p:stCondLst>
                                        </p:cTn>
                                        <p:tgtEl>
                                          <p:spTgt spid="188508"/>
                                        </p:tgtEl>
                                        <p:attrNameLst>
                                          <p:attrName>style.visibility</p:attrName>
                                        </p:attrNameLst>
                                      </p:cBhvr>
                                      <p:to>
                                        <p:strVal val="visible"/>
                                      </p:to>
                                    </p:set>
                                    <p:anim calcmode="lin" valueType="num">
                                      <p:cBhvr additive="base">
                                        <p:cTn id="365" dur="500" fill="hold"/>
                                        <p:tgtEl>
                                          <p:spTgt spid="188508"/>
                                        </p:tgtEl>
                                        <p:attrNameLst>
                                          <p:attrName>ppt_x</p:attrName>
                                        </p:attrNameLst>
                                      </p:cBhvr>
                                      <p:tavLst>
                                        <p:tav tm="0">
                                          <p:val>
                                            <p:strVal val="#ppt_x"/>
                                          </p:val>
                                        </p:tav>
                                        <p:tav tm="100000">
                                          <p:val>
                                            <p:strVal val="#ppt_x"/>
                                          </p:val>
                                        </p:tav>
                                      </p:tavLst>
                                    </p:anim>
                                    <p:anim calcmode="lin" valueType="num">
                                      <p:cBhvr additive="base">
                                        <p:cTn id="366" dur="500" fill="hold"/>
                                        <p:tgtEl>
                                          <p:spTgt spid="188508"/>
                                        </p:tgtEl>
                                        <p:attrNameLst>
                                          <p:attrName>ppt_y</p:attrName>
                                        </p:attrNameLst>
                                      </p:cBhvr>
                                      <p:tavLst>
                                        <p:tav tm="0">
                                          <p:val>
                                            <p:strVal val="1+#ppt_h/2"/>
                                          </p:val>
                                        </p:tav>
                                        <p:tav tm="100000">
                                          <p:val>
                                            <p:strVal val="#ppt_y"/>
                                          </p:val>
                                        </p:tav>
                                      </p:tavLst>
                                    </p:anim>
                                  </p:childTnLst>
                                </p:cTn>
                              </p:par>
                              <p:par>
                                <p:cTn id="367" presetID="2" presetClass="entr" presetSubtype="4" fill="hold" nodeType="withEffect">
                                  <p:stCondLst>
                                    <p:cond delay="0"/>
                                  </p:stCondLst>
                                  <p:childTnLst>
                                    <p:set>
                                      <p:cBhvr>
                                        <p:cTn id="368" dur="1" fill="hold">
                                          <p:stCondLst>
                                            <p:cond delay="0"/>
                                          </p:stCondLst>
                                        </p:cTn>
                                        <p:tgtEl>
                                          <p:spTgt spid="188509"/>
                                        </p:tgtEl>
                                        <p:attrNameLst>
                                          <p:attrName>style.visibility</p:attrName>
                                        </p:attrNameLst>
                                      </p:cBhvr>
                                      <p:to>
                                        <p:strVal val="visible"/>
                                      </p:to>
                                    </p:set>
                                    <p:anim calcmode="lin" valueType="num">
                                      <p:cBhvr additive="base">
                                        <p:cTn id="369" dur="500" fill="hold"/>
                                        <p:tgtEl>
                                          <p:spTgt spid="188509"/>
                                        </p:tgtEl>
                                        <p:attrNameLst>
                                          <p:attrName>ppt_x</p:attrName>
                                        </p:attrNameLst>
                                      </p:cBhvr>
                                      <p:tavLst>
                                        <p:tav tm="0">
                                          <p:val>
                                            <p:strVal val="#ppt_x"/>
                                          </p:val>
                                        </p:tav>
                                        <p:tav tm="100000">
                                          <p:val>
                                            <p:strVal val="#ppt_x"/>
                                          </p:val>
                                        </p:tav>
                                      </p:tavLst>
                                    </p:anim>
                                    <p:anim calcmode="lin" valueType="num">
                                      <p:cBhvr additive="base">
                                        <p:cTn id="370" dur="500" fill="hold"/>
                                        <p:tgtEl>
                                          <p:spTgt spid="188509"/>
                                        </p:tgtEl>
                                        <p:attrNameLst>
                                          <p:attrName>ppt_y</p:attrName>
                                        </p:attrNameLst>
                                      </p:cBhvr>
                                      <p:tavLst>
                                        <p:tav tm="0">
                                          <p:val>
                                            <p:strVal val="1+#ppt_h/2"/>
                                          </p:val>
                                        </p:tav>
                                        <p:tav tm="100000">
                                          <p:val>
                                            <p:strVal val="#ppt_y"/>
                                          </p:val>
                                        </p:tav>
                                      </p:tavLst>
                                    </p:anim>
                                  </p:childTnLst>
                                </p:cTn>
                              </p:par>
                              <p:par>
                                <p:cTn id="371" presetID="2" presetClass="entr" presetSubtype="4" fill="hold" grpId="0" nodeType="withEffect">
                                  <p:stCondLst>
                                    <p:cond delay="0"/>
                                  </p:stCondLst>
                                  <p:childTnLst>
                                    <p:set>
                                      <p:cBhvr>
                                        <p:cTn id="372" dur="1" fill="hold">
                                          <p:stCondLst>
                                            <p:cond delay="0"/>
                                          </p:stCondLst>
                                        </p:cTn>
                                        <p:tgtEl>
                                          <p:spTgt spid="188510"/>
                                        </p:tgtEl>
                                        <p:attrNameLst>
                                          <p:attrName>style.visibility</p:attrName>
                                        </p:attrNameLst>
                                      </p:cBhvr>
                                      <p:to>
                                        <p:strVal val="visible"/>
                                      </p:to>
                                    </p:set>
                                    <p:anim calcmode="lin" valueType="num">
                                      <p:cBhvr additive="base">
                                        <p:cTn id="373" dur="500" fill="hold"/>
                                        <p:tgtEl>
                                          <p:spTgt spid="188510"/>
                                        </p:tgtEl>
                                        <p:attrNameLst>
                                          <p:attrName>ppt_x</p:attrName>
                                        </p:attrNameLst>
                                      </p:cBhvr>
                                      <p:tavLst>
                                        <p:tav tm="0">
                                          <p:val>
                                            <p:strVal val="#ppt_x"/>
                                          </p:val>
                                        </p:tav>
                                        <p:tav tm="100000">
                                          <p:val>
                                            <p:strVal val="#ppt_x"/>
                                          </p:val>
                                        </p:tav>
                                      </p:tavLst>
                                    </p:anim>
                                    <p:anim calcmode="lin" valueType="num">
                                      <p:cBhvr additive="base">
                                        <p:cTn id="374" dur="500" fill="hold"/>
                                        <p:tgtEl>
                                          <p:spTgt spid="188510"/>
                                        </p:tgtEl>
                                        <p:attrNameLst>
                                          <p:attrName>ppt_y</p:attrName>
                                        </p:attrNameLst>
                                      </p:cBhvr>
                                      <p:tavLst>
                                        <p:tav tm="0">
                                          <p:val>
                                            <p:strVal val="1+#ppt_h/2"/>
                                          </p:val>
                                        </p:tav>
                                        <p:tav tm="100000">
                                          <p:val>
                                            <p:strVal val="#ppt_y"/>
                                          </p:val>
                                        </p:tav>
                                      </p:tavLst>
                                    </p:anim>
                                  </p:childTnLst>
                                </p:cTn>
                              </p:par>
                              <p:par>
                                <p:cTn id="375" presetID="2" presetClass="entr" presetSubtype="4" fill="hold" grpId="0" nodeType="withEffect">
                                  <p:stCondLst>
                                    <p:cond delay="0"/>
                                  </p:stCondLst>
                                  <p:childTnLst>
                                    <p:set>
                                      <p:cBhvr>
                                        <p:cTn id="376" dur="1" fill="hold">
                                          <p:stCondLst>
                                            <p:cond delay="0"/>
                                          </p:stCondLst>
                                        </p:cTn>
                                        <p:tgtEl>
                                          <p:spTgt spid="188511"/>
                                        </p:tgtEl>
                                        <p:attrNameLst>
                                          <p:attrName>style.visibility</p:attrName>
                                        </p:attrNameLst>
                                      </p:cBhvr>
                                      <p:to>
                                        <p:strVal val="visible"/>
                                      </p:to>
                                    </p:set>
                                    <p:anim calcmode="lin" valueType="num">
                                      <p:cBhvr additive="base">
                                        <p:cTn id="377" dur="500" fill="hold"/>
                                        <p:tgtEl>
                                          <p:spTgt spid="188511"/>
                                        </p:tgtEl>
                                        <p:attrNameLst>
                                          <p:attrName>ppt_x</p:attrName>
                                        </p:attrNameLst>
                                      </p:cBhvr>
                                      <p:tavLst>
                                        <p:tav tm="0">
                                          <p:val>
                                            <p:strVal val="#ppt_x"/>
                                          </p:val>
                                        </p:tav>
                                        <p:tav tm="100000">
                                          <p:val>
                                            <p:strVal val="#ppt_x"/>
                                          </p:val>
                                        </p:tav>
                                      </p:tavLst>
                                    </p:anim>
                                    <p:anim calcmode="lin" valueType="num">
                                      <p:cBhvr additive="base">
                                        <p:cTn id="378" dur="500" fill="hold"/>
                                        <p:tgtEl>
                                          <p:spTgt spid="188511"/>
                                        </p:tgtEl>
                                        <p:attrNameLst>
                                          <p:attrName>ppt_y</p:attrName>
                                        </p:attrNameLst>
                                      </p:cBhvr>
                                      <p:tavLst>
                                        <p:tav tm="0">
                                          <p:val>
                                            <p:strVal val="1+#ppt_h/2"/>
                                          </p:val>
                                        </p:tav>
                                        <p:tav tm="100000">
                                          <p:val>
                                            <p:strVal val="#ppt_y"/>
                                          </p:val>
                                        </p:tav>
                                      </p:tavLst>
                                    </p:anim>
                                  </p:childTnLst>
                                </p:cTn>
                              </p:par>
                              <p:par>
                                <p:cTn id="379" presetID="2" presetClass="entr" presetSubtype="4" fill="hold" grpId="0" nodeType="withEffect">
                                  <p:stCondLst>
                                    <p:cond delay="0"/>
                                  </p:stCondLst>
                                  <p:childTnLst>
                                    <p:set>
                                      <p:cBhvr>
                                        <p:cTn id="380" dur="1" fill="hold">
                                          <p:stCondLst>
                                            <p:cond delay="0"/>
                                          </p:stCondLst>
                                        </p:cTn>
                                        <p:tgtEl>
                                          <p:spTgt spid="188512"/>
                                        </p:tgtEl>
                                        <p:attrNameLst>
                                          <p:attrName>style.visibility</p:attrName>
                                        </p:attrNameLst>
                                      </p:cBhvr>
                                      <p:to>
                                        <p:strVal val="visible"/>
                                      </p:to>
                                    </p:set>
                                    <p:anim calcmode="lin" valueType="num">
                                      <p:cBhvr additive="base">
                                        <p:cTn id="381" dur="500" fill="hold"/>
                                        <p:tgtEl>
                                          <p:spTgt spid="188512"/>
                                        </p:tgtEl>
                                        <p:attrNameLst>
                                          <p:attrName>ppt_x</p:attrName>
                                        </p:attrNameLst>
                                      </p:cBhvr>
                                      <p:tavLst>
                                        <p:tav tm="0">
                                          <p:val>
                                            <p:strVal val="#ppt_x"/>
                                          </p:val>
                                        </p:tav>
                                        <p:tav tm="100000">
                                          <p:val>
                                            <p:strVal val="#ppt_x"/>
                                          </p:val>
                                        </p:tav>
                                      </p:tavLst>
                                    </p:anim>
                                    <p:anim calcmode="lin" valueType="num">
                                      <p:cBhvr additive="base">
                                        <p:cTn id="382" dur="500" fill="hold"/>
                                        <p:tgtEl>
                                          <p:spTgt spid="188512"/>
                                        </p:tgtEl>
                                        <p:attrNameLst>
                                          <p:attrName>ppt_y</p:attrName>
                                        </p:attrNameLst>
                                      </p:cBhvr>
                                      <p:tavLst>
                                        <p:tav tm="0">
                                          <p:val>
                                            <p:strVal val="1+#ppt_h/2"/>
                                          </p:val>
                                        </p:tav>
                                        <p:tav tm="100000">
                                          <p:val>
                                            <p:strVal val="#ppt_y"/>
                                          </p:val>
                                        </p:tav>
                                      </p:tavLst>
                                    </p:anim>
                                  </p:childTnLst>
                                </p:cTn>
                              </p:par>
                              <p:par>
                                <p:cTn id="383" presetID="2" presetClass="entr" presetSubtype="4" fill="hold" grpId="0" nodeType="withEffect">
                                  <p:stCondLst>
                                    <p:cond delay="0"/>
                                  </p:stCondLst>
                                  <p:childTnLst>
                                    <p:set>
                                      <p:cBhvr>
                                        <p:cTn id="384" dur="1" fill="hold">
                                          <p:stCondLst>
                                            <p:cond delay="0"/>
                                          </p:stCondLst>
                                        </p:cTn>
                                        <p:tgtEl>
                                          <p:spTgt spid="188513"/>
                                        </p:tgtEl>
                                        <p:attrNameLst>
                                          <p:attrName>style.visibility</p:attrName>
                                        </p:attrNameLst>
                                      </p:cBhvr>
                                      <p:to>
                                        <p:strVal val="visible"/>
                                      </p:to>
                                    </p:set>
                                    <p:anim calcmode="lin" valueType="num">
                                      <p:cBhvr additive="base">
                                        <p:cTn id="385" dur="500" fill="hold"/>
                                        <p:tgtEl>
                                          <p:spTgt spid="188513"/>
                                        </p:tgtEl>
                                        <p:attrNameLst>
                                          <p:attrName>ppt_x</p:attrName>
                                        </p:attrNameLst>
                                      </p:cBhvr>
                                      <p:tavLst>
                                        <p:tav tm="0">
                                          <p:val>
                                            <p:strVal val="#ppt_x"/>
                                          </p:val>
                                        </p:tav>
                                        <p:tav tm="100000">
                                          <p:val>
                                            <p:strVal val="#ppt_x"/>
                                          </p:val>
                                        </p:tav>
                                      </p:tavLst>
                                    </p:anim>
                                    <p:anim calcmode="lin" valueType="num">
                                      <p:cBhvr additive="base">
                                        <p:cTn id="386" dur="500" fill="hold"/>
                                        <p:tgtEl>
                                          <p:spTgt spid="188513"/>
                                        </p:tgtEl>
                                        <p:attrNameLst>
                                          <p:attrName>ppt_y</p:attrName>
                                        </p:attrNameLst>
                                      </p:cBhvr>
                                      <p:tavLst>
                                        <p:tav tm="0">
                                          <p:val>
                                            <p:strVal val="1+#ppt_h/2"/>
                                          </p:val>
                                        </p:tav>
                                        <p:tav tm="100000">
                                          <p:val>
                                            <p:strVal val="#ppt_y"/>
                                          </p:val>
                                        </p:tav>
                                      </p:tavLst>
                                    </p:anim>
                                  </p:childTnLst>
                                </p:cTn>
                              </p:par>
                              <p:par>
                                <p:cTn id="387" presetID="2" presetClass="entr" presetSubtype="4" fill="hold" grpId="0" nodeType="withEffect">
                                  <p:stCondLst>
                                    <p:cond delay="0"/>
                                  </p:stCondLst>
                                  <p:childTnLst>
                                    <p:set>
                                      <p:cBhvr>
                                        <p:cTn id="388" dur="1" fill="hold">
                                          <p:stCondLst>
                                            <p:cond delay="0"/>
                                          </p:stCondLst>
                                        </p:cTn>
                                        <p:tgtEl>
                                          <p:spTgt spid="188514"/>
                                        </p:tgtEl>
                                        <p:attrNameLst>
                                          <p:attrName>style.visibility</p:attrName>
                                        </p:attrNameLst>
                                      </p:cBhvr>
                                      <p:to>
                                        <p:strVal val="visible"/>
                                      </p:to>
                                    </p:set>
                                    <p:anim calcmode="lin" valueType="num">
                                      <p:cBhvr additive="base">
                                        <p:cTn id="389" dur="500" fill="hold"/>
                                        <p:tgtEl>
                                          <p:spTgt spid="188514"/>
                                        </p:tgtEl>
                                        <p:attrNameLst>
                                          <p:attrName>ppt_x</p:attrName>
                                        </p:attrNameLst>
                                      </p:cBhvr>
                                      <p:tavLst>
                                        <p:tav tm="0">
                                          <p:val>
                                            <p:strVal val="#ppt_x"/>
                                          </p:val>
                                        </p:tav>
                                        <p:tav tm="100000">
                                          <p:val>
                                            <p:strVal val="#ppt_x"/>
                                          </p:val>
                                        </p:tav>
                                      </p:tavLst>
                                    </p:anim>
                                    <p:anim calcmode="lin" valueType="num">
                                      <p:cBhvr additive="base">
                                        <p:cTn id="390" dur="500" fill="hold"/>
                                        <p:tgtEl>
                                          <p:spTgt spid="188514"/>
                                        </p:tgtEl>
                                        <p:attrNameLst>
                                          <p:attrName>ppt_y</p:attrName>
                                        </p:attrNameLst>
                                      </p:cBhvr>
                                      <p:tavLst>
                                        <p:tav tm="0">
                                          <p:val>
                                            <p:strVal val="1+#ppt_h/2"/>
                                          </p:val>
                                        </p:tav>
                                        <p:tav tm="100000">
                                          <p:val>
                                            <p:strVal val="#ppt_y"/>
                                          </p:val>
                                        </p:tav>
                                      </p:tavLst>
                                    </p:anim>
                                  </p:childTnLst>
                                </p:cTn>
                              </p:par>
                              <p:par>
                                <p:cTn id="391" presetID="2" presetClass="entr" presetSubtype="4" fill="hold" nodeType="withEffect">
                                  <p:stCondLst>
                                    <p:cond delay="0"/>
                                  </p:stCondLst>
                                  <p:childTnLst>
                                    <p:set>
                                      <p:cBhvr>
                                        <p:cTn id="392" dur="1" fill="hold">
                                          <p:stCondLst>
                                            <p:cond delay="0"/>
                                          </p:stCondLst>
                                        </p:cTn>
                                        <p:tgtEl>
                                          <p:spTgt spid="188515"/>
                                        </p:tgtEl>
                                        <p:attrNameLst>
                                          <p:attrName>style.visibility</p:attrName>
                                        </p:attrNameLst>
                                      </p:cBhvr>
                                      <p:to>
                                        <p:strVal val="visible"/>
                                      </p:to>
                                    </p:set>
                                    <p:anim calcmode="lin" valueType="num">
                                      <p:cBhvr additive="base">
                                        <p:cTn id="393" dur="500" fill="hold"/>
                                        <p:tgtEl>
                                          <p:spTgt spid="188515"/>
                                        </p:tgtEl>
                                        <p:attrNameLst>
                                          <p:attrName>ppt_x</p:attrName>
                                        </p:attrNameLst>
                                      </p:cBhvr>
                                      <p:tavLst>
                                        <p:tav tm="0">
                                          <p:val>
                                            <p:strVal val="#ppt_x"/>
                                          </p:val>
                                        </p:tav>
                                        <p:tav tm="100000">
                                          <p:val>
                                            <p:strVal val="#ppt_x"/>
                                          </p:val>
                                        </p:tav>
                                      </p:tavLst>
                                    </p:anim>
                                    <p:anim calcmode="lin" valueType="num">
                                      <p:cBhvr additive="base">
                                        <p:cTn id="394" dur="500" fill="hold"/>
                                        <p:tgtEl>
                                          <p:spTgt spid="188515"/>
                                        </p:tgtEl>
                                        <p:attrNameLst>
                                          <p:attrName>ppt_y</p:attrName>
                                        </p:attrNameLst>
                                      </p:cBhvr>
                                      <p:tavLst>
                                        <p:tav tm="0">
                                          <p:val>
                                            <p:strVal val="1+#ppt_h/2"/>
                                          </p:val>
                                        </p:tav>
                                        <p:tav tm="100000">
                                          <p:val>
                                            <p:strVal val="#ppt_y"/>
                                          </p:val>
                                        </p:tav>
                                      </p:tavLst>
                                    </p:anim>
                                  </p:childTnLst>
                                </p:cTn>
                              </p:par>
                              <p:par>
                                <p:cTn id="395" presetID="2" presetClass="entr" presetSubtype="4" fill="hold" nodeType="withEffect">
                                  <p:stCondLst>
                                    <p:cond delay="0"/>
                                  </p:stCondLst>
                                  <p:childTnLst>
                                    <p:set>
                                      <p:cBhvr>
                                        <p:cTn id="396" dur="1" fill="hold">
                                          <p:stCondLst>
                                            <p:cond delay="0"/>
                                          </p:stCondLst>
                                        </p:cTn>
                                        <p:tgtEl>
                                          <p:spTgt spid="188516"/>
                                        </p:tgtEl>
                                        <p:attrNameLst>
                                          <p:attrName>style.visibility</p:attrName>
                                        </p:attrNameLst>
                                      </p:cBhvr>
                                      <p:to>
                                        <p:strVal val="visible"/>
                                      </p:to>
                                    </p:set>
                                    <p:anim calcmode="lin" valueType="num">
                                      <p:cBhvr additive="base">
                                        <p:cTn id="397" dur="500" fill="hold"/>
                                        <p:tgtEl>
                                          <p:spTgt spid="188516"/>
                                        </p:tgtEl>
                                        <p:attrNameLst>
                                          <p:attrName>ppt_x</p:attrName>
                                        </p:attrNameLst>
                                      </p:cBhvr>
                                      <p:tavLst>
                                        <p:tav tm="0">
                                          <p:val>
                                            <p:strVal val="#ppt_x"/>
                                          </p:val>
                                        </p:tav>
                                        <p:tav tm="100000">
                                          <p:val>
                                            <p:strVal val="#ppt_x"/>
                                          </p:val>
                                        </p:tav>
                                      </p:tavLst>
                                    </p:anim>
                                    <p:anim calcmode="lin" valueType="num">
                                      <p:cBhvr additive="base">
                                        <p:cTn id="398" dur="500" fill="hold"/>
                                        <p:tgtEl>
                                          <p:spTgt spid="188516"/>
                                        </p:tgtEl>
                                        <p:attrNameLst>
                                          <p:attrName>ppt_y</p:attrName>
                                        </p:attrNameLst>
                                      </p:cBhvr>
                                      <p:tavLst>
                                        <p:tav tm="0">
                                          <p:val>
                                            <p:strVal val="1+#ppt_h/2"/>
                                          </p:val>
                                        </p:tav>
                                        <p:tav tm="100000">
                                          <p:val>
                                            <p:strVal val="#ppt_y"/>
                                          </p:val>
                                        </p:tav>
                                      </p:tavLst>
                                    </p:anim>
                                  </p:childTnLst>
                                </p:cTn>
                              </p:par>
                              <p:par>
                                <p:cTn id="399" presetID="2" presetClass="entr" presetSubtype="4" fill="hold" nodeType="withEffect">
                                  <p:stCondLst>
                                    <p:cond delay="0"/>
                                  </p:stCondLst>
                                  <p:childTnLst>
                                    <p:set>
                                      <p:cBhvr>
                                        <p:cTn id="400" dur="1" fill="hold">
                                          <p:stCondLst>
                                            <p:cond delay="0"/>
                                          </p:stCondLst>
                                        </p:cTn>
                                        <p:tgtEl>
                                          <p:spTgt spid="188517"/>
                                        </p:tgtEl>
                                        <p:attrNameLst>
                                          <p:attrName>style.visibility</p:attrName>
                                        </p:attrNameLst>
                                      </p:cBhvr>
                                      <p:to>
                                        <p:strVal val="visible"/>
                                      </p:to>
                                    </p:set>
                                    <p:anim calcmode="lin" valueType="num">
                                      <p:cBhvr additive="base">
                                        <p:cTn id="401" dur="500" fill="hold"/>
                                        <p:tgtEl>
                                          <p:spTgt spid="188517"/>
                                        </p:tgtEl>
                                        <p:attrNameLst>
                                          <p:attrName>ppt_x</p:attrName>
                                        </p:attrNameLst>
                                      </p:cBhvr>
                                      <p:tavLst>
                                        <p:tav tm="0">
                                          <p:val>
                                            <p:strVal val="#ppt_x"/>
                                          </p:val>
                                        </p:tav>
                                        <p:tav tm="100000">
                                          <p:val>
                                            <p:strVal val="#ppt_x"/>
                                          </p:val>
                                        </p:tav>
                                      </p:tavLst>
                                    </p:anim>
                                    <p:anim calcmode="lin" valueType="num">
                                      <p:cBhvr additive="base">
                                        <p:cTn id="402" dur="500" fill="hold"/>
                                        <p:tgtEl>
                                          <p:spTgt spid="188517"/>
                                        </p:tgtEl>
                                        <p:attrNameLst>
                                          <p:attrName>ppt_y</p:attrName>
                                        </p:attrNameLst>
                                      </p:cBhvr>
                                      <p:tavLst>
                                        <p:tav tm="0">
                                          <p:val>
                                            <p:strVal val="1+#ppt_h/2"/>
                                          </p:val>
                                        </p:tav>
                                        <p:tav tm="100000">
                                          <p:val>
                                            <p:strVal val="#ppt_y"/>
                                          </p:val>
                                        </p:tav>
                                      </p:tavLst>
                                    </p:anim>
                                  </p:childTnLst>
                                </p:cTn>
                              </p:par>
                              <p:par>
                                <p:cTn id="403" presetID="2" presetClass="entr" presetSubtype="4" fill="hold" nodeType="withEffect">
                                  <p:stCondLst>
                                    <p:cond delay="0"/>
                                  </p:stCondLst>
                                  <p:childTnLst>
                                    <p:set>
                                      <p:cBhvr>
                                        <p:cTn id="404" dur="1" fill="hold">
                                          <p:stCondLst>
                                            <p:cond delay="0"/>
                                          </p:stCondLst>
                                        </p:cTn>
                                        <p:tgtEl>
                                          <p:spTgt spid="188518"/>
                                        </p:tgtEl>
                                        <p:attrNameLst>
                                          <p:attrName>style.visibility</p:attrName>
                                        </p:attrNameLst>
                                      </p:cBhvr>
                                      <p:to>
                                        <p:strVal val="visible"/>
                                      </p:to>
                                    </p:set>
                                    <p:anim calcmode="lin" valueType="num">
                                      <p:cBhvr additive="base">
                                        <p:cTn id="405" dur="500" fill="hold"/>
                                        <p:tgtEl>
                                          <p:spTgt spid="188518"/>
                                        </p:tgtEl>
                                        <p:attrNameLst>
                                          <p:attrName>ppt_x</p:attrName>
                                        </p:attrNameLst>
                                      </p:cBhvr>
                                      <p:tavLst>
                                        <p:tav tm="0">
                                          <p:val>
                                            <p:strVal val="#ppt_x"/>
                                          </p:val>
                                        </p:tav>
                                        <p:tav tm="100000">
                                          <p:val>
                                            <p:strVal val="#ppt_x"/>
                                          </p:val>
                                        </p:tav>
                                      </p:tavLst>
                                    </p:anim>
                                    <p:anim calcmode="lin" valueType="num">
                                      <p:cBhvr additive="base">
                                        <p:cTn id="406" dur="500" fill="hold"/>
                                        <p:tgtEl>
                                          <p:spTgt spid="188518"/>
                                        </p:tgtEl>
                                        <p:attrNameLst>
                                          <p:attrName>ppt_y</p:attrName>
                                        </p:attrNameLst>
                                      </p:cBhvr>
                                      <p:tavLst>
                                        <p:tav tm="0">
                                          <p:val>
                                            <p:strVal val="1+#ppt_h/2"/>
                                          </p:val>
                                        </p:tav>
                                        <p:tav tm="100000">
                                          <p:val>
                                            <p:strVal val="#ppt_y"/>
                                          </p:val>
                                        </p:tav>
                                      </p:tavLst>
                                    </p:anim>
                                  </p:childTnLst>
                                </p:cTn>
                              </p:par>
                              <p:par>
                                <p:cTn id="407" presetID="2" presetClass="entr" presetSubtype="4" fill="hold" grpId="0" nodeType="withEffect">
                                  <p:stCondLst>
                                    <p:cond delay="0"/>
                                  </p:stCondLst>
                                  <p:childTnLst>
                                    <p:set>
                                      <p:cBhvr>
                                        <p:cTn id="408" dur="1" fill="hold">
                                          <p:stCondLst>
                                            <p:cond delay="0"/>
                                          </p:stCondLst>
                                        </p:cTn>
                                        <p:tgtEl>
                                          <p:spTgt spid="188519"/>
                                        </p:tgtEl>
                                        <p:attrNameLst>
                                          <p:attrName>style.visibility</p:attrName>
                                        </p:attrNameLst>
                                      </p:cBhvr>
                                      <p:to>
                                        <p:strVal val="visible"/>
                                      </p:to>
                                    </p:set>
                                    <p:anim calcmode="lin" valueType="num">
                                      <p:cBhvr additive="base">
                                        <p:cTn id="409" dur="500" fill="hold"/>
                                        <p:tgtEl>
                                          <p:spTgt spid="188519"/>
                                        </p:tgtEl>
                                        <p:attrNameLst>
                                          <p:attrName>ppt_x</p:attrName>
                                        </p:attrNameLst>
                                      </p:cBhvr>
                                      <p:tavLst>
                                        <p:tav tm="0">
                                          <p:val>
                                            <p:strVal val="#ppt_x"/>
                                          </p:val>
                                        </p:tav>
                                        <p:tav tm="100000">
                                          <p:val>
                                            <p:strVal val="#ppt_x"/>
                                          </p:val>
                                        </p:tav>
                                      </p:tavLst>
                                    </p:anim>
                                    <p:anim calcmode="lin" valueType="num">
                                      <p:cBhvr additive="base">
                                        <p:cTn id="410" dur="500" fill="hold"/>
                                        <p:tgtEl>
                                          <p:spTgt spid="188519"/>
                                        </p:tgtEl>
                                        <p:attrNameLst>
                                          <p:attrName>ppt_y</p:attrName>
                                        </p:attrNameLst>
                                      </p:cBhvr>
                                      <p:tavLst>
                                        <p:tav tm="0">
                                          <p:val>
                                            <p:strVal val="1+#ppt_h/2"/>
                                          </p:val>
                                        </p:tav>
                                        <p:tav tm="100000">
                                          <p:val>
                                            <p:strVal val="#ppt_y"/>
                                          </p:val>
                                        </p:tav>
                                      </p:tavLst>
                                    </p:anim>
                                  </p:childTnLst>
                                </p:cTn>
                              </p:par>
                              <p:par>
                                <p:cTn id="411" presetID="2" presetClass="entr" presetSubtype="4" fill="hold" grpId="0" nodeType="withEffect">
                                  <p:stCondLst>
                                    <p:cond delay="0"/>
                                  </p:stCondLst>
                                  <p:childTnLst>
                                    <p:set>
                                      <p:cBhvr>
                                        <p:cTn id="412" dur="1" fill="hold">
                                          <p:stCondLst>
                                            <p:cond delay="0"/>
                                          </p:stCondLst>
                                        </p:cTn>
                                        <p:tgtEl>
                                          <p:spTgt spid="188520"/>
                                        </p:tgtEl>
                                        <p:attrNameLst>
                                          <p:attrName>style.visibility</p:attrName>
                                        </p:attrNameLst>
                                      </p:cBhvr>
                                      <p:to>
                                        <p:strVal val="visible"/>
                                      </p:to>
                                    </p:set>
                                    <p:anim calcmode="lin" valueType="num">
                                      <p:cBhvr additive="base">
                                        <p:cTn id="413" dur="500" fill="hold"/>
                                        <p:tgtEl>
                                          <p:spTgt spid="188520"/>
                                        </p:tgtEl>
                                        <p:attrNameLst>
                                          <p:attrName>ppt_x</p:attrName>
                                        </p:attrNameLst>
                                      </p:cBhvr>
                                      <p:tavLst>
                                        <p:tav tm="0">
                                          <p:val>
                                            <p:strVal val="#ppt_x"/>
                                          </p:val>
                                        </p:tav>
                                        <p:tav tm="100000">
                                          <p:val>
                                            <p:strVal val="#ppt_x"/>
                                          </p:val>
                                        </p:tav>
                                      </p:tavLst>
                                    </p:anim>
                                    <p:anim calcmode="lin" valueType="num">
                                      <p:cBhvr additive="base">
                                        <p:cTn id="414" dur="500" fill="hold"/>
                                        <p:tgtEl>
                                          <p:spTgt spid="188520"/>
                                        </p:tgtEl>
                                        <p:attrNameLst>
                                          <p:attrName>ppt_y</p:attrName>
                                        </p:attrNameLst>
                                      </p:cBhvr>
                                      <p:tavLst>
                                        <p:tav tm="0">
                                          <p:val>
                                            <p:strVal val="1+#ppt_h/2"/>
                                          </p:val>
                                        </p:tav>
                                        <p:tav tm="100000">
                                          <p:val>
                                            <p:strVal val="#ppt_y"/>
                                          </p:val>
                                        </p:tav>
                                      </p:tavLst>
                                    </p:anim>
                                  </p:childTnLst>
                                </p:cTn>
                              </p:par>
                              <p:par>
                                <p:cTn id="415" presetID="2" presetClass="entr" presetSubtype="4" fill="hold" grpId="0" nodeType="withEffect">
                                  <p:stCondLst>
                                    <p:cond delay="0"/>
                                  </p:stCondLst>
                                  <p:childTnLst>
                                    <p:set>
                                      <p:cBhvr>
                                        <p:cTn id="416" dur="1" fill="hold">
                                          <p:stCondLst>
                                            <p:cond delay="0"/>
                                          </p:stCondLst>
                                        </p:cTn>
                                        <p:tgtEl>
                                          <p:spTgt spid="188521"/>
                                        </p:tgtEl>
                                        <p:attrNameLst>
                                          <p:attrName>style.visibility</p:attrName>
                                        </p:attrNameLst>
                                      </p:cBhvr>
                                      <p:to>
                                        <p:strVal val="visible"/>
                                      </p:to>
                                    </p:set>
                                    <p:anim calcmode="lin" valueType="num">
                                      <p:cBhvr additive="base">
                                        <p:cTn id="417" dur="500" fill="hold"/>
                                        <p:tgtEl>
                                          <p:spTgt spid="188521"/>
                                        </p:tgtEl>
                                        <p:attrNameLst>
                                          <p:attrName>ppt_x</p:attrName>
                                        </p:attrNameLst>
                                      </p:cBhvr>
                                      <p:tavLst>
                                        <p:tav tm="0">
                                          <p:val>
                                            <p:strVal val="#ppt_x"/>
                                          </p:val>
                                        </p:tav>
                                        <p:tav tm="100000">
                                          <p:val>
                                            <p:strVal val="#ppt_x"/>
                                          </p:val>
                                        </p:tav>
                                      </p:tavLst>
                                    </p:anim>
                                    <p:anim calcmode="lin" valueType="num">
                                      <p:cBhvr additive="base">
                                        <p:cTn id="418" dur="500" fill="hold"/>
                                        <p:tgtEl>
                                          <p:spTgt spid="188521"/>
                                        </p:tgtEl>
                                        <p:attrNameLst>
                                          <p:attrName>ppt_y</p:attrName>
                                        </p:attrNameLst>
                                      </p:cBhvr>
                                      <p:tavLst>
                                        <p:tav tm="0">
                                          <p:val>
                                            <p:strVal val="1+#ppt_h/2"/>
                                          </p:val>
                                        </p:tav>
                                        <p:tav tm="100000">
                                          <p:val>
                                            <p:strVal val="#ppt_y"/>
                                          </p:val>
                                        </p:tav>
                                      </p:tavLst>
                                    </p:anim>
                                  </p:childTnLst>
                                </p:cTn>
                              </p:par>
                              <p:par>
                                <p:cTn id="419" presetID="2" presetClass="entr" presetSubtype="4" fill="hold" nodeType="withEffect">
                                  <p:stCondLst>
                                    <p:cond delay="0"/>
                                  </p:stCondLst>
                                  <p:childTnLst>
                                    <p:set>
                                      <p:cBhvr>
                                        <p:cTn id="420" dur="1" fill="hold">
                                          <p:stCondLst>
                                            <p:cond delay="0"/>
                                          </p:stCondLst>
                                        </p:cTn>
                                        <p:tgtEl>
                                          <p:spTgt spid="188522"/>
                                        </p:tgtEl>
                                        <p:attrNameLst>
                                          <p:attrName>style.visibility</p:attrName>
                                        </p:attrNameLst>
                                      </p:cBhvr>
                                      <p:to>
                                        <p:strVal val="visible"/>
                                      </p:to>
                                    </p:set>
                                    <p:anim calcmode="lin" valueType="num">
                                      <p:cBhvr additive="base">
                                        <p:cTn id="421" dur="500" fill="hold"/>
                                        <p:tgtEl>
                                          <p:spTgt spid="188522"/>
                                        </p:tgtEl>
                                        <p:attrNameLst>
                                          <p:attrName>ppt_x</p:attrName>
                                        </p:attrNameLst>
                                      </p:cBhvr>
                                      <p:tavLst>
                                        <p:tav tm="0">
                                          <p:val>
                                            <p:strVal val="#ppt_x"/>
                                          </p:val>
                                        </p:tav>
                                        <p:tav tm="100000">
                                          <p:val>
                                            <p:strVal val="#ppt_x"/>
                                          </p:val>
                                        </p:tav>
                                      </p:tavLst>
                                    </p:anim>
                                    <p:anim calcmode="lin" valueType="num">
                                      <p:cBhvr additive="base">
                                        <p:cTn id="422" dur="500" fill="hold"/>
                                        <p:tgtEl>
                                          <p:spTgt spid="188522"/>
                                        </p:tgtEl>
                                        <p:attrNameLst>
                                          <p:attrName>ppt_y</p:attrName>
                                        </p:attrNameLst>
                                      </p:cBhvr>
                                      <p:tavLst>
                                        <p:tav tm="0">
                                          <p:val>
                                            <p:strVal val="1+#ppt_h/2"/>
                                          </p:val>
                                        </p:tav>
                                        <p:tav tm="100000">
                                          <p:val>
                                            <p:strVal val="#ppt_y"/>
                                          </p:val>
                                        </p:tav>
                                      </p:tavLst>
                                    </p:anim>
                                  </p:childTnLst>
                                </p:cTn>
                              </p:par>
                              <p:par>
                                <p:cTn id="423" presetID="2" presetClass="entr" presetSubtype="4" fill="hold" nodeType="withEffect">
                                  <p:stCondLst>
                                    <p:cond delay="0"/>
                                  </p:stCondLst>
                                  <p:childTnLst>
                                    <p:set>
                                      <p:cBhvr>
                                        <p:cTn id="424" dur="1" fill="hold">
                                          <p:stCondLst>
                                            <p:cond delay="0"/>
                                          </p:stCondLst>
                                        </p:cTn>
                                        <p:tgtEl>
                                          <p:spTgt spid="188523"/>
                                        </p:tgtEl>
                                        <p:attrNameLst>
                                          <p:attrName>style.visibility</p:attrName>
                                        </p:attrNameLst>
                                      </p:cBhvr>
                                      <p:to>
                                        <p:strVal val="visible"/>
                                      </p:to>
                                    </p:set>
                                    <p:anim calcmode="lin" valueType="num">
                                      <p:cBhvr additive="base">
                                        <p:cTn id="425" dur="500" fill="hold"/>
                                        <p:tgtEl>
                                          <p:spTgt spid="188523"/>
                                        </p:tgtEl>
                                        <p:attrNameLst>
                                          <p:attrName>ppt_x</p:attrName>
                                        </p:attrNameLst>
                                      </p:cBhvr>
                                      <p:tavLst>
                                        <p:tav tm="0">
                                          <p:val>
                                            <p:strVal val="#ppt_x"/>
                                          </p:val>
                                        </p:tav>
                                        <p:tav tm="100000">
                                          <p:val>
                                            <p:strVal val="#ppt_x"/>
                                          </p:val>
                                        </p:tav>
                                      </p:tavLst>
                                    </p:anim>
                                    <p:anim calcmode="lin" valueType="num">
                                      <p:cBhvr additive="base">
                                        <p:cTn id="426" dur="500" fill="hold"/>
                                        <p:tgtEl>
                                          <p:spTgt spid="188523"/>
                                        </p:tgtEl>
                                        <p:attrNameLst>
                                          <p:attrName>ppt_y</p:attrName>
                                        </p:attrNameLst>
                                      </p:cBhvr>
                                      <p:tavLst>
                                        <p:tav tm="0">
                                          <p:val>
                                            <p:strVal val="1+#ppt_h/2"/>
                                          </p:val>
                                        </p:tav>
                                        <p:tav tm="100000">
                                          <p:val>
                                            <p:strVal val="#ppt_y"/>
                                          </p:val>
                                        </p:tav>
                                      </p:tavLst>
                                    </p:anim>
                                  </p:childTnLst>
                                </p:cTn>
                              </p:par>
                              <p:par>
                                <p:cTn id="427" presetID="2" presetClass="entr" presetSubtype="4" fill="hold" nodeType="withEffect">
                                  <p:stCondLst>
                                    <p:cond delay="0"/>
                                  </p:stCondLst>
                                  <p:childTnLst>
                                    <p:set>
                                      <p:cBhvr>
                                        <p:cTn id="428" dur="1" fill="hold">
                                          <p:stCondLst>
                                            <p:cond delay="0"/>
                                          </p:stCondLst>
                                        </p:cTn>
                                        <p:tgtEl>
                                          <p:spTgt spid="188524"/>
                                        </p:tgtEl>
                                        <p:attrNameLst>
                                          <p:attrName>style.visibility</p:attrName>
                                        </p:attrNameLst>
                                      </p:cBhvr>
                                      <p:to>
                                        <p:strVal val="visible"/>
                                      </p:to>
                                    </p:set>
                                    <p:anim calcmode="lin" valueType="num">
                                      <p:cBhvr additive="base">
                                        <p:cTn id="429" dur="500" fill="hold"/>
                                        <p:tgtEl>
                                          <p:spTgt spid="188524"/>
                                        </p:tgtEl>
                                        <p:attrNameLst>
                                          <p:attrName>ppt_x</p:attrName>
                                        </p:attrNameLst>
                                      </p:cBhvr>
                                      <p:tavLst>
                                        <p:tav tm="0">
                                          <p:val>
                                            <p:strVal val="#ppt_x"/>
                                          </p:val>
                                        </p:tav>
                                        <p:tav tm="100000">
                                          <p:val>
                                            <p:strVal val="#ppt_x"/>
                                          </p:val>
                                        </p:tav>
                                      </p:tavLst>
                                    </p:anim>
                                    <p:anim calcmode="lin" valueType="num">
                                      <p:cBhvr additive="base">
                                        <p:cTn id="430" dur="500" fill="hold"/>
                                        <p:tgtEl>
                                          <p:spTgt spid="188524"/>
                                        </p:tgtEl>
                                        <p:attrNameLst>
                                          <p:attrName>ppt_y</p:attrName>
                                        </p:attrNameLst>
                                      </p:cBhvr>
                                      <p:tavLst>
                                        <p:tav tm="0">
                                          <p:val>
                                            <p:strVal val="1+#ppt_h/2"/>
                                          </p:val>
                                        </p:tav>
                                        <p:tav tm="100000">
                                          <p:val>
                                            <p:strVal val="#ppt_y"/>
                                          </p:val>
                                        </p:tav>
                                      </p:tavLst>
                                    </p:anim>
                                  </p:childTnLst>
                                </p:cTn>
                              </p:par>
                              <p:par>
                                <p:cTn id="431" presetID="2" presetClass="entr" presetSubtype="4" fill="hold" nodeType="withEffect">
                                  <p:stCondLst>
                                    <p:cond delay="0"/>
                                  </p:stCondLst>
                                  <p:childTnLst>
                                    <p:set>
                                      <p:cBhvr>
                                        <p:cTn id="432" dur="1" fill="hold">
                                          <p:stCondLst>
                                            <p:cond delay="0"/>
                                          </p:stCondLst>
                                        </p:cTn>
                                        <p:tgtEl>
                                          <p:spTgt spid="188525"/>
                                        </p:tgtEl>
                                        <p:attrNameLst>
                                          <p:attrName>style.visibility</p:attrName>
                                        </p:attrNameLst>
                                      </p:cBhvr>
                                      <p:to>
                                        <p:strVal val="visible"/>
                                      </p:to>
                                    </p:set>
                                    <p:anim calcmode="lin" valueType="num">
                                      <p:cBhvr additive="base">
                                        <p:cTn id="433" dur="500" fill="hold"/>
                                        <p:tgtEl>
                                          <p:spTgt spid="188525"/>
                                        </p:tgtEl>
                                        <p:attrNameLst>
                                          <p:attrName>ppt_x</p:attrName>
                                        </p:attrNameLst>
                                      </p:cBhvr>
                                      <p:tavLst>
                                        <p:tav tm="0">
                                          <p:val>
                                            <p:strVal val="#ppt_x"/>
                                          </p:val>
                                        </p:tav>
                                        <p:tav tm="100000">
                                          <p:val>
                                            <p:strVal val="#ppt_x"/>
                                          </p:val>
                                        </p:tav>
                                      </p:tavLst>
                                    </p:anim>
                                    <p:anim calcmode="lin" valueType="num">
                                      <p:cBhvr additive="base">
                                        <p:cTn id="434" dur="500" fill="hold"/>
                                        <p:tgtEl>
                                          <p:spTgt spid="188525"/>
                                        </p:tgtEl>
                                        <p:attrNameLst>
                                          <p:attrName>ppt_y</p:attrName>
                                        </p:attrNameLst>
                                      </p:cBhvr>
                                      <p:tavLst>
                                        <p:tav tm="0">
                                          <p:val>
                                            <p:strVal val="1+#ppt_h/2"/>
                                          </p:val>
                                        </p:tav>
                                        <p:tav tm="100000">
                                          <p:val>
                                            <p:strVal val="#ppt_y"/>
                                          </p:val>
                                        </p:tav>
                                      </p:tavLst>
                                    </p:anim>
                                  </p:childTnLst>
                                </p:cTn>
                              </p:par>
                              <p:par>
                                <p:cTn id="435" presetID="2" presetClass="entr" presetSubtype="4" fill="hold" nodeType="withEffect">
                                  <p:stCondLst>
                                    <p:cond delay="0"/>
                                  </p:stCondLst>
                                  <p:childTnLst>
                                    <p:set>
                                      <p:cBhvr>
                                        <p:cTn id="436" dur="1" fill="hold">
                                          <p:stCondLst>
                                            <p:cond delay="0"/>
                                          </p:stCondLst>
                                        </p:cTn>
                                        <p:tgtEl>
                                          <p:spTgt spid="188526"/>
                                        </p:tgtEl>
                                        <p:attrNameLst>
                                          <p:attrName>style.visibility</p:attrName>
                                        </p:attrNameLst>
                                      </p:cBhvr>
                                      <p:to>
                                        <p:strVal val="visible"/>
                                      </p:to>
                                    </p:set>
                                    <p:anim calcmode="lin" valueType="num">
                                      <p:cBhvr additive="base">
                                        <p:cTn id="437" dur="500" fill="hold"/>
                                        <p:tgtEl>
                                          <p:spTgt spid="188526"/>
                                        </p:tgtEl>
                                        <p:attrNameLst>
                                          <p:attrName>ppt_x</p:attrName>
                                        </p:attrNameLst>
                                      </p:cBhvr>
                                      <p:tavLst>
                                        <p:tav tm="0">
                                          <p:val>
                                            <p:strVal val="#ppt_x"/>
                                          </p:val>
                                        </p:tav>
                                        <p:tav tm="100000">
                                          <p:val>
                                            <p:strVal val="#ppt_x"/>
                                          </p:val>
                                        </p:tav>
                                      </p:tavLst>
                                    </p:anim>
                                    <p:anim calcmode="lin" valueType="num">
                                      <p:cBhvr additive="base">
                                        <p:cTn id="438" dur="500" fill="hold"/>
                                        <p:tgtEl>
                                          <p:spTgt spid="188526"/>
                                        </p:tgtEl>
                                        <p:attrNameLst>
                                          <p:attrName>ppt_y</p:attrName>
                                        </p:attrNameLst>
                                      </p:cBhvr>
                                      <p:tavLst>
                                        <p:tav tm="0">
                                          <p:val>
                                            <p:strVal val="1+#ppt_h/2"/>
                                          </p:val>
                                        </p:tav>
                                        <p:tav tm="100000">
                                          <p:val>
                                            <p:strVal val="#ppt_y"/>
                                          </p:val>
                                        </p:tav>
                                      </p:tavLst>
                                    </p:anim>
                                  </p:childTnLst>
                                </p:cTn>
                              </p:par>
                              <p:par>
                                <p:cTn id="439" presetID="2" presetClass="entr" presetSubtype="4" fill="hold" grpId="0" nodeType="withEffect">
                                  <p:stCondLst>
                                    <p:cond delay="0"/>
                                  </p:stCondLst>
                                  <p:childTnLst>
                                    <p:set>
                                      <p:cBhvr>
                                        <p:cTn id="440" dur="1" fill="hold">
                                          <p:stCondLst>
                                            <p:cond delay="0"/>
                                          </p:stCondLst>
                                        </p:cTn>
                                        <p:tgtEl>
                                          <p:spTgt spid="188527"/>
                                        </p:tgtEl>
                                        <p:attrNameLst>
                                          <p:attrName>style.visibility</p:attrName>
                                        </p:attrNameLst>
                                      </p:cBhvr>
                                      <p:to>
                                        <p:strVal val="visible"/>
                                      </p:to>
                                    </p:set>
                                    <p:anim calcmode="lin" valueType="num">
                                      <p:cBhvr additive="base">
                                        <p:cTn id="441" dur="500" fill="hold"/>
                                        <p:tgtEl>
                                          <p:spTgt spid="188527"/>
                                        </p:tgtEl>
                                        <p:attrNameLst>
                                          <p:attrName>ppt_x</p:attrName>
                                        </p:attrNameLst>
                                      </p:cBhvr>
                                      <p:tavLst>
                                        <p:tav tm="0">
                                          <p:val>
                                            <p:strVal val="#ppt_x"/>
                                          </p:val>
                                        </p:tav>
                                        <p:tav tm="100000">
                                          <p:val>
                                            <p:strVal val="#ppt_x"/>
                                          </p:val>
                                        </p:tav>
                                      </p:tavLst>
                                    </p:anim>
                                    <p:anim calcmode="lin" valueType="num">
                                      <p:cBhvr additive="base">
                                        <p:cTn id="442" dur="500" fill="hold"/>
                                        <p:tgtEl>
                                          <p:spTgt spid="188527"/>
                                        </p:tgtEl>
                                        <p:attrNameLst>
                                          <p:attrName>ppt_y</p:attrName>
                                        </p:attrNameLst>
                                      </p:cBhvr>
                                      <p:tavLst>
                                        <p:tav tm="0">
                                          <p:val>
                                            <p:strVal val="1+#ppt_h/2"/>
                                          </p:val>
                                        </p:tav>
                                        <p:tav tm="100000">
                                          <p:val>
                                            <p:strVal val="#ppt_y"/>
                                          </p:val>
                                        </p:tav>
                                      </p:tavLst>
                                    </p:anim>
                                  </p:childTnLst>
                                </p:cTn>
                              </p:par>
                              <p:par>
                                <p:cTn id="443" presetID="2" presetClass="entr" presetSubtype="4" fill="hold" grpId="0" nodeType="withEffect">
                                  <p:stCondLst>
                                    <p:cond delay="0"/>
                                  </p:stCondLst>
                                  <p:childTnLst>
                                    <p:set>
                                      <p:cBhvr>
                                        <p:cTn id="444" dur="1" fill="hold">
                                          <p:stCondLst>
                                            <p:cond delay="0"/>
                                          </p:stCondLst>
                                        </p:cTn>
                                        <p:tgtEl>
                                          <p:spTgt spid="188528"/>
                                        </p:tgtEl>
                                        <p:attrNameLst>
                                          <p:attrName>style.visibility</p:attrName>
                                        </p:attrNameLst>
                                      </p:cBhvr>
                                      <p:to>
                                        <p:strVal val="visible"/>
                                      </p:to>
                                    </p:set>
                                    <p:anim calcmode="lin" valueType="num">
                                      <p:cBhvr additive="base">
                                        <p:cTn id="445" dur="500" fill="hold"/>
                                        <p:tgtEl>
                                          <p:spTgt spid="188528"/>
                                        </p:tgtEl>
                                        <p:attrNameLst>
                                          <p:attrName>ppt_x</p:attrName>
                                        </p:attrNameLst>
                                      </p:cBhvr>
                                      <p:tavLst>
                                        <p:tav tm="0">
                                          <p:val>
                                            <p:strVal val="#ppt_x"/>
                                          </p:val>
                                        </p:tav>
                                        <p:tav tm="100000">
                                          <p:val>
                                            <p:strVal val="#ppt_x"/>
                                          </p:val>
                                        </p:tav>
                                      </p:tavLst>
                                    </p:anim>
                                    <p:anim calcmode="lin" valueType="num">
                                      <p:cBhvr additive="base">
                                        <p:cTn id="446" dur="500" fill="hold"/>
                                        <p:tgtEl>
                                          <p:spTgt spid="188528"/>
                                        </p:tgtEl>
                                        <p:attrNameLst>
                                          <p:attrName>ppt_y</p:attrName>
                                        </p:attrNameLst>
                                      </p:cBhvr>
                                      <p:tavLst>
                                        <p:tav tm="0">
                                          <p:val>
                                            <p:strVal val="1+#ppt_h/2"/>
                                          </p:val>
                                        </p:tav>
                                        <p:tav tm="100000">
                                          <p:val>
                                            <p:strVal val="#ppt_y"/>
                                          </p:val>
                                        </p:tav>
                                      </p:tavLst>
                                    </p:anim>
                                  </p:childTnLst>
                                </p:cTn>
                              </p:par>
                              <p:par>
                                <p:cTn id="447" presetID="2" presetClass="entr" presetSubtype="4" fill="hold" grpId="0" nodeType="withEffect">
                                  <p:stCondLst>
                                    <p:cond delay="0"/>
                                  </p:stCondLst>
                                  <p:childTnLst>
                                    <p:set>
                                      <p:cBhvr>
                                        <p:cTn id="448" dur="1" fill="hold">
                                          <p:stCondLst>
                                            <p:cond delay="0"/>
                                          </p:stCondLst>
                                        </p:cTn>
                                        <p:tgtEl>
                                          <p:spTgt spid="188529"/>
                                        </p:tgtEl>
                                        <p:attrNameLst>
                                          <p:attrName>style.visibility</p:attrName>
                                        </p:attrNameLst>
                                      </p:cBhvr>
                                      <p:to>
                                        <p:strVal val="visible"/>
                                      </p:to>
                                    </p:set>
                                    <p:anim calcmode="lin" valueType="num">
                                      <p:cBhvr additive="base">
                                        <p:cTn id="449" dur="500" fill="hold"/>
                                        <p:tgtEl>
                                          <p:spTgt spid="188529"/>
                                        </p:tgtEl>
                                        <p:attrNameLst>
                                          <p:attrName>ppt_x</p:attrName>
                                        </p:attrNameLst>
                                      </p:cBhvr>
                                      <p:tavLst>
                                        <p:tav tm="0">
                                          <p:val>
                                            <p:strVal val="#ppt_x"/>
                                          </p:val>
                                        </p:tav>
                                        <p:tav tm="100000">
                                          <p:val>
                                            <p:strVal val="#ppt_x"/>
                                          </p:val>
                                        </p:tav>
                                      </p:tavLst>
                                    </p:anim>
                                    <p:anim calcmode="lin" valueType="num">
                                      <p:cBhvr additive="base">
                                        <p:cTn id="450" dur="500" fill="hold"/>
                                        <p:tgtEl>
                                          <p:spTgt spid="188529"/>
                                        </p:tgtEl>
                                        <p:attrNameLst>
                                          <p:attrName>ppt_y</p:attrName>
                                        </p:attrNameLst>
                                      </p:cBhvr>
                                      <p:tavLst>
                                        <p:tav tm="0">
                                          <p:val>
                                            <p:strVal val="1+#ppt_h/2"/>
                                          </p:val>
                                        </p:tav>
                                        <p:tav tm="100000">
                                          <p:val>
                                            <p:strVal val="#ppt_y"/>
                                          </p:val>
                                        </p:tav>
                                      </p:tavLst>
                                    </p:anim>
                                  </p:childTnLst>
                                </p:cTn>
                              </p:par>
                              <p:par>
                                <p:cTn id="451" presetID="2" presetClass="entr" presetSubtype="4" fill="hold" grpId="0" nodeType="withEffect">
                                  <p:stCondLst>
                                    <p:cond delay="0"/>
                                  </p:stCondLst>
                                  <p:childTnLst>
                                    <p:set>
                                      <p:cBhvr>
                                        <p:cTn id="452" dur="1" fill="hold">
                                          <p:stCondLst>
                                            <p:cond delay="0"/>
                                          </p:stCondLst>
                                        </p:cTn>
                                        <p:tgtEl>
                                          <p:spTgt spid="188530"/>
                                        </p:tgtEl>
                                        <p:attrNameLst>
                                          <p:attrName>style.visibility</p:attrName>
                                        </p:attrNameLst>
                                      </p:cBhvr>
                                      <p:to>
                                        <p:strVal val="visible"/>
                                      </p:to>
                                    </p:set>
                                    <p:anim calcmode="lin" valueType="num">
                                      <p:cBhvr additive="base">
                                        <p:cTn id="453" dur="500" fill="hold"/>
                                        <p:tgtEl>
                                          <p:spTgt spid="188530"/>
                                        </p:tgtEl>
                                        <p:attrNameLst>
                                          <p:attrName>ppt_x</p:attrName>
                                        </p:attrNameLst>
                                      </p:cBhvr>
                                      <p:tavLst>
                                        <p:tav tm="0">
                                          <p:val>
                                            <p:strVal val="#ppt_x"/>
                                          </p:val>
                                        </p:tav>
                                        <p:tav tm="100000">
                                          <p:val>
                                            <p:strVal val="#ppt_x"/>
                                          </p:val>
                                        </p:tav>
                                      </p:tavLst>
                                    </p:anim>
                                    <p:anim calcmode="lin" valueType="num">
                                      <p:cBhvr additive="base">
                                        <p:cTn id="454" dur="500" fill="hold"/>
                                        <p:tgtEl>
                                          <p:spTgt spid="188530"/>
                                        </p:tgtEl>
                                        <p:attrNameLst>
                                          <p:attrName>ppt_y</p:attrName>
                                        </p:attrNameLst>
                                      </p:cBhvr>
                                      <p:tavLst>
                                        <p:tav tm="0">
                                          <p:val>
                                            <p:strVal val="1+#ppt_h/2"/>
                                          </p:val>
                                        </p:tav>
                                        <p:tav tm="100000">
                                          <p:val>
                                            <p:strVal val="#ppt_y"/>
                                          </p:val>
                                        </p:tav>
                                      </p:tavLst>
                                    </p:anim>
                                  </p:childTnLst>
                                </p:cTn>
                              </p:par>
                              <p:par>
                                <p:cTn id="455" presetID="2" presetClass="entr" presetSubtype="4" fill="hold" grpId="0" nodeType="withEffect">
                                  <p:stCondLst>
                                    <p:cond delay="0"/>
                                  </p:stCondLst>
                                  <p:childTnLst>
                                    <p:set>
                                      <p:cBhvr>
                                        <p:cTn id="456" dur="1" fill="hold">
                                          <p:stCondLst>
                                            <p:cond delay="0"/>
                                          </p:stCondLst>
                                        </p:cTn>
                                        <p:tgtEl>
                                          <p:spTgt spid="188531"/>
                                        </p:tgtEl>
                                        <p:attrNameLst>
                                          <p:attrName>style.visibility</p:attrName>
                                        </p:attrNameLst>
                                      </p:cBhvr>
                                      <p:to>
                                        <p:strVal val="visible"/>
                                      </p:to>
                                    </p:set>
                                    <p:anim calcmode="lin" valueType="num">
                                      <p:cBhvr additive="base">
                                        <p:cTn id="457" dur="500" fill="hold"/>
                                        <p:tgtEl>
                                          <p:spTgt spid="188531"/>
                                        </p:tgtEl>
                                        <p:attrNameLst>
                                          <p:attrName>ppt_x</p:attrName>
                                        </p:attrNameLst>
                                      </p:cBhvr>
                                      <p:tavLst>
                                        <p:tav tm="0">
                                          <p:val>
                                            <p:strVal val="#ppt_x"/>
                                          </p:val>
                                        </p:tav>
                                        <p:tav tm="100000">
                                          <p:val>
                                            <p:strVal val="#ppt_x"/>
                                          </p:val>
                                        </p:tav>
                                      </p:tavLst>
                                    </p:anim>
                                    <p:anim calcmode="lin" valueType="num">
                                      <p:cBhvr additive="base">
                                        <p:cTn id="458" dur="500" fill="hold"/>
                                        <p:tgtEl>
                                          <p:spTgt spid="188531"/>
                                        </p:tgtEl>
                                        <p:attrNameLst>
                                          <p:attrName>ppt_y</p:attrName>
                                        </p:attrNameLst>
                                      </p:cBhvr>
                                      <p:tavLst>
                                        <p:tav tm="0">
                                          <p:val>
                                            <p:strVal val="1+#ppt_h/2"/>
                                          </p:val>
                                        </p:tav>
                                        <p:tav tm="100000">
                                          <p:val>
                                            <p:strVal val="#ppt_y"/>
                                          </p:val>
                                        </p:tav>
                                      </p:tavLst>
                                    </p:anim>
                                  </p:childTnLst>
                                </p:cTn>
                              </p:par>
                              <p:par>
                                <p:cTn id="459" presetID="2" presetClass="entr" presetSubtype="4" fill="hold" nodeType="withEffect">
                                  <p:stCondLst>
                                    <p:cond delay="0"/>
                                  </p:stCondLst>
                                  <p:childTnLst>
                                    <p:set>
                                      <p:cBhvr>
                                        <p:cTn id="460" dur="1" fill="hold">
                                          <p:stCondLst>
                                            <p:cond delay="0"/>
                                          </p:stCondLst>
                                        </p:cTn>
                                        <p:tgtEl>
                                          <p:spTgt spid="188532"/>
                                        </p:tgtEl>
                                        <p:attrNameLst>
                                          <p:attrName>style.visibility</p:attrName>
                                        </p:attrNameLst>
                                      </p:cBhvr>
                                      <p:to>
                                        <p:strVal val="visible"/>
                                      </p:to>
                                    </p:set>
                                    <p:anim calcmode="lin" valueType="num">
                                      <p:cBhvr additive="base">
                                        <p:cTn id="461" dur="500" fill="hold"/>
                                        <p:tgtEl>
                                          <p:spTgt spid="188532"/>
                                        </p:tgtEl>
                                        <p:attrNameLst>
                                          <p:attrName>ppt_x</p:attrName>
                                        </p:attrNameLst>
                                      </p:cBhvr>
                                      <p:tavLst>
                                        <p:tav tm="0">
                                          <p:val>
                                            <p:strVal val="#ppt_x"/>
                                          </p:val>
                                        </p:tav>
                                        <p:tav tm="100000">
                                          <p:val>
                                            <p:strVal val="#ppt_x"/>
                                          </p:val>
                                        </p:tav>
                                      </p:tavLst>
                                    </p:anim>
                                    <p:anim calcmode="lin" valueType="num">
                                      <p:cBhvr additive="base">
                                        <p:cTn id="462" dur="500" fill="hold"/>
                                        <p:tgtEl>
                                          <p:spTgt spid="188532"/>
                                        </p:tgtEl>
                                        <p:attrNameLst>
                                          <p:attrName>ppt_y</p:attrName>
                                        </p:attrNameLst>
                                      </p:cBhvr>
                                      <p:tavLst>
                                        <p:tav tm="0">
                                          <p:val>
                                            <p:strVal val="1+#ppt_h/2"/>
                                          </p:val>
                                        </p:tav>
                                        <p:tav tm="100000">
                                          <p:val>
                                            <p:strVal val="#ppt_y"/>
                                          </p:val>
                                        </p:tav>
                                      </p:tavLst>
                                    </p:anim>
                                  </p:childTnLst>
                                </p:cTn>
                              </p:par>
                              <p:par>
                                <p:cTn id="463" presetID="2" presetClass="entr" presetSubtype="4" fill="hold" nodeType="withEffect">
                                  <p:stCondLst>
                                    <p:cond delay="0"/>
                                  </p:stCondLst>
                                  <p:childTnLst>
                                    <p:set>
                                      <p:cBhvr>
                                        <p:cTn id="464" dur="1" fill="hold">
                                          <p:stCondLst>
                                            <p:cond delay="0"/>
                                          </p:stCondLst>
                                        </p:cTn>
                                        <p:tgtEl>
                                          <p:spTgt spid="188533"/>
                                        </p:tgtEl>
                                        <p:attrNameLst>
                                          <p:attrName>style.visibility</p:attrName>
                                        </p:attrNameLst>
                                      </p:cBhvr>
                                      <p:to>
                                        <p:strVal val="visible"/>
                                      </p:to>
                                    </p:set>
                                    <p:anim calcmode="lin" valueType="num">
                                      <p:cBhvr additive="base">
                                        <p:cTn id="465" dur="500" fill="hold"/>
                                        <p:tgtEl>
                                          <p:spTgt spid="188533"/>
                                        </p:tgtEl>
                                        <p:attrNameLst>
                                          <p:attrName>ppt_x</p:attrName>
                                        </p:attrNameLst>
                                      </p:cBhvr>
                                      <p:tavLst>
                                        <p:tav tm="0">
                                          <p:val>
                                            <p:strVal val="#ppt_x"/>
                                          </p:val>
                                        </p:tav>
                                        <p:tav tm="100000">
                                          <p:val>
                                            <p:strVal val="#ppt_x"/>
                                          </p:val>
                                        </p:tav>
                                      </p:tavLst>
                                    </p:anim>
                                    <p:anim calcmode="lin" valueType="num">
                                      <p:cBhvr additive="base">
                                        <p:cTn id="466" dur="500" fill="hold"/>
                                        <p:tgtEl>
                                          <p:spTgt spid="188533"/>
                                        </p:tgtEl>
                                        <p:attrNameLst>
                                          <p:attrName>ppt_y</p:attrName>
                                        </p:attrNameLst>
                                      </p:cBhvr>
                                      <p:tavLst>
                                        <p:tav tm="0">
                                          <p:val>
                                            <p:strVal val="1+#ppt_h/2"/>
                                          </p:val>
                                        </p:tav>
                                        <p:tav tm="100000">
                                          <p:val>
                                            <p:strVal val="#ppt_y"/>
                                          </p:val>
                                        </p:tav>
                                      </p:tavLst>
                                    </p:anim>
                                  </p:childTnLst>
                                </p:cTn>
                              </p:par>
                              <p:par>
                                <p:cTn id="467" presetID="2" presetClass="entr" presetSubtype="4" fill="hold" grpId="0" nodeType="withEffect">
                                  <p:stCondLst>
                                    <p:cond delay="0"/>
                                  </p:stCondLst>
                                  <p:childTnLst>
                                    <p:set>
                                      <p:cBhvr>
                                        <p:cTn id="468" dur="1" fill="hold">
                                          <p:stCondLst>
                                            <p:cond delay="0"/>
                                          </p:stCondLst>
                                        </p:cTn>
                                        <p:tgtEl>
                                          <p:spTgt spid="188534"/>
                                        </p:tgtEl>
                                        <p:attrNameLst>
                                          <p:attrName>style.visibility</p:attrName>
                                        </p:attrNameLst>
                                      </p:cBhvr>
                                      <p:to>
                                        <p:strVal val="visible"/>
                                      </p:to>
                                    </p:set>
                                    <p:anim calcmode="lin" valueType="num">
                                      <p:cBhvr additive="base">
                                        <p:cTn id="469" dur="500" fill="hold"/>
                                        <p:tgtEl>
                                          <p:spTgt spid="188534"/>
                                        </p:tgtEl>
                                        <p:attrNameLst>
                                          <p:attrName>ppt_x</p:attrName>
                                        </p:attrNameLst>
                                      </p:cBhvr>
                                      <p:tavLst>
                                        <p:tav tm="0">
                                          <p:val>
                                            <p:strVal val="#ppt_x"/>
                                          </p:val>
                                        </p:tav>
                                        <p:tav tm="100000">
                                          <p:val>
                                            <p:strVal val="#ppt_x"/>
                                          </p:val>
                                        </p:tav>
                                      </p:tavLst>
                                    </p:anim>
                                    <p:anim calcmode="lin" valueType="num">
                                      <p:cBhvr additive="base">
                                        <p:cTn id="470" dur="500" fill="hold"/>
                                        <p:tgtEl>
                                          <p:spTgt spid="188534"/>
                                        </p:tgtEl>
                                        <p:attrNameLst>
                                          <p:attrName>ppt_y</p:attrName>
                                        </p:attrNameLst>
                                      </p:cBhvr>
                                      <p:tavLst>
                                        <p:tav tm="0">
                                          <p:val>
                                            <p:strVal val="1+#ppt_h/2"/>
                                          </p:val>
                                        </p:tav>
                                        <p:tav tm="100000">
                                          <p:val>
                                            <p:strVal val="#ppt_y"/>
                                          </p:val>
                                        </p:tav>
                                      </p:tavLst>
                                    </p:anim>
                                  </p:childTnLst>
                                </p:cTn>
                              </p:par>
                              <p:par>
                                <p:cTn id="471" presetID="2" presetClass="entr" presetSubtype="4" fill="hold" grpId="0" nodeType="withEffect">
                                  <p:stCondLst>
                                    <p:cond delay="0"/>
                                  </p:stCondLst>
                                  <p:childTnLst>
                                    <p:set>
                                      <p:cBhvr>
                                        <p:cTn id="472" dur="1" fill="hold">
                                          <p:stCondLst>
                                            <p:cond delay="0"/>
                                          </p:stCondLst>
                                        </p:cTn>
                                        <p:tgtEl>
                                          <p:spTgt spid="188535"/>
                                        </p:tgtEl>
                                        <p:attrNameLst>
                                          <p:attrName>style.visibility</p:attrName>
                                        </p:attrNameLst>
                                      </p:cBhvr>
                                      <p:to>
                                        <p:strVal val="visible"/>
                                      </p:to>
                                    </p:set>
                                    <p:anim calcmode="lin" valueType="num">
                                      <p:cBhvr additive="base">
                                        <p:cTn id="473" dur="500" fill="hold"/>
                                        <p:tgtEl>
                                          <p:spTgt spid="188535"/>
                                        </p:tgtEl>
                                        <p:attrNameLst>
                                          <p:attrName>ppt_x</p:attrName>
                                        </p:attrNameLst>
                                      </p:cBhvr>
                                      <p:tavLst>
                                        <p:tav tm="0">
                                          <p:val>
                                            <p:strVal val="#ppt_x"/>
                                          </p:val>
                                        </p:tav>
                                        <p:tav tm="100000">
                                          <p:val>
                                            <p:strVal val="#ppt_x"/>
                                          </p:val>
                                        </p:tav>
                                      </p:tavLst>
                                    </p:anim>
                                    <p:anim calcmode="lin" valueType="num">
                                      <p:cBhvr additive="base">
                                        <p:cTn id="474" dur="500" fill="hold"/>
                                        <p:tgtEl>
                                          <p:spTgt spid="188535"/>
                                        </p:tgtEl>
                                        <p:attrNameLst>
                                          <p:attrName>ppt_y</p:attrName>
                                        </p:attrNameLst>
                                      </p:cBhvr>
                                      <p:tavLst>
                                        <p:tav tm="0">
                                          <p:val>
                                            <p:strVal val="1+#ppt_h/2"/>
                                          </p:val>
                                        </p:tav>
                                        <p:tav tm="100000">
                                          <p:val>
                                            <p:strVal val="#ppt_y"/>
                                          </p:val>
                                        </p:tav>
                                      </p:tavLst>
                                    </p:anim>
                                  </p:childTnLst>
                                </p:cTn>
                              </p:par>
                              <p:par>
                                <p:cTn id="475" presetID="2" presetClass="entr" presetSubtype="4" fill="hold" grpId="0" nodeType="withEffect">
                                  <p:stCondLst>
                                    <p:cond delay="0"/>
                                  </p:stCondLst>
                                  <p:childTnLst>
                                    <p:set>
                                      <p:cBhvr>
                                        <p:cTn id="476" dur="1" fill="hold">
                                          <p:stCondLst>
                                            <p:cond delay="0"/>
                                          </p:stCondLst>
                                        </p:cTn>
                                        <p:tgtEl>
                                          <p:spTgt spid="188536"/>
                                        </p:tgtEl>
                                        <p:attrNameLst>
                                          <p:attrName>style.visibility</p:attrName>
                                        </p:attrNameLst>
                                      </p:cBhvr>
                                      <p:to>
                                        <p:strVal val="visible"/>
                                      </p:to>
                                    </p:set>
                                    <p:anim calcmode="lin" valueType="num">
                                      <p:cBhvr additive="base">
                                        <p:cTn id="477" dur="500" fill="hold"/>
                                        <p:tgtEl>
                                          <p:spTgt spid="188536"/>
                                        </p:tgtEl>
                                        <p:attrNameLst>
                                          <p:attrName>ppt_x</p:attrName>
                                        </p:attrNameLst>
                                      </p:cBhvr>
                                      <p:tavLst>
                                        <p:tav tm="0">
                                          <p:val>
                                            <p:strVal val="#ppt_x"/>
                                          </p:val>
                                        </p:tav>
                                        <p:tav tm="100000">
                                          <p:val>
                                            <p:strVal val="#ppt_x"/>
                                          </p:val>
                                        </p:tav>
                                      </p:tavLst>
                                    </p:anim>
                                    <p:anim calcmode="lin" valueType="num">
                                      <p:cBhvr additive="base">
                                        <p:cTn id="478" dur="500" fill="hold"/>
                                        <p:tgtEl>
                                          <p:spTgt spid="188536"/>
                                        </p:tgtEl>
                                        <p:attrNameLst>
                                          <p:attrName>ppt_y</p:attrName>
                                        </p:attrNameLst>
                                      </p:cBhvr>
                                      <p:tavLst>
                                        <p:tav tm="0">
                                          <p:val>
                                            <p:strVal val="1+#ppt_h/2"/>
                                          </p:val>
                                        </p:tav>
                                        <p:tav tm="100000">
                                          <p:val>
                                            <p:strVal val="#ppt_y"/>
                                          </p:val>
                                        </p:tav>
                                      </p:tavLst>
                                    </p:anim>
                                  </p:childTnLst>
                                </p:cTn>
                              </p:par>
                              <p:par>
                                <p:cTn id="479" presetID="2" presetClass="entr" presetSubtype="4" fill="hold" grpId="0" nodeType="withEffect">
                                  <p:stCondLst>
                                    <p:cond delay="0"/>
                                  </p:stCondLst>
                                  <p:childTnLst>
                                    <p:set>
                                      <p:cBhvr>
                                        <p:cTn id="480" dur="1" fill="hold">
                                          <p:stCondLst>
                                            <p:cond delay="0"/>
                                          </p:stCondLst>
                                        </p:cTn>
                                        <p:tgtEl>
                                          <p:spTgt spid="188537"/>
                                        </p:tgtEl>
                                        <p:attrNameLst>
                                          <p:attrName>style.visibility</p:attrName>
                                        </p:attrNameLst>
                                      </p:cBhvr>
                                      <p:to>
                                        <p:strVal val="visible"/>
                                      </p:to>
                                    </p:set>
                                    <p:anim calcmode="lin" valueType="num">
                                      <p:cBhvr additive="base">
                                        <p:cTn id="481" dur="500" fill="hold"/>
                                        <p:tgtEl>
                                          <p:spTgt spid="188537"/>
                                        </p:tgtEl>
                                        <p:attrNameLst>
                                          <p:attrName>ppt_x</p:attrName>
                                        </p:attrNameLst>
                                      </p:cBhvr>
                                      <p:tavLst>
                                        <p:tav tm="0">
                                          <p:val>
                                            <p:strVal val="#ppt_x"/>
                                          </p:val>
                                        </p:tav>
                                        <p:tav tm="100000">
                                          <p:val>
                                            <p:strVal val="#ppt_x"/>
                                          </p:val>
                                        </p:tav>
                                      </p:tavLst>
                                    </p:anim>
                                    <p:anim calcmode="lin" valueType="num">
                                      <p:cBhvr additive="base">
                                        <p:cTn id="482" dur="500" fill="hold"/>
                                        <p:tgtEl>
                                          <p:spTgt spid="188537"/>
                                        </p:tgtEl>
                                        <p:attrNameLst>
                                          <p:attrName>ppt_y</p:attrName>
                                        </p:attrNameLst>
                                      </p:cBhvr>
                                      <p:tavLst>
                                        <p:tav tm="0">
                                          <p:val>
                                            <p:strVal val="1+#ppt_h/2"/>
                                          </p:val>
                                        </p:tav>
                                        <p:tav tm="100000">
                                          <p:val>
                                            <p:strVal val="#ppt_y"/>
                                          </p:val>
                                        </p:tav>
                                      </p:tavLst>
                                    </p:anim>
                                  </p:childTnLst>
                                </p:cTn>
                              </p:par>
                              <p:par>
                                <p:cTn id="483" presetID="2" presetClass="entr" presetSubtype="4" fill="hold" grpId="0" nodeType="withEffect">
                                  <p:stCondLst>
                                    <p:cond delay="0"/>
                                  </p:stCondLst>
                                  <p:childTnLst>
                                    <p:set>
                                      <p:cBhvr>
                                        <p:cTn id="484" dur="1" fill="hold">
                                          <p:stCondLst>
                                            <p:cond delay="0"/>
                                          </p:stCondLst>
                                        </p:cTn>
                                        <p:tgtEl>
                                          <p:spTgt spid="188538"/>
                                        </p:tgtEl>
                                        <p:attrNameLst>
                                          <p:attrName>style.visibility</p:attrName>
                                        </p:attrNameLst>
                                      </p:cBhvr>
                                      <p:to>
                                        <p:strVal val="visible"/>
                                      </p:to>
                                    </p:set>
                                    <p:anim calcmode="lin" valueType="num">
                                      <p:cBhvr additive="base">
                                        <p:cTn id="485" dur="500" fill="hold"/>
                                        <p:tgtEl>
                                          <p:spTgt spid="188538"/>
                                        </p:tgtEl>
                                        <p:attrNameLst>
                                          <p:attrName>ppt_x</p:attrName>
                                        </p:attrNameLst>
                                      </p:cBhvr>
                                      <p:tavLst>
                                        <p:tav tm="0">
                                          <p:val>
                                            <p:strVal val="#ppt_x"/>
                                          </p:val>
                                        </p:tav>
                                        <p:tav tm="100000">
                                          <p:val>
                                            <p:strVal val="#ppt_x"/>
                                          </p:val>
                                        </p:tav>
                                      </p:tavLst>
                                    </p:anim>
                                    <p:anim calcmode="lin" valueType="num">
                                      <p:cBhvr additive="base">
                                        <p:cTn id="486" dur="500" fill="hold"/>
                                        <p:tgtEl>
                                          <p:spTgt spid="188538"/>
                                        </p:tgtEl>
                                        <p:attrNameLst>
                                          <p:attrName>ppt_y</p:attrName>
                                        </p:attrNameLst>
                                      </p:cBhvr>
                                      <p:tavLst>
                                        <p:tav tm="0">
                                          <p:val>
                                            <p:strVal val="1+#ppt_h/2"/>
                                          </p:val>
                                        </p:tav>
                                        <p:tav tm="100000">
                                          <p:val>
                                            <p:strVal val="#ppt_y"/>
                                          </p:val>
                                        </p:tav>
                                      </p:tavLst>
                                    </p:anim>
                                  </p:childTnLst>
                                </p:cTn>
                              </p:par>
                              <p:par>
                                <p:cTn id="487" presetID="2" presetClass="entr" presetSubtype="4" fill="hold" grpId="0" nodeType="withEffect">
                                  <p:stCondLst>
                                    <p:cond delay="0"/>
                                  </p:stCondLst>
                                  <p:childTnLst>
                                    <p:set>
                                      <p:cBhvr>
                                        <p:cTn id="488" dur="1" fill="hold">
                                          <p:stCondLst>
                                            <p:cond delay="0"/>
                                          </p:stCondLst>
                                        </p:cTn>
                                        <p:tgtEl>
                                          <p:spTgt spid="188539"/>
                                        </p:tgtEl>
                                        <p:attrNameLst>
                                          <p:attrName>style.visibility</p:attrName>
                                        </p:attrNameLst>
                                      </p:cBhvr>
                                      <p:to>
                                        <p:strVal val="visible"/>
                                      </p:to>
                                    </p:set>
                                    <p:anim calcmode="lin" valueType="num">
                                      <p:cBhvr additive="base">
                                        <p:cTn id="489" dur="500" fill="hold"/>
                                        <p:tgtEl>
                                          <p:spTgt spid="188539"/>
                                        </p:tgtEl>
                                        <p:attrNameLst>
                                          <p:attrName>ppt_x</p:attrName>
                                        </p:attrNameLst>
                                      </p:cBhvr>
                                      <p:tavLst>
                                        <p:tav tm="0">
                                          <p:val>
                                            <p:strVal val="#ppt_x"/>
                                          </p:val>
                                        </p:tav>
                                        <p:tav tm="100000">
                                          <p:val>
                                            <p:strVal val="#ppt_x"/>
                                          </p:val>
                                        </p:tav>
                                      </p:tavLst>
                                    </p:anim>
                                    <p:anim calcmode="lin" valueType="num">
                                      <p:cBhvr additive="base">
                                        <p:cTn id="490" dur="500" fill="hold"/>
                                        <p:tgtEl>
                                          <p:spTgt spid="188539"/>
                                        </p:tgtEl>
                                        <p:attrNameLst>
                                          <p:attrName>ppt_y</p:attrName>
                                        </p:attrNameLst>
                                      </p:cBhvr>
                                      <p:tavLst>
                                        <p:tav tm="0">
                                          <p:val>
                                            <p:strVal val="1+#ppt_h/2"/>
                                          </p:val>
                                        </p:tav>
                                        <p:tav tm="100000">
                                          <p:val>
                                            <p:strVal val="#ppt_y"/>
                                          </p:val>
                                        </p:tav>
                                      </p:tavLst>
                                    </p:anim>
                                  </p:childTnLst>
                                </p:cTn>
                              </p:par>
                              <p:par>
                                <p:cTn id="491" presetID="2" presetClass="entr" presetSubtype="4" fill="hold" grpId="0" nodeType="withEffect">
                                  <p:stCondLst>
                                    <p:cond delay="0"/>
                                  </p:stCondLst>
                                  <p:childTnLst>
                                    <p:set>
                                      <p:cBhvr>
                                        <p:cTn id="492" dur="1" fill="hold">
                                          <p:stCondLst>
                                            <p:cond delay="0"/>
                                          </p:stCondLst>
                                        </p:cTn>
                                        <p:tgtEl>
                                          <p:spTgt spid="188540"/>
                                        </p:tgtEl>
                                        <p:attrNameLst>
                                          <p:attrName>style.visibility</p:attrName>
                                        </p:attrNameLst>
                                      </p:cBhvr>
                                      <p:to>
                                        <p:strVal val="visible"/>
                                      </p:to>
                                    </p:set>
                                    <p:anim calcmode="lin" valueType="num">
                                      <p:cBhvr additive="base">
                                        <p:cTn id="493" dur="500" fill="hold"/>
                                        <p:tgtEl>
                                          <p:spTgt spid="188540"/>
                                        </p:tgtEl>
                                        <p:attrNameLst>
                                          <p:attrName>ppt_x</p:attrName>
                                        </p:attrNameLst>
                                      </p:cBhvr>
                                      <p:tavLst>
                                        <p:tav tm="0">
                                          <p:val>
                                            <p:strVal val="#ppt_x"/>
                                          </p:val>
                                        </p:tav>
                                        <p:tav tm="100000">
                                          <p:val>
                                            <p:strVal val="#ppt_x"/>
                                          </p:val>
                                        </p:tav>
                                      </p:tavLst>
                                    </p:anim>
                                    <p:anim calcmode="lin" valueType="num">
                                      <p:cBhvr additive="base">
                                        <p:cTn id="494" dur="500" fill="hold"/>
                                        <p:tgtEl>
                                          <p:spTgt spid="188540"/>
                                        </p:tgtEl>
                                        <p:attrNameLst>
                                          <p:attrName>ppt_y</p:attrName>
                                        </p:attrNameLst>
                                      </p:cBhvr>
                                      <p:tavLst>
                                        <p:tav tm="0">
                                          <p:val>
                                            <p:strVal val="1+#ppt_h/2"/>
                                          </p:val>
                                        </p:tav>
                                        <p:tav tm="100000">
                                          <p:val>
                                            <p:strVal val="#ppt_y"/>
                                          </p:val>
                                        </p:tav>
                                      </p:tavLst>
                                    </p:anim>
                                  </p:childTnLst>
                                </p:cTn>
                              </p:par>
                              <p:par>
                                <p:cTn id="495" presetID="2" presetClass="entr" presetSubtype="4" fill="hold" grpId="0" nodeType="withEffect">
                                  <p:stCondLst>
                                    <p:cond delay="0"/>
                                  </p:stCondLst>
                                  <p:childTnLst>
                                    <p:set>
                                      <p:cBhvr>
                                        <p:cTn id="496" dur="1" fill="hold">
                                          <p:stCondLst>
                                            <p:cond delay="0"/>
                                          </p:stCondLst>
                                        </p:cTn>
                                        <p:tgtEl>
                                          <p:spTgt spid="188541"/>
                                        </p:tgtEl>
                                        <p:attrNameLst>
                                          <p:attrName>style.visibility</p:attrName>
                                        </p:attrNameLst>
                                      </p:cBhvr>
                                      <p:to>
                                        <p:strVal val="visible"/>
                                      </p:to>
                                    </p:set>
                                    <p:anim calcmode="lin" valueType="num">
                                      <p:cBhvr additive="base">
                                        <p:cTn id="497" dur="500" fill="hold"/>
                                        <p:tgtEl>
                                          <p:spTgt spid="188541"/>
                                        </p:tgtEl>
                                        <p:attrNameLst>
                                          <p:attrName>ppt_x</p:attrName>
                                        </p:attrNameLst>
                                      </p:cBhvr>
                                      <p:tavLst>
                                        <p:tav tm="0">
                                          <p:val>
                                            <p:strVal val="#ppt_x"/>
                                          </p:val>
                                        </p:tav>
                                        <p:tav tm="100000">
                                          <p:val>
                                            <p:strVal val="#ppt_x"/>
                                          </p:val>
                                        </p:tav>
                                      </p:tavLst>
                                    </p:anim>
                                    <p:anim calcmode="lin" valueType="num">
                                      <p:cBhvr additive="base">
                                        <p:cTn id="498" dur="500" fill="hold"/>
                                        <p:tgtEl>
                                          <p:spTgt spid="188541"/>
                                        </p:tgtEl>
                                        <p:attrNameLst>
                                          <p:attrName>ppt_y</p:attrName>
                                        </p:attrNameLst>
                                      </p:cBhvr>
                                      <p:tavLst>
                                        <p:tav tm="0">
                                          <p:val>
                                            <p:strVal val="1+#ppt_h/2"/>
                                          </p:val>
                                        </p:tav>
                                        <p:tav tm="100000">
                                          <p:val>
                                            <p:strVal val="#ppt_y"/>
                                          </p:val>
                                        </p:tav>
                                      </p:tavLst>
                                    </p:anim>
                                  </p:childTnLst>
                                </p:cTn>
                              </p:par>
                              <p:par>
                                <p:cTn id="499" presetID="2" presetClass="entr" presetSubtype="4" fill="hold" grpId="0" nodeType="withEffect">
                                  <p:stCondLst>
                                    <p:cond delay="0"/>
                                  </p:stCondLst>
                                  <p:childTnLst>
                                    <p:set>
                                      <p:cBhvr>
                                        <p:cTn id="500" dur="1" fill="hold">
                                          <p:stCondLst>
                                            <p:cond delay="0"/>
                                          </p:stCondLst>
                                        </p:cTn>
                                        <p:tgtEl>
                                          <p:spTgt spid="188542"/>
                                        </p:tgtEl>
                                        <p:attrNameLst>
                                          <p:attrName>style.visibility</p:attrName>
                                        </p:attrNameLst>
                                      </p:cBhvr>
                                      <p:to>
                                        <p:strVal val="visible"/>
                                      </p:to>
                                    </p:set>
                                    <p:anim calcmode="lin" valueType="num">
                                      <p:cBhvr additive="base">
                                        <p:cTn id="501" dur="500" fill="hold"/>
                                        <p:tgtEl>
                                          <p:spTgt spid="188542"/>
                                        </p:tgtEl>
                                        <p:attrNameLst>
                                          <p:attrName>ppt_x</p:attrName>
                                        </p:attrNameLst>
                                      </p:cBhvr>
                                      <p:tavLst>
                                        <p:tav tm="0">
                                          <p:val>
                                            <p:strVal val="#ppt_x"/>
                                          </p:val>
                                        </p:tav>
                                        <p:tav tm="100000">
                                          <p:val>
                                            <p:strVal val="#ppt_x"/>
                                          </p:val>
                                        </p:tav>
                                      </p:tavLst>
                                    </p:anim>
                                    <p:anim calcmode="lin" valueType="num">
                                      <p:cBhvr additive="base">
                                        <p:cTn id="502" dur="500" fill="hold"/>
                                        <p:tgtEl>
                                          <p:spTgt spid="188542"/>
                                        </p:tgtEl>
                                        <p:attrNameLst>
                                          <p:attrName>ppt_y</p:attrName>
                                        </p:attrNameLst>
                                      </p:cBhvr>
                                      <p:tavLst>
                                        <p:tav tm="0">
                                          <p:val>
                                            <p:strVal val="1+#ppt_h/2"/>
                                          </p:val>
                                        </p:tav>
                                        <p:tav tm="100000">
                                          <p:val>
                                            <p:strVal val="#ppt_y"/>
                                          </p:val>
                                        </p:tav>
                                      </p:tavLst>
                                    </p:anim>
                                  </p:childTnLst>
                                </p:cTn>
                              </p:par>
                              <p:par>
                                <p:cTn id="503" presetID="2" presetClass="entr" presetSubtype="4" fill="hold" grpId="0" nodeType="withEffect">
                                  <p:stCondLst>
                                    <p:cond delay="0"/>
                                  </p:stCondLst>
                                  <p:childTnLst>
                                    <p:set>
                                      <p:cBhvr>
                                        <p:cTn id="504" dur="1" fill="hold">
                                          <p:stCondLst>
                                            <p:cond delay="0"/>
                                          </p:stCondLst>
                                        </p:cTn>
                                        <p:tgtEl>
                                          <p:spTgt spid="188543"/>
                                        </p:tgtEl>
                                        <p:attrNameLst>
                                          <p:attrName>style.visibility</p:attrName>
                                        </p:attrNameLst>
                                      </p:cBhvr>
                                      <p:to>
                                        <p:strVal val="visible"/>
                                      </p:to>
                                    </p:set>
                                    <p:anim calcmode="lin" valueType="num">
                                      <p:cBhvr additive="base">
                                        <p:cTn id="505" dur="500" fill="hold"/>
                                        <p:tgtEl>
                                          <p:spTgt spid="188543"/>
                                        </p:tgtEl>
                                        <p:attrNameLst>
                                          <p:attrName>ppt_x</p:attrName>
                                        </p:attrNameLst>
                                      </p:cBhvr>
                                      <p:tavLst>
                                        <p:tav tm="0">
                                          <p:val>
                                            <p:strVal val="#ppt_x"/>
                                          </p:val>
                                        </p:tav>
                                        <p:tav tm="100000">
                                          <p:val>
                                            <p:strVal val="#ppt_x"/>
                                          </p:val>
                                        </p:tav>
                                      </p:tavLst>
                                    </p:anim>
                                    <p:anim calcmode="lin" valueType="num">
                                      <p:cBhvr additive="base">
                                        <p:cTn id="506" dur="500" fill="hold"/>
                                        <p:tgtEl>
                                          <p:spTgt spid="188543"/>
                                        </p:tgtEl>
                                        <p:attrNameLst>
                                          <p:attrName>ppt_y</p:attrName>
                                        </p:attrNameLst>
                                      </p:cBhvr>
                                      <p:tavLst>
                                        <p:tav tm="0">
                                          <p:val>
                                            <p:strVal val="1+#ppt_h/2"/>
                                          </p:val>
                                        </p:tav>
                                        <p:tav tm="100000">
                                          <p:val>
                                            <p:strVal val="#ppt_y"/>
                                          </p:val>
                                        </p:tav>
                                      </p:tavLst>
                                    </p:anim>
                                  </p:childTnLst>
                                </p:cTn>
                              </p:par>
                              <p:par>
                                <p:cTn id="507" presetID="2" presetClass="entr" presetSubtype="4" fill="hold" grpId="0" nodeType="withEffect">
                                  <p:stCondLst>
                                    <p:cond delay="0"/>
                                  </p:stCondLst>
                                  <p:childTnLst>
                                    <p:set>
                                      <p:cBhvr>
                                        <p:cTn id="508" dur="1" fill="hold">
                                          <p:stCondLst>
                                            <p:cond delay="0"/>
                                          </p:stCondLst>
                                        </p:cTn>
                                        <p:tgtEl>
                                          <p:spTgt spid="188544"/>
                                        </p:tgtEl>
                                        <p:attrNameLst>
                                          <p:attrName>style.visibility</p:attrName>
                                        </p:attrNameLst>
                                      </p:cBhvr>
                                      <p:to>
                                        <p:strVal val="visible"/>
                                      </p:to>
                                    </p:set>
                                    <p:anim calcmode="lin" valueType="num">
                                      <p:cBhvr additive="base">
                                        <p:cTn id="509" dur="500" fill="hold"/>
                                        <p:tgtEl>
                                          <p:spTgt spid="188544"/>
                                        </p:tgtEl>
                                        <p:attrNameLst>
                                          <p:attrName>ppt_x</p:attrName>
                                        </p:attrNameLst>
                                      </p:cBhvr>
                                      <p:tavLst>
                                        <p:tav tm="0">
                                          <p:val>
                                            <p:strVal val="#ppt_x"/>
                                          </p:val>
                                        </p:tav>
                                        <p:tav tm="100000">
                                          <p:val>
                                            <p:strVal val="#ppt_x"/>
                                          </p:val>
                                        </p:tav>
                                      </p:tavLst>
                                    </p:anim>
                                    <p:anim calcmode="lin" valueType="num">
                                      <p:cBhvr additive="base">
                                        <p:cTn id="510" dur="500" fill="hold"/>
                                        <p:tgtEl>
                                          <p:spTgt spid="188544"/>
                                        </p:tgtEl>
                                        <p:attrNameLst>
                                          <p:attrName>ppt_y</p:attrName>
                                        </p:attrNameLst>
                                      </p:cBhvr>
                                      <p:tavLst>
                                        <p:tav tm="0">
                                          <p:val>
                                            <p:strVal val="1+#ppt_h/2"/>
                                          </p:val>
                                        </p:tav>
                                        <p:tav tm="100000">
                                          <p:val>
                                            <p:strVal val="#ppt_y"/>
                                          </p:val>
                                        </p:tav>
                                      </p:tavLst>
                                    </p:anim>
                                  </p:childTnLst>
                                </p:cTn>
                              </p:par>
                              <p:par>
                                <p:cTn id="511" presetID="2" presetClass="entr" presetSubtype="4" fill="hold" grpId="0" nodeType="withEffect">
                                  <p:stCondLst>
                                    <p:cond delay="0"/>
                                  </p:stCondLst>
                                  <p:childTnLst>
                                    <p:set>
                                      <p:cBhvr>
                                        <p:cTn id="512" dur="1" fill="hold">
                                          <p:stCondLst>
                                            <p:cond delay="0"/>
                                          </p:stCondLst>
                                        </p:cTn>
                                        <p:tgtEl>
                                          <p:spTgt spid="188545"/>
                                        </p:tgtEl>
                                        <p:attrNameLst>
                                          <p:attrName>style.visibility</p:attrName>
                                        </p:attrNameLst>
                                      </p:cBhvr>
                                      <p:to>
                                        <p:strVal val="visible"/>
                                      </p:to>
                                    </p:set>
                                    <p:anim calcmode="lin" valueType="num">
                                      <p:cBhvr additive="base">
                                        <p:cTn id="513" dur="500" fill="hold"/>
                                        <p:tgtEl>
                                          <p:spTgt spid="188545"/>
                                        </p:tgtEl>
                                        <p:attrNameLst>
                                          <p:attrName>ppt_x</p:attrName>
                                        </p:attrNameLst>
                                      </p:cBhvr>
                                      <p:tavLst>
                                        <p:tav tm="0">
                                          <p:val>
                                            <p:strVal val="#ppt_x"/>
                                          </p:val>
                                        </p:tav>
                                        <p:tav tm="100000">
                                          <p:val>
                                            <p:strVal val="#ppt_x"/>
                                          </p:val>
                                        </p:tav>
                                      </p:tavLst>
                                    </p:anim>
                                    <p:anim calcmode="lin" valueType="num">
                                      <p:cBhvr additive="base">
                                        <p:cTn id="514" dur="500" fill="hold"/>
                                        <p:tgtEl>
                                          <p:spTgt spid="188545"/>
                                        </p:tgtEl>
                                        <p:attrNameLst>
                                          <p:attrName>ppt_y</p:attrName>
                                        </p:attrNameLst>
                                      </p:cBhvr>
                                      <p:tavLst>
                                        <p:tav tm="0">
                                          <p:val>
                                            <p:strVal val="1+#ppt_h/2"/>
                                          </p:val>
                                        </p:tav>
                                        <p:tav tm="100000">
                                          <p:val>
                                            <p:strVal val="#ppt_y"/>
                                          </p:val>
                                        </p:tav>
                                      </p:tavLst>
                                    </p:anim>
                                  </p:childTnLst>
                                </p:cTn>
                              </p:par>
                              <p:par>
                                <p:cTn id="515" presetID="2" presetClass="entr" presetSubtype="4" fill="hold" grpId="0" nodeType="withEffect">
                                  <p:stCondLst>
                                    <p:cond delay="0"/>
                                  </p:stCondLst>
                                  <p:childTnLst>
                                    <p:set>
                                      <p:cBhvr>
                                        <p:cTn id="516" dur="1" fill="hold">
                                          <p:stCondLst>
                                            <p:cond delay="0"/>
                                          </p:stCondLst>
                                        </p:cTn>
                                        <p:tgtEl>
                                          <p:spTgt spid="188546"/>
                                        </p:tgtEl>
                                        <p:attrNameLst>
                                          <p:attrName>style.visibility</p:attrName>
                                        </p:attrNameLst>
                                      </p:cBhvr>
                                      <p:to>
                                        <p:strVal val="visible"/>
                                      </p:to>
                                    </p:set>
                                    <p:anim calcmode="lin" valueType="num">
                                      <p:cBhvr additive="base">
                                        <p:cTn id="517" dur="500" fill="hold"/>
                                        <p:tgtEl>
                                          <p:spTgt spid="188546"/>
                                        </p:tgtEl>
                                        <p:attrNameLst>
                                          <p:attrName>ppt_x</p:attrName>
                                        </p:attrNameLst>
                                      </p:cBhvr>
                                      <p:tavLst>
                                        <p:tav tm="0">
                                          <p:val>
                                            <p:strVal val="#ppt_x"/>
                                          </p:val>
                                        </p:tav>
                                        <p:tav tm="100000">
                                          <p:val>
                                            <p:strVal val="#ppt_x"/>
                                          </p:val>
                                        </p:tav>
                                      </p:tavLst>
                                    </p:anim>
                                    <p:anim calcmode="lin" valueType="num">
                                      <p:cBhvr additive="base">
                                        <p:cTn id="518" dur="500" fill="hold"/>
                                        <p:tgtEl>
                                          <p:spTgt spid="188546"/>
                                        </p:tgtEl>
                                        <p:attrNameLst>
                                          <p:attrName>ppt_y</p:attrName>
                                        </p:attrNameLst>
                                      </p:cBhvr>
                                      <p:tavLst>
                                        <p:tav tm="0">
                                          <p:val>
                                            <p:strVal val="1+#ppt_h/2"/>
                                          </p:val>
                                        </p:tav>
                                        <p:tav tm="100000">
                                          <p:val>
                                            <p:strVal val="#ppt_y"/>
                                          </p:val>
                                        </p:tav>
                                      </p:tavLst>
                                    </p:anim>
                                  </p:childTnLst>
                                </p:cTn>
                              </p:par>
                              <p:par>
                                <p:cTn id="519" presetID="2" presetClass="entr" presetSubtype="4" fill="hold" grpId="0" nodeType="withEffect">
                                  <p:stCondLst>
                                    <p:cond delay="0"/>
                                  </p:stCondLst>
                                  <p:childTnLst>
                                    <p:set>
                                      <p:cBhvr>
                                        <p:cTn id="520" dur="1" fill="hold">
                                          <p:stCondLst>
                                            <p:cond delay="0"/>
                                          </p:stCondLst>
                                        </p:cTn>
                                        <p:tgtEl>
                                          <p:spTgt spid="188547"/>
                                        </p:tgtEl>
                                        <p:attrNameLst>
                                          <p:attrName>style.visibility</p:attrName>
                                        </p:attrNameLst>
                                      </p:cBhvr>
                                      <p:to>
                                        <p:strVal val="visible"/>
                                      </p:to>
                                    </p:set>
                                    <p:anim calcmode="lin" valueType="num">
                                      <p:cBhvr additive="base">
                                        <p:cTn id="521" dur="500" fill="hold"/>
                                        <p:tgtEl>
                                          <p:spTgt spid="188547"/>
                                        </p:tgtEl>
                                        <p:attrNameLst>
                                          <p:attrName>ppt_x</p:attrName>
                                        </p:attrNameLst>
                                      </p:cBhvr>
                                      <p:tavLst>
                                        <p:tav tm="0">
                                          <p:val>
                                            <p:strVal val="#ppt_x"/>
                                          </p:val>
                                        </p:tav>
                                        <p:tav tm="100000">
                                          <p:val>
                                            <p:strVal val="#ppt_x"/>
                                          </p:val>
                                        </p:tav>
                                      </p:tavLst>
                                    </p:anim>
                                    <p:anim calcmode="lin" valueType="num">
                                      <p:cBhvr additive="base">
                                        <p:cTn id="522" dur="500" fill="hold"/>
                                        <p:tgtEl>
                                          <p:spTgt spid="188547"/>
                                        </p:tgtEl>
                                        <p:attrNameLst>
                                          <p:attrName>ppt_y</p:attrName>
                                        </p:attrNameLst>
                                      </p:cBhvr>
                                      <p:tavLst>
                                        <p:tav tm="0">
                                          <p:val>
                                            <p:strVal val="1+#ppt_h/2"/>
                                          </p:val>
                                        </p:tav>
                                        <p:tav tm="100000">
                                          <p:val>
                                            <p:strVal val="#ppt_y"/>
                                          </p:val>
                                        </p:tav>
                                      </p:tavLst>
                                    </p:anim>
                                  </p:childTnLst>
                                </p:cTn>
                              </p:par>
                              <p:par>
                                <p:cTn id="523" presetID="2" presetClass="entr" presetSubtype="4" fill="hold" grpId="0" nodeType="withEffect">
                                  <p:stCondLst>
                                    <p:cond delay="0"/>
                                  </p:stCondLst>
                                  <p:childTnLst>
                                    <p:set>
                                      <p:cBhvr>
                                        <p:cTn id="524" dur="1" fill="hold">
                                          <p:stCondLst>
                                            <p:cond delay="0"/>
                                          </p:stCondLst>
                                        </p:cTn>
                                        <p:tgtEl>
                                          <p:spTgt spid="188548"/>
                                        </p:tgtEl>
                                        <p:attrNameLst>
                                          <p:attrName>style.visibility</p:attrName>
                                        </p:attrNameLst>
                                      </p:cBhvr>
                                      <p:to>
                                        <p:strVal val="visible"/>
                                      </p:to>
                                    </p:set>
                                    <p:anim calcmode="lin" valueType="num">
                                      <p:cBhvr additive="base">
                                        <p:cTn id="525" dur="500" fill="hold"/>
                                        <p:tgtEl>
                                          <p:spTgt spid="188548"/>
                                        </p:tgtEl>
                                        <p:attrNameLst>
                                          <p:attrName>ppt_x</p:attrName>
                                        </p:attrNameLst>
                                      </p:cBhvr>
                                      <p:tavLst>
                                        <p:tav tm="0">
                                          <p:val>
                                            <p:strVal val="#ppt_x"/>
                                          </p:val>
                                        </p:tav>
                                        <p:tav tm="100000">
                                          <p:val>
                                            <p:strVal val="#ppt_x"/>
                                          </p:val>
                                        </p:tav>
                                      </p:tavLst>
                                    </p:anim>
                                    <p:anim calcmode="lin" valueType="num">
                                      <p:cBhvr additive="base">
                                        <p:cTn id="526" dur="500" fill="hold"/>
                                        <p:tgtEl>
                                          <p:spTgt spid="188548"/>
                                        </p:tgtEl>
                                        <p:attrNameLst>
                                          <p:attrName>ppt_y</p:attrName>
                                        </p:attrNameLst>
                                      </p:cBhvr>
                                      <p:tavLst>
                                        <p:tav tm="0">
                                          <p:val>
                                            <p:strVal val="1+#ppt_h/2"/>
                                          </p:val>
                                        </p:tav>
                                        <p:tav tm="100000">
                                          <p:val>
                                            <p:strVal val="#ppt_y"/>
                                          </p:val>
                                        </p:tav>
                                      </p:tavLst>
                                    </p:anim>
                                  </p:childTnLst>
                                </p:cTn>
                              </p:par>
                              <p:par>
                                <p:cTn id="527" presetID="2" presetClass="entr" presetSubtype="4" fill="hold" grpId="0" nodeType="withEffect">
                                  <p:stCondLst>
                                    <p:cond delay="0"/>
                                  </p:stCondLst>
                                  <p:childTnLst>
                                    <p:set>
                                      <p:cBhvr>
                                        <p:cTn id="528" dur="1" fill="hold">
                                          <p:stCondLst>
                                            <p:cond delay="0"/>
                                          </p:stCondLst>
                                        </p:cTn>
                                        <p:tgtEl>
                                          <p:spTgt spid="188549"/>
                                        </p:tgtEl>
                                        <p:attrNameLst>
                                          <p:attrName>style.visibility</p:attrName>
                                        </p:attrNameLst>
                                      </p:cBhvr>
                                      <p:to>
                                        <p:strVal val="visible"/>
                                      </p:to>
                                    </p:set>
                                    <p:anim calcmode="lin" valueType="num">
                                      <p:cBhvr additive="base">
                                        <p:cTn id="529" dur="500" fill="hold"/>
                                        <p:tgtEl>
                                          <p:spTgt spid="188549"/>
                                        </p:tgtEl>
                                        <p:attrNameLst>
                                          <p:attrName>ppt_x</p:attrName>
                                        </p:attrNameLst>
                                      </p:cBhvr>
                                      <p:tavLst>
                                        <p:tav tm="0">
                                          <p:val>
                                            <p:strVal val="#ppt_x"/>
                                          </p:val>
                                        </p:tav>
                                        <p:tav tm="100000">
                                          <p:val>
                                            <p:strVal val="#ppt_x"/>
                                          </p:val>
                                        </p:tav>
                                      </p:tavLst>
                                    </p:anim>
                                    <p:anim calcmode="lin" valueType="num">
                                      <p:cBhvr additive="base">
                                        <p:cTn id="530" dur="500" fill="hold"/>
                                        <p:tgtEl>
                                          <p:spTgt spid="188549"/>
                                        </p:tgtEl>
                                        <p:attrNameLst>
                                          <p:attrName>ppt_y</p:attrName>
                                        </p:attrNameLst>
                                      </p:cBhvr>
                                      <p:tavLst>
                                        <p:tav tm="0">
                                          <p:val>
                                            <p:strVal val="1+#ppt_h/2"/>
                                          </p:val>
                                        </p:tav>
                                        <p:tav tm="100000">
                                          <p:val>
                                            <p:strVal val="#ppt_y"/>
                                          </p:val>
                                        </p:tav>
                                      </p:tavLst>
                                    </p:anim>
                                  </p:childTnLst>
                                </p:cTn>
                              </p:par>
                              <p:par>
                                <p:cTn id="531" presetID="2" presetClass="entr" presetSubtype="4" fill="hold" grpId="0" nodeType="withEffect">
                                  <p:stCondLst>
                                    <p:cond delay="0"/>
                                  </p:stCondLst>
                                  <p:childTnLst>
                                    <p:set>
                                      <p:cBhvr>
                                        <p:cTn id="532" dur="1" fill="hold">
                                          <p:stCondLst>
                                            <p:cond delay="0"/>
                                          </p:stCondLst>
                                        </p:cTn>
                                        <p:tgtEl>
                                          <p:spTgt spid="188550"/>
                                        </p:tgtEl>
                                        <p:attrNameLst>
                                          <p:attrName>style.visibility</p:attrName>
                                        </p:attrNameLst>
                                      </p:cBhvr>
                                      <p:to>
                                        <p:strVal val="visible"/>
                                      </p:to>
                                    </p:set>
                                    <p:anim calcmode="lin" valueType="num">
                                      <p:cBhvr additive="base">
                                        <p:cTn id="533" dur="500" fill="hold"/>
                                        <p:tgtEl>
                                          <p:spTgt spid="188550"/>
                                        </p:tgtEl>
                                        <p:attrNameLst>
                                          <p:attrName>ppt_x</p:attrName>
                                        </p:attrNameLst>
                                      </p:cBhvr>
                                      <p:tavLst>
                                        <p:tav tm="0">
                                          <p:val>
                                            <p:strVal val="#ppt_x"/>
                                          </p:val>
                                        </p:tav>
                                        <p:tav tm="100000">
                                          <p:val>
                                            <p:strVal val="#ppt_x"/>
                                          </p:val>
                                        </p:tav>
                                      </p:tavLst>
                                    </p:anim>
                                    <p:anim calcmode="lin" valueType="num">
                                      <p:cBhvr additive="base">
                                        <p:cTn id="534" dur="500" fill="hold"/>
                                        <p:tgtEl>
                                          <p:spTgt spid="188550"/>
                                        </p:tgtEl>
                                        <p:attrNameLst>
                                          <p:attrName>ppt_y</p:attrName>
                                        </p:attrNameLst>
                                      </p:cBhvr>
                                      <p:tavLst>
                                        <p:tav tm="0">
                                          <p:val>
                                            <p:strVal val="1+#ppt_h/2"/>
                                          </p:val>
                                        </p:tav>
                                        <p:tav tm="100000">
                                          <p:val>
                                            <p:strVal val="#ppt_y"/>
                                          </p:val>
                                        </p:tav>
                                      </p:tavLst>
                                    </p:anim>
                                  </p:childTnLst>
                                </p:cTn>
                              </p:par>
                              <p:par>
                                <p:cTn id="535" presetID="2" presetClass="entr" presetSubtype="4" fill="hold" grpId="0" nodeType="withEffect">
                                  <p:stCondLst>
                                    <p:cond delay="0"/>
                                  </p:stCondLst>
                                  <p:childTnLst>
                                    <p:set>
                                      <p:cBhvr>
                                        <p:cTn id="536" dur="1" fill="hold">
                                          <p:stCondLst>
                                            <p:cond delay="0"/>
                                          </p:stCondLst>
                                        </p:cTn>
                                        <p:tgtEl>
                                          <p:spTgt spid="188551"/>
                                        </p:tgtEl>
                                        <p:attrNameLst>
                                          <p:attrName>style.visibility</p:attrName>
                                        </p:attrNameLst>
                                      </p:cBhvr>
                                      <p:to>
                                        <p:strVal val="visible"/>
                                      </p:to>
                                    </p:set>
                                    <p:anim calcmode="lin" valueType="num">
                                      <p:cBhvr additive="base">
                                        <p:cTn id="537" dur="500" fill="hold"/>
                                        <p:tgtEl>
                                          <p:spTgt spid="188551"/>
                                        </p:tgtEl>
                                        <p:attrNameLst>
                                          <p:attrName>ppt_x</p:attrName>
                                        </p:attrNameLst>
                                      </p:cBhvr>
                                      <p:tavLst>
                                        <p:tav tm="0">
                                          <p:val>
                                            <p:strVal val="#ppt_x"/>
                                          </p:val>
                                        </p:tav>
                                        <p:tav tm="100000">
                                          <p:val>
                                            <p:strVal val="#ppt_x"/>
                                          </p:val>
                                        </p:tav>
                                      </p:tavLst>
                                    </p:anim>
                                    <p:anim calcmode="lin" valueType="num">
                                      <p:cBhvr additive="base">
                                        <p:cTn id="538" dur="500" fill="hold"/>
                                        <p:tgtEl>
                                          <p:spTgt spid="188551"/>
                                        </p:tgtEl>
                                        <p:attrNameLst>
                                          <p:attrName>ppt_y</p:attrName>
                                        </p:attrNameLst>
                                      </p:cBhvr>
                                      <p:tavLst>
                                        <p:tav tm="0">
                                          <p:val>
                                            <p:strVal val="1+#ppt_h/2"/>
                                          </p:val>
                                        </p:tav>
                                        <p:tav tm="100000">
                                          <p:val>
                                            <p:strVal val="#ppt_y"/>
                                          </p:val>
                                        </p:tav>
                                      </p:tavLst>
                                    </p:anim>
                                  </p:childTnLst>
                                </p:cTn>
                              </p:par>
                              <p:par>
                                <p:cTn id="539" presetID="2" presetClass="entr" presetSubtype="4" fill="hold" grpId="0" nodeType="withEffect">
                                  <p:stCondLst>
                                    <p:cond delay="0"/>
                                  </p:stCondLst>
                                  <p:childTnLst>
                                    <p:set>
                                      <p:cBhvr>
                                        <p:cTn id="540" dur="1" fill="hold">
                                          <p:stCondLst>
                                            <p:cond delay="0"/>
                                          </p:stCondLst>
                                        </p:cTn>
                                        <p:tgtEl>
                                          <p:spTgt spid="188552"/>
                                        </p:tgtEl>
                                        <p:attrNameLst>
                                          <p:attrName>style.visibility</p:attrName>
                                        </p:attrNameLst>
                                      </p:cBhvr>
                                      <p:to>
                                        <p:strVal val="visible"/>
                                      </p:to>
                                    </p:set>
                                    <p:anim calcmode="lin" valueType="num">
                                      <p:cBhvr additive="base">
                                        <p:cTn id="541" dur="500" fill="hold"/>
                                        <p:tgtEl>
                                          <p:spTgt spid="188552"/>
                                        </p:tgtEl>
                                        <p:attrNameLst>
                                          <p:attrName>ppt_x</p:attrName>
                                        </p:attrNameLst>
                                      </p:cBhvr>
                                      <p:tavLst>
                                        <p:tav tm="0">
                                          <p:val>
                                            <p:strVal val="#ppt_x"/>
                                          </p:val>
                                        </p:tav>
                                        <p:tav tm="100000">
                                          <p:val>
                                            <p:strVal val="#ppt_x"/>
                                          </p:val>
                                        </p:tav>
                                      </p:tavLst>
                                    </p:anim>
                                    <p:anim calcmode="lin" valueType="num">
                                      <p:cBhvr additive="base">
                                        <p:cTn id="542" dur="500" fill="hold"/>
                                        <p:tgtEl>
                                          <p:spTgt spid="188552"/>
                                        </p:tgtEl>
                                        <p:attrNameLst>
                                          <p:attrName>ppt_y</p:attrName>
                                        </p:attrNameLst>
                                      </p:cBhvr>
                                      <p:tavLst>
                                        <p:tav tm="0">
                                          <p:val>
                                            <p:strVal val="1+#ppt_h/2"/>
                                          </p:val>
                                        </p:tav>
                                        <p:tav tm="100000">
                                          <p:val>
                                            <p:strVal val="#ppt_y"/>
                                          </p:val>
                                        </p:tav>
                                      </p:tavLst>
                                    </p:anim>
                                  </p:childTnLst>
                                </p:cTn>
                              </p:par>
                              <p:par>
                                <p:cTn id="543" presetID="2" presetClass="entr" presetSubtype="4" fill="hold" grpId="0" nodeType="withEffect">
                                  <p:stCondLst>
                                    <p:cond delay="0"/>
                                  </p:stCondLst>
                                  <p:childTnLst>
                                    <p:set>
                                      <p:cBhvr>
                                        <p:cTn id="544" dur="1" fill="hold">
                                          <p:stCondLst>
                                            <p:cond delay="0"/>
                                          </p:stCondLst>
                                        </p:cTn>
                                        <p:tgtEl>
                                          <p:spTgt spid="188553"/>
                                        </p:tgtEl>
                                        <p:attrNameLst>
                                          <p:attrName>style.visibility</p:attrName>
                                        </p:attrNameLst>
                                      </p:cBhvr>
                                      <p:to>
                                        <p:strVal val="visible"/>
                                      </p:to>
                                    </p:set>
                                    <p:anim calcmode="lin" valueType="num">
                                      <p:cBhvr additive="base">
                                        <p:cTn id="545" dur="500" fill="hold"/>
                                        <p:tgtEl>
                                          <p:spTgt spid="188553"/>
                                        </p:tgtEl>
                                        <p:attrNameLst>
                                          <p:attrName>ppt_x</p:attrName>
                                        </p:attrNameLst>
                                      </p:cBhvr>
                                      <p:tavLst>
                                        <p:tav tm="0">
                                          <p:val>
                                            <p:strVal val="#ppt_x"/>
                                          </p:val>
                                        </p:tav>
                                        <p:tav tm="100000">
                                          <p:val>
                                            <p:strVal val="#ppt_x"/>
                                          </p:val>
                                        </p:tav>
                                      </p:tavLst>
                                    </p:anim>
                                    <p:anim calcmode="lin" valueType="num">
                                      <p:cBhvr additive="base">
                                        <p:cTn id="546" dur="500" fill="hold"/>
                                        <p:tgtEl>
                                          <p:spTgt spid="188553"/>
                                        </p:tgtEl>
                                        <p:attrNameLst>
                                          <p:attrName>ppt_y</p:attrName>
                                        </p:attrNameLst>
                                      </p:cBhvr>
                                      <p:tavLst>
                                        <p:tav tm="0">
                                          <p:val>
                                            <p:strVal val="1+#ppt_h/2"/>
                                          </p:val>
                                        </p:tav>
                                        <p:tav tm="100000">
                                          <p:val>
                                            <p:strVal val="#ppt_y"/>
                                          </p:val>
                                        </p:tav>
                                      </p:tavLst>
                                    </p:anim>
                                  </p:childTnLst>
                                </p:cTn>
                              </p:par>
                              <p:par>
                                <p:cTn id="547" presetID="2" presetClass="entr" presetSubtype="4" fill="hold" grpId="0" nodeType="withEffect">
                                  <p:stCondLst>
                                    <p:cond delay="0"/>
                                  </p:stCondLst>
                                  <p:childTnLst>
                                    <p:set>
                                      <p:cBhvr>
                                        <p:cTn id="548" dur="1" fill="hold">
                                          <p:stCondLst>
                                            <p:cond delay="0"/>
                                          </p:stCondLst>
                                        </p:cTn>
                                        <p:tgtEl>
                                          <p:spTgt spid="188554"/>
                                        </p:tgtEl>
                                        <p:attrNameLst>
                                          <p:attrName>style.visibility</p:attrName>
                                        </p:attrNameLst>
                                      </p:cBhvr>
                                      <p:to>
                                        <p:strVal val="visible"/>
                                      </p:to>
                                    </p:set>
                                    <p:anim calcmode="lin" valueType="num">
                                      <p:cBhvr additive="base">
                                        <p:cTn id="549" dur="500" fill="hold"/>
                                        <p:tgtEl>
                                          <p:spTgt spid="188554"/>
                                        </p:tgtEl>
                                        <p:attrNameLst>
                                          <p:attrName>ppt_x</p:attrName>
                                        </p:attrNameLst>
                                      </p:cBhvr>
                                      <p:tavLst>
                                        <p:tav tm="0">
                                          <p:val>
                                            <p:strVal val="#ppt_x"/>
                                          </p:val>
                                        </p:tav>
                                        <p:tav tm="100000">
                                          <p:val>
                                            <p:strVal val="#ppt_x"/>
                                          </p:val>
                                        </p:tav>
                                      </p:tavLst>
                                    </p:anim>
                                    <p:anim calcmode="lin" valueType="num">
                                      <p:cBhvr additive="base">
                                        <p:cTn id="550" dur="500" fill="hold"/>
                                        <p:tgtEl>
                                          <p:spTgt spid="188554"/>
                                        </p:tgtEl>
                                        <p:attrNameLst>
                                          <p:attrName>ppt_y</p:attrName>
                                        </p:attrNameLst>
                                      </p:cBhvr>
                                      <p:tavLst>
                                        <p:tav tm="0">
                                          <p:val>
                                            <p:strVal val="1+#ppt_h/2"/>
                                          </p:val>
                                        </p:tav>
                                        <p:tav tm="100000">
                                          <p:val>
                                            <p:strVal val="#ppt_y"/>
                                          </p:val>
                                        </p:tav>
                                      </p:tavLst>
                                    </p:anim>
                                  </p:childTnLst>
                                </p:cTn>
                              </p:par>
                              <p:par>
                                <p:cTn id="551" presetID="2" presetClass="entr" presetSubtype="4" fill="hold" grpId="0" nodeType="withEffect">
                                  <p:stCondLst>
                                    <p:cond delay="0"/>
                                  </p:stCondLst>
                                  <p:childTnLst>
                                    <p:set>
                                      <p:cBhvr>
                                        <p:cTn id="552" dur="1" fill="hold">
                                          <p:stCondLst>
                                            <p:cond delay="0"/>
                                          </p:stCondLst>
                                        </p:cTn>
                                        <p:tgtEl>
                                          <p:spTgt spid="188555"/>
                                        </p:tgtEl>
                                        <p:attrNameLst>
                                          <p:attrName>style.visibility</p:attrName>
                                        </p:attrNameLst>
                                      </p:cBhvr>
                                      <p:to>
                                        <p:strVal val="visible"/>
                                      </p:to>
                                    </p:set>
                                    <p:anim calcmode="lin" valueType="num">
                                      <p:cBhvr additive="base">
                                        <p:cTn id="553" dur="500" fill="hold"/>
                                        <p:tgtEl>
                                          <p:spTgt spid="188555"/>
                                        </p:tgtEl>
                                        <p:attrNameLst>
                                          <p:attrName>ppt_x</p:attrName>
                                        </p:attrNameLst>
                                      </p:cBhvr>
                                      <p:tavLst>
                                        <p:tav tm="0">
                                          <p:val>
                                            <p:strVal val="#ppt_x"/>
                                          </p:val>
                                        </p:tav>
                                        <p:tav tm="100000">
                                          <p:val>
                                            <p:strVal val="#ppt_x"/>
                                          </p:val>
                                        </p:tav>
                                      </p:tavLst>
                                    </p:anim>
                                    <p:anim calcmode="lin" valueType="num">
                                      <p:cBhvr additive="base">
                                        <p:cTn id="554" dur="500" fill="hold"/>
                                        <p:tgtEl>
                                          <p:spTgt spid="188555"/>
                                        </p:tgtEl>
                                        <p:attrNameLst>
                                          <p:attrName>ppt_y</p:attrName>
                                        </p:attrNameLst>
                                      </p:cBhvr>
                                      <p:tavLst>
                                        <p:tav tm="0">
                                          <p:val>
                                            <p:strVal val="1+#ppt_h/2"/>
                                          </p:val>
                                        </p:tav>
                                        <p:tav tm="100000">
                                          <p:val>
                                            <p:strVal val="#ppt_y"/>
                                          </p:val>
                                        </p:tav>
                                      </p:tavLst>
                                    </p:anim>
                                  </p:childTnLst>
                                </p:cTn>
                              </p:par>
                              <p:par>
                                <p:cTn id="555" presetID="2" presetClass="entr" presetSubtype="4" fill="hold" grpId="0" nodeType="withEffect">
                                  <p:stCondLst>
                                    <p:cond delay="0"/>
                                  </p:stCondLst>
                                  <p:childTnLst>
                                    <p:set>
                                      <p:cBhvr>
                                        <p:cTn id="556" dur="1" fill="hold">
                                          <p:stCondLst>
                                            <p:cond delay="0"/>
                                          </p:stCondLst>
                                        </p:cTn>
                                        <p:tgtEl>
                                          <p:spTgt spid="188556"/>
                                        </p:tgtEl>
                                        <p:attrNameLst>
                                          <p:attrName>style.visibility</p:attrName>
                                        </p:attrNameLst>
                                      </p:cBhvr>
                                      <p:to>
                                        <p:strVal val="visible"/>
                                      </p:to>
                                    </p:set>
                                    <p:anim calcmode="lin" valueType="num">
                                      <p:cBhvr additive="base">
                                        <p:cTn id="557" dur="500" fill="hold"/>
                                        <p:tgtEl>
                                          <p:spTgt spid="188556"/>
                                        </p:tgtEl>
                                        <p:attrNameLst>
                                          <p:attrName>ppt_x</p:attrName>
                                        </p:attrNameLst>
                                      </p:cBhvr>
                                      <p:tavLst>
                                        <p:tav tm="0">
                                          <p:val>
                                            <p:strVal val="#ppt_x"/>
                                          </p:val>
                                        </p:tav>
                                        <p:tav tm="100000">
                                          <p:val>
                                            <p:strVal val="#ppt_x"/>
                                          </p:val>
                                        </p:tav>
                                      </p:tavLst>
                                    </p:anim>
                                    <p:anim calcmode="lin" valueType="num">
                                      <p:cBhvr additive="base">
                                        <p:cTn id="558" dur="500" fill="hold"/>
                                        <p:tgtEl>
                                          <p:spTgt spid="188556"/>
                                        </p:tgtEl>
                                        <p:attrNameLst>
                                          <p:attrName>ppt_y</p:attrName>
                                        </p:attrNameLst>
                                      </p:cBhvr>
                                      <p:tavLst>
                                        <p:tav tm="0">
                                          <p:val>
                                            <p:strVal val="1+#ppt_h/2"/>
                                          </p:val>
                                        </p:tav>
                                        <p:tav tm="100000">
                                          <p:val>
                                            <p:strVal val="#ppt_y"/>
                                          </p:val>
                                        </p:tav>
                                      </p:tavLst>
                                    </p:anim>
                                  </p:childTnLst>
                                </p:cTn>
                              </p:par>
                              <p:par>
                                <p:cTn id="559" presetID="2" presetClass="entr" presetSubtype="4" fill="hold" grpId="0" nodeType="withEffect">
                                  <p:stCondLst>
                                    <p:cond delay="0"/>
                                  </p:stCondLst>
                                  <p:childTnLst>
                                    <p:set>
                                      <p:cBhvr>
                                        <p:cTn id="560" dur="1" fill="hold">
                                          <p:stCondLst>
                                            <p:cond delay="0"/>
                                          </p:stCondLst>
                                        </p:cTn>
                                        <p:tgtEl>
                                          <p:spTgt spid="188557"/>
                                        </p:tgtEl>
                                        <p:attrNameLst>
                                          <p:attrName>style.visibility</p:attrName>
                                        </p:attrNameLst>
                                      </p:cBhvr>
                                      <p:to>
                                        <p:strVal val="visible"/>
                                      </p:to>
                                    </p:set>
                                    <p:anim calcmode="lin" valueType="num">
                                      <p:cBhvr additive="base">
                                        <p:cTn id="561" dur="500" fill="hold"/>
                                        <p:tgtEl>
                                          <p:spTgt spid="188557"/>
                                        </p:tgtEl>
                                        <p:attrNameLst>
                                          <p:attrName>ppt_x</p:attrName>
                                        </p:attrNameLst>
                                      </p:cBhvr>
                                      <p:tavLst>
                                        <p:tav tm="0">
                                          <p:val>
                                            <p:strVal val="#ppt_x"/>
                                          </p:val>
                                        </p:tav>
                                        <p:tav tm="100000">
                                          <p:val>
                                            <p:strVal val="#ppt_x"/>
                                          </p:val>
                                        </p:tav>
                                      </p:tavLst>
                                    </p:anim>
                                    <p:anim calcmode="lin" valueType="num">
                                      <p:cBhvr additive="base">
                                        <p:cTn id="562" dur="500" fill="hold"/>
                                        <p:tgtEl>
                                          <p:spTgt spid="188557"/>
                                        </p:tgtEl>
                                        <p:attrNameLst>
                                          <p:attrName>ppt_y</p:attrName>
                                        </p:attrNameLst>
                                      </p:cBhvr>
                                      <p:tavLst>
                                        <p:tav tm="0">
                                          <p:val>
                                            <p:strVal val="1+#ppt_h/2"/>
                                          </p:val>
                                        </p:tav>
                                        <p:tav tm="100000">
                                          <p:val>
                                            <p:strVal val="#ppt_y"/>
                                          </p:val>
                                        </p:tav>
                                      </p:tavLst>
                                    </p:anim>
                                  </p:childTnLst>
                                </p:cTn>
                              </p:par>
                              <p:par>
                                <p:cTn id="563" presetID="2" presetClass="entr" presetSubtype="4" fill="hold" grpId="0" nodeType="withEffect">
                                  <p:stCondLst>
                                    <p:cond delay="0"/>
                                  </p:stCondLst>
                                  <p:childTnLst>
                                    <p:set>
                                      <p:cBhvr>
                                        <p:cTn id="564" dur="1" fill="hold">
                                          <p:stCondLst>
                                            <p:cond delay="0"/>
                                          </p:stCondLst>
                                        </p:cTn>
                                        <p:tgtEl>
                                          <p:spTgt spid="188558"/>
                                        </p:tgtEl>
                                        <p:attrNameLst>
                                          <p:attrName>style.visibility</p:attrName>
                                        </p:attrNameLst>
                                      </p:cBhvr>
                                      <p:to>
                                        <p:strVal val="visible"/>
                                      </p:to>
                                    </p:set>
                                    <p:anim calcmode="lin" valueType="num">
                                      <p:cBhvr additive="base">
                                        <p:cTn id="565" dur="500" fill="hold"/>
                                        <p:tgtEl>
                                          <p:spTgt spid="188558"/>
                                        </p:tgtEl>
                                        <p:attrNameLst>
                                          <p:attrName>ppt_x</p:attrName>
                                        </p:attrNameLst>
                                      </p:cBhvr>
                                      <p:tavLst>
                                        <p:tav tm="0">
                                          <p:val>
                                            <p:strVal val="#ppt_x"/>
                                          </p:val>
                                        </p:tav>
                                        <p:tav tm="100000">
                                          <p:val>
                                            <p:strVal val="#ppt_x"/>
                                          </p:val>
                                        </p:tav>
                                      </p:tavLst>
                                    </p:anim>
                                    <p:anim calcmode="lin" valueType="num">
                                      <p:cBhvr additive="base">
                                        <p:cTn id="566" dur="500" fill="hold"/>
                                        <p:tgtEl>
                                          <p:spTgt spid="188558"/>
                                        </p:tgtEl>
                                        <p:attrNameLst>
                                          <p:attrName>ppt_y</p:attrName>
                                        </p:attrNameLst>
                                      </p:cBhvr>
                                      <p:tavLst>
                                        <p:tav tm="0">
                                          <p:val>
                                            <p:strVal val="1+#ppt_h/2"/>
                                          </p:val>
                                        </p:tav>
                                        <p:tav tm="100000">
                                          <p:val>
                                            <p:strVal val="#ppt_y"/>
                                          </p:val>
                                        </p:tav>
                                      </p:tavLst>
                                    </p:anim>
                                  </p:childTnLst>
                                </p:cTn>
                              </p:par>
                              <p:par>
                                <p:cTn id="567" presetID="2" presetClass="entr" presetSubtype="4" fill="hold" grpId="0" nodeType="withEffect">
                                  <p:stCondLst>
                                    <p:cond delay="0"/>
                                  </p:stCondLst>
                                  <p:childTnLst>
                                    <p:set>
                                      <p:cBhvr>
                                        <p:cTn id="568" dur="1" fill="hold">
                                          <p:stCondLst>
                                            <p:cond delay="0"/>
                                          </p:stCondLst>
                                        </p:cTn>
                                        <p:tgtEl>
                                          <p:spTgt spid="188559"/>
                                        </p:tgtEl>
                                        <p:attrNameLst>
                                          <p:attrName>style.visibility</p:attrName>
                                        </p:attrNameLst>
                                      </p:cBhvr>
                                      <p:to>
                                        <p:strVal val="visible"/>
                                      </p:to>
                                    </p:set>
                                    <p:anim calcmode="lin" valueType="num">
                                      <p:cBhvr additive="base">
                                        <p:cTn id="569" dur="500" fill="hold"/>
                                        <p:tgtEl>
                                          <p:spTgt spid="188559"/>
                                        </p:tgtEl>
                                        <p:attrNameLst>
                                          <p:attrName>ppt_x</p:attrName>
                                        </p:attrNameLst>
                                      </p:cBhvr>
                                      <p:tavLst>
                                        <p:tav tm="0">
                                          <p:val>
                                            <p:strVal val="#ppt_x"/>
                                          </p:val>
                                        </p:tav>
                                        <p:tav tm="100000">
                                          <p:val>
                                            <p:strVal val="#ppt_x"/>
                                          </p:val>
                                        </p:tav>
                                      </p:tavLst>
                                    </p:anim>
                                    <p:anim calcmode="lin" valueType="num">
                                      <p:cBhvr additive="base">
                                        <p:cTn id="570" dur="500" fill="hold"/>
                                        <p:tgtEl>
                                          <p:spTgt spid="188559"/>
                                        </p:tgtEl>
                                        <p:attrNameLst>
                                          <p:attrName>ppt_y</p:attrName>
                                        </p:attrNameLst>
                                      </p:cBhvr>
                                      <p:tavLst>
                                        <p:tav tm="0">
                                          <p:val>
                                            <p:strVal val="1+#ppt_h/2"/>
                                          </p:val>
                                        </p:tav>
                                        <p:tav tm="100000">
                                          <p:val>
                                            <p:strVal val="#ppt_y"/>
                                          </p:val>
                                        </p:tav>
                                      </p:tavLst>
                                    </p:anim>
                                  </p:childTnLst>
                                </p:cTn>
                              </p:par>
                              <p:par>
                                <p:cTn id="571" presetID="2" presetClass="entr" presetSubtype="4" fill="hold" grpId="0" nodeType="withEffect">
                                  <p:stCondLst>
                                    <p:cond delay="0"/>
                                  </p:stCondLst>
                                  <p:childTnLst>
                                    <p:set>
                                      <p:cBhvr>
                                        <p:cTn id="572" dur="1" fill="hold">
                                          <p:stCondLst>
                                            <p:cond delay="0"/>
                                          </p:stCondLst>
                                        </p:cTn>
                                        <p:tgtEl>
                                          <p:spTgt spid="2"/>
                                        </p:tgtEl>
                                        <p:attrNameLst>
                                          <p:attrName>style.visibility</p:attrName>
                                        </p:attrNameLst>
                                      </p:cBhvr>
                                      <p:to>
                                        <p:strVal val="visible"/>
                                      </p:to>
                                    </p:set>
                                    <p:anim calcmode="lin" valueType="num">
                                      <p:cBhvr additive="base">
                                        <p:cTn id="573" dur="500" fill="hold"/>
                                        <p:tgtEl>
                                          <p:spTgt spid="2"/>
                                        </p:tgtEl>
                                        <p:attrNameLst>
                                          <p:attrName>ppt_x</p:attrName>
                                        </p:attrNameLst>
                                      </p:cBhvr>
                                      <p:tavLst>
                                        <p:tav tm="0">
                                          <p:val>
                                            <p:strVal val="#ppt_x"/>
                                          </p:val>
                                        </p:tav>
                                        <p:tav tm="100000">
                                          <p:val>
                                            <p:strVal val="#ppt_x"/>
                                          </p:val>
                                        </p:tav>
                                      </p:tavLst>
                                    </p:anim>
                                    <p:anim calcmode="lin" valueType="num">
                                      <p:cBhvr additive="base">
                                        <p:cTn id="57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p:bldP spid="188420" grpId="0" animBg="1"/>
      <p:bldP spid="188421" grpId="0"/>
      <p:bldP spid="188422" grpId="0"/>
      <p:bldP spid="188423" grpId="0"/>
      <p:bldP spid="188424" grpId="0"/>
      <p:bldP spid="188425" grpId="0"/>
      <p:bldP spid="188426" grpId="0"/>
      <p:bldP spid="188427" grpId="0"/>
      <p:bldP spid="188428" grpId="0"/>
      <p:bldP spid="188429" grpId="0"/>
      <p:bldP spid="188430" grpId="0"/>
      <p:bldP spid="188431" grpId="0"/>
      <p:bldP spid="188432" grpId="0"/>
      <p:bldP spid="188433" grpId="0"/>
      <p:bldP spid="188434" grpId="0"/>
      <p:bldP spid="188449" grpId="0"/>
      <p:bldP spid="188450" grpId="0" animBg="1"/>
      <p:bldP spid="188453" grpId="0"/>
      <p:bldP spid="188454" grpId="0"/>
      <p:bldP spid="188455" grpId="0"/>
      <p:bldP spid="188456" grpId="0" animBg="1"/>
      <p:bldP spid="188458" grpId="0" animBg="1"/>
      <p:bldP spid="188460" grpId="0" animBg="1"/>
      <p:bldP spid="188462" grpId="0" animBg="1"/>
      <p:bldP spid="188464" grpId="0"/>
      <p:bldP spid="188465" grpId="0"/>
      <p:bldP spid="188466" grpId="0"/>
      <p:bldP spid="188467" grpId="0"/>
      <p:bldP spid="188468" grpId="0" animBg="1"/>
      <p:bldP spid="188470" grpId="0" animBg="1"/>
      <p:bldP spid="188472" grpId="0" animBg="1"/>
      <p:bldP spid="188474" grpId="0" animBg="1"/>
      <p:bldP spid="188476" grpId="0"/>
      <p:bldP spid="188477" grpId="0"/>
      <p:bldP spid="188478" grpId="0"/>
      <p:bldP spid="188479" grpId="0"/>
      <p:bldP spid="188480" grpId="0"/>
      <p:bldP spid="188481" grpId="0"/>
      <p:bldP spid="188483" grpId="0"/>
      <p:bldP spid="188484" grpId="0"/>
      <p:bldP spid="188485" grpId="0" bldLvl="0" animBg="1"/>
      <p:bldP spid="188486" grpId="0"/>
      <p:bldP spid="188489" grpId="0"/>
      <p:bldP spid="188490" grpId="0"/>
      <p:bldP spid="188491" grpId="0"/>
      <p:bldP spid="188492" grpId="0"/>
      <p:bldP spid="188493" grpId="0"/>
      <p:bldP spid="188498" grpId="0"/>
      <p:bldP spid="188499" grpId="0"/>
      <p:bldP spid="188500" grpId="0"/>
      <p:bldP spid="188501" grpId="0"/>
      <p:bldP spid="188502" grpId="0"/>
      <p:bldP spid="188503" grpId="0"/>
      <p:bldP spid="188504" grpId="0"/>
      <p:bldP spid="188505" grpId="0"/>
      <p:bldP spid="188510" grpId="0"/>
      <p:bldP spid="188511" grpId="0"/>
      <p:bldP spid="188512" grpId="0"/>
      <p:bldP spid="188513" grpId="0"/>
      <p:bldP spid="188514" grpId="0"/>
      <p:bldP spid="188519" grpId="0" bldLvl="0" animBg="1"/>
      <p:bldP spid="188520" grpId="0"/>
      <p:bldP spid="188521" grpId="0" bldLvl="0" animBg="1"/>
      <p:bldP spid="188527" grpId="0"/>
      <p:bldP spid="188528" grpId="0" bldLvl="0" animBg="1"/>
      <p:bldP spid="188529" grpId="0" animBg="1"/>
      <p:bldP spid="188530" grpId="0" animBg="1"/>
      <p:bldP spid="188531" grpId="0" animBg="1"/>
      <p:bldP spid="188534" grpId="0" animBg="1"/>
      <p:bldP spid="188535" grpId="0" animBg="1"/>
      <p:bldP spid="188536" grpId="0"/>
      <p:bldP spid="188537" grpId="0"/>
      <p:bldP spid="188538" grpId="0"/>
      <p:bldP spid="188539" grpId="0"/>
      <p:bldP spid="188540" grpId="0"/>
      <p:bldP spid="188541" grpId="0"/>
      <p:bldP spid="188542" grpId="0"/>
      <p:bldP spid="188543" grpId="0"/>
      <p:bldP spid="188544" grpId="0"/>
      <p:bldP spid="188545" grpId="0"/>
      <p:bldP spid="188546" grpId="0"/>
      <p:bldP spid="188547" grpId="0"/>
      <p:bldP spid="188548" grpId="0"/>
      <p:bldP spid="188549" grpId="0"/>
      <p:bldP spid="188550" grpId="0"/>
      <p:bldP spid="188551" grpId="0"/>
      <p:bldP spid="188552" grpId="0"/>
      <p:bldP spid="188553" grpId="0"/>
      <p:bldP spid="188554" grpId="0"/>
      <p:bldP spid="188555" grpId="0" animBg="1"/>
      <p:bldP spid="188556" grpId="0" animBg="1"/>
      <p:bldP spid="188557" grpId="0" animBg="1"/>
      <p:bldP spid="188558" grpId="0" animBg="1"/>
      <p:bldP spid="188559" grpId="0" animBg="1"/>
      <p:bldP spid="2"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3"/>
          <p:cNvSpPr>
            <a:spLocks noGrp="1"/>
          </p:cNvSpPr>
          <p:nvPr>
            <p:ph type="title"/>
          </p:nvPr>
        </p:nvSpPr>
        <p:spPr>
          <a:xfrm>
            <a:off x="1231900" y="773113"/>
            <a:ext cx="5334000" cy="430212"/>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译码器输出节拍信号时序图</a:t>
            </a:r>
            <a:endParaRPr lang="zh-CN" altLang="en-US" sz="2000" b="1" dirty="0">
              <a:latin typeface="华文新魏" panose="02010800040101010101" pitchFamily="2" charset="-122"/>
              <a:ea typeface="华文新魏" panose="02010800040101010101" pitchFamily="2" charset="-122"/>
            </a:endParaRPr>
          </a:p>
        </p:txBody>
      </p:sp>
      <p:grpSp>
        <p:nvGrpSpPr>
          <p:cNvPr id="189443" name="Group 3"/>
          <p:cNvGrpSpPr/>
          <p:nvPr/>
        </p:nvGrpSpPr>
        <p:grpSpPr>
          <a:xfrm>
            <a:off x="592138" y="1228725"/>
            <a:ext cx="6918325" cy="3130550"/>
            <a:chOff x="0" y="0"/>
            <a:chExt cx="10894" cy="4932"/>
          </a:xfrm>
        </p:grpSpPr>
        <p:sp>
          <p:nvSpPr>
            <p:cNvPr id="189444" name="Text Box 302"/>
            <p:cNvSpPr txBox="1"/>
            <p:nvPr/>
          </p:nvSpPr>
          <p:spPr>
            <a:xfrm>
              <a:off x="0" y="0"/>
              <a:ext cx="150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sp>
          <p:nvSpPr>
            <p:cNvPr id="189445" name="Text Box 303"/>
            <p:cNvSpPr txBox="1"/>
            <p:nvPr/>
          </p:nvSpPr>
          <p:spPr>
            <a:xfrm>
              <a:off x="302" y="3258"/>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5</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6" name="Text Box 304"/>
            <p:cNvSpPr txBox="1"/>
            <p:nvPr/>
          </p:nvSpPr>
          <p:spPr>
            <a:xfrm>
              <a:off x="302" y="2700"/>
              <a:ext cx="1143" cy="631"/>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4</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7" name="Text Box 305"/>
            <p:cNvSpPr txBox="1"/>
            <p:nvPr/>
          </p:nvSpPr>
          <p:spPr>
            <a:xfrm>
              <a:off x="302" y="3798"/>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6</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8" name="Text Box 306"/>
            <p:cNvSpPr txBox="1"/>
            <p:nvPr/>
          </p:nvSpPr>
          <p:spPr>
            <a:xfrm>
              <a:off x="302" y="54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49" name="Text Box 307"/>
            <p:cNvSpPr txBox="1"/>
            <p:nvPr/>
          </p:nvSpPr>
          <p:spPr>
            <a:xfrm>
              <a:off x="302" y="108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0" name="Text Box 308"/>
            <p:cNvSpPr txBox="1"/>
            <p:nvPr/>
          </p:nvSpPr>
          <p:spPr>
            <a:xfrm>
              <a:off x="302" y="216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1" name="Text Box 309"/>
            <p:cNvSpPr txBox="1"/>
            <p:nvPr/>
          </p:nvSpPr>
          <p:spPr>
            <a:xfrm>
              <a:off x="302" y="1620"/>
              <a:ext cx="1143" cy="630"/>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189452" name="Line 349"/>
            <p:cNvSpPr/>
            <p:nvPr/>
          </p:nvSpPr>
          <p:spPr>
            <a:xfrm flipV="1">
              <a:off x="1087" y="3942"/>
              <a:ext cx="655" cy="0"/>
            </a:xfrm>
            <a:prstGeom prst="line">
              <a:avLst/>
            </a:prstGeom>
            <a:ln w="28575" cap="flat" cmpd="sng">
              <a:solidFill>
                <a:schemeClr val="tx1"/>
              </a:solidFill>
              <a:prstDash val="solid"/>
              <a:headEnd type="none" w="med" len="med"/>
              <a:tailEnd type="none" w="med" len="med"/>
            </a:ln>
          </p:spPr>
        </p:sp>
        <p:sp>
          <p:nvSpPr>
            <p:cNvPr id="189453" name="Line 365"/>
            <p:cNvSpPr/>
            <p:nvPr/>
          </p:nvSpPr>
          <p:spPr>
            <a:xfrm>
              <a:off x="1087" y="4771"/>
              <a:ext cx="655" cy="0"/>
            </a:xfrm>
            <a:prstGeom prst="line">
              <a:avLst/>
            </a:prstGeom>
            <a:ln w="28575" cap="flat" cmpd="sng">
              <a:solidFill>
                <a:schemeClr val="tx1"/>
              </a:solidFill>
              <a:prstDash val="solid"/>
              <a:headEnd type="none" w="med" len="med"/>
              <a:tailEnd type="none" w="med" len="med"/>
            </a:ln>
          </p:spPr>
        </p:sp>
        <p:grpSp>
          <p:nvGrpSpPr>
            <p:cNvPr id="189454" name="Group 367"/>
            <p:cNvGrpSpPr/>
            <p:nvPr/>
          </p:nvGrpSpPr>
          <p:grpSpPr>
            <a:xfrm>
              <a:off x="1427" y="90"/>
              <a:ext cx="9410" cy="311"/>
              <a:chOff x="0" y="0"/>
              <a:chExt cx="3764" cy="166"/>
            </a:xfrm>
          </p:grpSpPr>
          <p:sp>
            <p:nvSpPr>
              <p:cNvPr id="189659" name="Line 368"/>
              <p:cNvSpPr/>
              <p:nvPr/>
            </p:nvSpPr>
            <p:spPr>
              <a:xfrm>
                <a:off x="0" y="166"/>
                <a:ext cx="131" cy="0"/>
              </a:xfrm>
              <a:prstGeom prst="line">
                <a:avLst/>
              </a:prstGeom>
              <a:ln w="28575" cap="flat" cmpd="sng">
                <a:solidFill>
                  <a:schemeClr val="tx1"/>
                </a:solidFill>
                <a:prstDash val="solid"/>
                <a:headEnd type="none" w="med" len="med"/>
                <a:tailEnd type="none" w="med" len="med"/>
              </a:ln>
            </p:spPr>
          </p:sp>
          <p:sp>
            <p:nvSpPr>
              <p:cNvPr id="189660" name="Line 369"/>
              <p:cNvSpPr/>
              <p:nvPr/>
            </p:nvSpPr>
            <p:spPr>
              <a:xfrm>
                <a:off x="128" y="0"/>
                <a:ext cx="130" cy="0"/>
              </a:xfrm>
              <a:prstGeom prst="line">
                <a:avLst/>
              </a:prstGeom>
              <a:ln w="28575" cap="flat" cmpd="sng">
                <a:solidFill>
                  <a:schemeClr val="tx1"/>
                </a:solidFill>
                <a:prstDash val="solid"/>
                <a:headEnd type="none" w="med" len="med"/>
                <a:tailEnd type="none" w="med" len="med"/>
              </a:ln>
            </p:spPr>
          </p:sp>
          <p:sp>
            <p:nvSpPr>
              <p:cNvPr id="189661" name="Line 370"/>
              <p:cNvSpPr/>
              <p:nvPr/>
            </p:nvSpPr>
            <p:spPr>
              <a:xfrm>
                <a:off x="128" y="0"/>
                <a:ext cx="0" cy="166"/>
              </a:xfrm>
              <a:prstGeom prst="line">
                <a:avLst/>
              </a:prstGeom>
              <a:ln w="28575" cap="flat" cmpd="sng">
                <a:solidFill>
                  <a:schemeClr val="tx1"/>
                </a:solidFill>
                <a:prstDash val="solid"/>
                <a:headEnd type="none" w="med" len="med"/>
                <a:tailEnd type="none" w="med" len="med"/>
              </a:ln>
            </p:spPr>
          </p:sp>
          <p:sp>
            <p:nvSpPr>
              <p:cNvPr id="189662" name="Line 371"/>
              <p:cNvSpPr/>
              <p:nvPr/>
            </p:nvSpPr>
            <p:spPr>
              <a:xfrm>
                <a:off x="258" y="0"/>
                <a:ext cx="0" cy="166"/>
              </a:xfrm>
              <a:prstGeom prst="line">
                <a:avLst/>
              </a:prstGeom>
              <a:ln w="28575" cap="flat" cmpd="sng">
                <a:solidFill>
                  <a:schemeClr val="tx1"/>
                </a:solidFill>
                <a:prstDash val="solid"/>
                <a:headEnd type="none" w="med" len="med"/>
                <a:tailEnd type="none" w="med" len="med"/>
              </a:ln>
            </p:spPr>
          </p:sp>
          <p:sp>
            <p:nvSpPr>
              <p:cNvPr id="189663" name="Line 372"/>
              <p:cNvSpPr/>
              <p:nvPr/>
            </p:nvSpPr>
            <p:spPr>
              <a:xfrm>
                <a:off x="258" y="166"/>
                <a:ext cx="131" cy="0"/>
              </a:xfrm>
              <a:prstGeom prst="line">
                <a:avLst/>
              </a:prstGeom>
              <a:ln w="28575" cap="flat" cmpd="sng">
                <a:solidFill>
                  <a:schemeClr val="tx1"/>
                </a:solidFill>
                <a:prstDash val="solid"/>
                <a:headEnd type="none" w="med" len="med"/>
                <a:tailEnd type="none" w="med" len="med"/>
              </a:ln>
            </p:spPr>
          </p:sp>
          <p:sp>
            <p:nvSpPr>
              <p:cNvPr id="189664" name="Line 373"/>
              <p:cNvSpPr/>
              <p:nvPr/>
            </p:nvSpPr>
            <p:spPr>
              <a:xfrm>
                <a:off x="386" y="0"/>
                <a:ext cx="130" cy="0"/>
              </a:xfrm>
              <a:prstGeom prst="line">
                <a:avLst/>
              </a:prstGeom>
              <a:ln w="28575" cap="flat" cmpd="sng">
                <a:solidFill>
                  <a:schemeClr val="tx1"/>
                </a:solidFill>
                <a:prstDash val="solid"/>
                <a:headEnd type="none" w="med" len="med"/>
                <a:tailEnd type="none" w="med" len="med"/>
              </a:ln>
            </p:spPr>
          </p:sp>
          <p:sp>
            <p:nvSpPr>
              <p:cNvPr id="189665" name="Line 374"/>
              <p:cNvSpPr/>
              <p:nvPr/>
            </p:nvSpPr>
            <p:spPr>
              <a:xfrm>
                <a:off x="386" y="0"/>
                <a:ext cx="0" cy="166"/>
              </a:xfrm>
              <a:prstGeom prst="line">
                <a:avLst/>
              </a:prstGeom>
              <a:ln w="28575" cap="flat" cmpd="sng">
                <a:solidFill>
                  <a:schemeClr val="tx1"/>
                </a:solidFill>
                <a:prstDash val="solid"/>
                <a:headEnd type="none" w="med" len="med"/>
                <a:tailEnd type="none" w="med" len="med"/>
              </a:ln>
            </p:spPr>
          </p:sp>
          <p:sp>
            <p:nvSpPr>
              <p:cNvPr id="189666" name="Line 375"/>
              <p:cNvSpPr/>
              <p:nvPr/>
            </p:nvSpPr>
            <p:spPr>
              <a:xfrm>
                <a:off x="516" y="0"/>
                <a:ext cx="0" cy="166"/>
              </a:xfrm>
              <a:prstGeom prst="line">
                <a:avLst/>
              </a:prstGeom>
              <a:ln w="28575" cap="flat" cmpd="sng">
                <a:solidFill>
                  <a:schemeClr val="tx1"/>
                </a:solidFill>
                <a:prstDash val="solid"/>
                <a:headEnd type="none" w="med" len="med"/>
                <a:tailEnd type="none" w="med" len="med"/>
              </a:ln>
            </p:spPr>
          </p:sp>
          <p:sp>
            <p:nvSpPr>
              <p:cNvPr id="189667" name="Line 376"/>
              <p:cNvSpPr/>
              <p:nvPr/>
            </p:nvSpPr>
            <p:spPr>
              <a:xfrm>
                <a:off x="521" y="166"/>
                <a:ext cx="130" cy="0"/>
              </a:xfrm>
              <a:prstGeom prst="line">
                <a:avLst/>
              </a:prstGeom>
              <a:ln w="28575" cap="flat" cmpd="sng">
                <a:solidFill>
                  <a:schemeClr val="tx1"/>
                </a:solidFill>
                <a:prstDash val="solid"/>
                <a:headEnd type="none" w="med" len="med"/>
                <a:tailEnd type="none" w="med" len="med"/>
              </a:ln>
            </p:spPr>
          </p:sp>
          <p:sp>
            <p:nvSpPr>
              <p:cNvPr id="189668" name="Line 377"/>
              <p:cNvSpPr/>
              <p:nvPr/>
            </p:nvSpPr>
            <p:spPr>
              <a:xfrm>
                <a:off x="648" y="0"/>
                <a:ext cx="131" cy="0"/>
              </a:xfrm>
              <a:prstGeom prst="line">
                <a:avLst/>
              </a:prstGeom>
              <a:ln w="28575" cap="flat" cmpd="sng">
                <a:solidFill>
                  <a:schemeClr val="tx1"/>
                </a:solidFill>
                <a:prstDash val="solid"/>
                <a:headEnd type="none" w="med" len="med"/>
                <a:tailEnd type="none" w="med" len="med"/>
              </a:ln>
            </p:spPr>
          </p:sp>
          <p:sp>
            <p:nvSpPr>
              <p:cNvPr id="189669" name="Line 378"/>
              <p:cNvSpPr/>
              <p:nvPr/>
            </p:nvSpPr>
            <p:spPr>
              <a:xfrm>
                <a:off x="648" y="0"/>
                <a:ext cx="0" cy="166"/>
              </a:xfrm>
              <a:prstGeom prst="line">
                <a:avLst/>
              </a:prstGeom>
              <a:ln w="28575" cap="flat" cmpd="sng">
                <a:solidFill>
                  <a:schemeClr val="tx1"/>
                </a:solidFill>
                <a:prstDash val="solid"/>
                <a:headEnd type="none" w="med" len="med"/>
                <a:tailEnd type="none" w="med" len="med"/>
              </a:ln>
            </p:spPr>
          </p:sp>
          <p:sp>
            <p:nvSpPr>
              <p:cNvPr id="189670" name="Line 379"/>
              <p:cNvSpPr/>
              <p:nvPr/>
            </p:nvSpPr>
            <p:spPr>
              <a:xfrm>
                <a:off x="779" y="0"/>
                <a:ext cx="0" cy="166"/>
              </a:xfrm>
              <a:prstGeom prst="line">
                <a:avLst/>
              </a:prstGeom>
              <a:ln w="28575" cap="flat" cmpd="sng">
                <a:solidFill>
                  <a:schemeClr val="tx1"/>
                </a:solidFill>
                <a:prstDash val="solid"/>
                <a:headEnd type="none" w="med" len="med"/>
                <a:tailEnd type="none" w="med" len="med"/>
              </a:ln>
            </p:spPr>
          </p:sp>
          <p:sp>
            <p:nvSpPr>
              <p:cNvPr id="189671" name="Line 380"/>
              <p:cNvSpPr/>
              <p:nvPr/>
            </p:nvSpPr>
            <p:spPr>
              <a:xfrm>
                <a:off x="779" y="166"/>
                <a:ext cx="130" cy="0"/>
              </a:xfrm>
              <a:prstGeom prst="line">
                <a:avLst/>
              </a:prstGeom>
              <a:ln w="28575" cap="flat" cmpd="sng">
                <a:solidFill>
                  <a:schemeClr val="tx1"/>
                </a:solidFill>
                <a:prstDash val="solid"/>
                <a:headEnd type="none" w="med" len="med"/>
                <a:tailEnd type="none" w="med" len="med"/>
              </a:ln>
            </p:spPr>
          </p:sp>
          <p:sp>
            <p:nvSpPr>
              <p:cNvPr id="189672" name="Line 381"/>
              <p:cNvSpPr/>
              <p:nvPr/>
            </p:nvSpPr>
            <p:spPr>
              <a:xfrm>
                <a:off x="906" y="0"/>
                <a:ext cx="131" cy="0"/>
              </a:xfrm>
              <a:prstGeom prst="line">
                <a:avLst/>
              </a:prstGeom>
              <a:ln w="28575" cap="flat" cmpd="sng">
                <a:solidFill>
                  <a:schemeClr val="tx1"/>
                </a:solidFill>
                <a:prstDash val="solid"/>
                <a:headEnd type="none" w="med" len="med"/>
                <a:tailEnd type="none" w="med" len="med"/>
              </a:ln>
            </p:spPr>
          </p:sp>
          <p:sp>
            <p:nvSpPr>
              <p:cNvPr id="189673" name="Line 382"/>
              <p:cNvSpPr/>
              <p:nvPr/>
            </p:nvSpPr>
            <p:spPr>
              <a:xfrm>
                <a:off x="906" y="0"/>
                <a:ext cx="0" cy="166"/>
              </a:xfrm>
              <a:prstGeom prst="line">
                <a:avLst/>
              </a:prstGeom>
              <a:ln w="28575" cap="flat" cmpd="sng">
                <a:solidFill>
                  <a:schemeClr val="tx1"/>
                </a:solidFill>
                <a:prstDash val="solid"/>
                <a:headEnd type="none" w="med" len="med"/>
                <a:tailEnd type="none" w="med" len="med"/>
              </a:ln>
            </p:spPr>
          </p:sp>
          <p:sp>
            <p:nvSpPr>
              <p:cNvPr id="189674" name="Line 383"/>
              <p:cNvSpPr/>
              <p:nvPr/>
            </p:nvSpPr>
            <p:spPr>
              <a:xfrm>
                <a:off x="1037" y="0"/>
                <a:ext cx="0" cy="166"/>
              </a:xfrm>
              <a:prstGeom prst="line">
                <a:avLst/>
              </a:prstGeom>
              <a:ln w="28575" cap="flat" cmpd="sng">
                <a:solidFill>
                  <a:schemeClr val="tx1"/>
                </a:solidFill>
                <a:prstDash val="solid"/>
                <a:headEnd type="none" w="med" len="med"/>
                <a:tailEnd type="none" w="med" len="med"/>
              </a:ln>
            </p:spPr>
          </p:sp>
          <p:sp>
            <p:nvSpPr>
              <p:cNvPr id="189675" name="Line 384"/>
              <p:cNvSpPr/>
              <p:nvPr/>
            </p:nvSpPr>
            <p:spPr>
              <a:xfrm>
                <a:off x="1032" y="166"/>
                <a:ext cx="131" cy="0"/>
              </a:xfrm>
              <a:prstGeom prst="line">
                <a:avLst/>
              </a:prstGeom>
              <a:ln w="28575" cap="flat" cmpd="sng">
                <a:solidFill>
                  <a:schemeClr val="tx1"/>
                </a:solidFill>
                <a:prstDash val="solid"/>
                <a:headEnd type="none" w="med" len="med"/>
                <a:tailEnd type="none" w="med" len="med"/>
              </a:ln>
            </p:spPr>
          </p:sp>
          <p:sp>
            <p:nvSpPr>
              <p:cNvPr id="189676" name="Line 385"/>
              <p:cNvSpPr/>
              <p:nvPr/>
            </p:nvSpPr>
            <p:spPr>
              <a:xfrm>
                <a:off x="1160" y="0"/>
                <a:ext cx="130" cy="0"/>
              </a:xfrm>
              <a:prstGeom prst="line">
                <a:avLst/>
              </a:prstGeom>
              <a:ln w="28575" cap="flat" cmpd="sng">
                <a:solidFill>
                  <a:schemeClr val="tx1"/>
                </a:solidFill>
                <a:prstDash val="solid"/>
                <a:headEnd type="none" w="med" len="med"/>
                <a:tailEnd type="none" w="med" len="med"/>
              </a:ln>
            </p:spPr>
          </p:sp>
          <p:sp>
            <p:nvSpPr>
              <p:cNvPr id="189677" name="Line 386"/>
              <p:cNvSpPr/>
              <p:nvPr/>
            </p:nvSpPr>
            <p:spPr>
              <a:xfrm>
                <a:off x="1160" y="0"/>
                <a:ext cx="0" cy="166"/>
              </a:xfrm>
              <a:prstGeom prst="line">
                <a:avLst/>
              </a:prstGeom>
              <a:ln w="28575" cap="flat" cmpd="sng">
                <a:solidFill>
                  <a:schemeClr val="tx1"/>
                </a:solidFill>
                <a:prstDash val="solid"/>
                <a:headEnd type="none" w="med" len="med"/>
                <a:tailEnd type="none" w="med" len="med"/>
              </a:ln>
            </p:spPr>
          </p:sp>
          <p:sp>
            <p:nvSpPr>
              <p:cNvPr id="189678" name="Line 387"/>
              <p:cNvSpPr/>
              <p:nvPr/>
            </p:nvSpPr>
            <p:spPr>
              <a:xfrm>
                <a:off x="1290" y="0"/>
                <a:ext cx="0" cy="166"/>
              </a:xfrm>
              <a:prstGeom prst="line">
                <a:avLst/>
              </a:prstGeom>
              <a:ln w="28575" cap="flat" cmpd="sng">
                <a:solidFill>
                  <a:schemeClr val="tx1"/>
                </a:solidFill>
                <a:prstDash val="solid"/>
                <a:headEnd type="none" w="med" len="med"/>
                <a:tailEnd type="none" w="med" len="med"/>
              </a:ln>
            </p:spPr>
          </p:sp>
          <p:sp>
            <p:nvSpPr>
              <p:cNvPr id="189679" name="Line 388"/>
              <p:cNvSpPr/>
              <p:nvPr/>
            </p:nvSpPr>
            <p:spPr>
              <a:xfrm>
                <a:off x="1290" y="166"/>
                <a:ext cx="131" cy="0"/>
              </a:xfrm>
              <a:prstGeom prst="line">
                <a:avLst/>
              </a:prstGeom>
              <a:ln w="28575" cap="flat" cmpd="sng">
                <a:solidFill>
                  <a:schemeClr val="tx1"/>
                </a:solidFill>
                <a:prstDash val="solid"/>
                <a:headEnd type="none" w="med" len="med"/>
                <a:tailEnd type="none" w="med" len="med"/>
              </a:ln>
            </p:spPr>
          </p:sp>
          <p:sp>
            <p:nvSpPr>
              <p:cNvPr id="189680" name="Line 389"/>
              <p:cNvSpPr/>
              <p:nvPr/>
            </p:nvSpPr>
            <p:spPr>
              <a:xfrm>
                <a:off x="1418" y="0"/>
                <a:ext cx="130" cy="0"/>
              </a:xfrm>
              <a:prstGeom prst="line">
                <a:avLst/>
              </a:prstGeom>
              <a:ln w="28575" cap="flat" cmpd="sng">
                <a:solidFill>
                  <a:schemeClr val="tx1"/>
                </a:solidFill>
                <a:prstDash val="solid"/>
                <a:headEnd type="none" w="med" len="med"/>
                <a:tailEnd type="none" w="med" len="med"/>
              </a:ln>
            </p:spPr>
          </p:sp>
          <p:sp>
            <p:nvSpPr>
              <p:cNvPr id="189681" name="Line 390"/>
              <p:cNvSpPr/>
              <p:nvPr/>
            </p:nvSpPr>
            <p:spPr>
              <a:xfrm>
                <a:off x="1418" y="0"/>
                <a:ext cx="0" cy="166"/>
              </a:xfrm>
              <a:prstGeom prst="line">
                <a:avLst/>
              </a:prstGeom>
              <a:ln w="28575" cap="flat" cmpd="sng">
                <a:solidFill>
                  <a:schemeClr val="tx1"/>
                </a:solidFill>
                <a:prstDash val="solid"/>
                <a:headEnd type="none" w="med" len="med"/>
                <a:tailEnd type="none" w="med" len="med"/>
              </a:ln>
            </p:spPr>
          </p:sp>
          <p:sp>
            <p:nvSpPr>
              <p:cNvPr id="189682" name="Line 391"/>
              <p:cNvSpPr/>
              <p:nvPr/>
            </p:nvSpPr>
            <p:spPr>
              <a:xfrm>
                <a:off x="1548" y="0"/>
                <a:ext cx="0" cy="166"/>
              </a:xfrm>
              <a:prstGeom prst="line">
                <a:avLst/>
              </a:prstGeom>
              <a:ln w="28575" cap="flat" cmpd="sng">
                <a:solidFill>
                  <a:schemeClr val="tx1"/>
                </a:solidFill>
                <a:prstDash val="solid"/>
                <a:headEnd type="none" w="med" len="med"/>
                <a:tailEnd type="none" w="med" len="med"/>
              </a:ln>
            </p:spPr>
          </p:sp>
          <p:sp>
            <p:nvSpPr>
              <p:cNvPr id="189683" name="Line 392"/>
              <p:cNvSpPr/>
              <p:nvPr/>
            </p:nvSpPr>
            <p:spPr>
              <a:xfrm>
                <a:off x="1553" y="166"/>
                <a:ext cx="130" cy="0"/>
              </a:xfrm>
              <a:prstGeom prst="line">
                <a:avLst/>
              </a:prstGeom>
              <a:ln w="28575" cap="flat" cmpd="sng">
                <a:solidFill>
                  <a:schemeClr val="tx1"/>
                </a:solidFill>
                <a:prstDash val="solid"/>
                <a:headEnd type="none" w="med" len="med"/>
                <a:tailEnd type="none" w="med" len="med"/>
              </a:ln>
            </p:spPr>
          </p:sp>
          <p:sp>
            <p:nvSpPr>
              <p:cNvPr id="189684" name="Line 393"/>
              <p:cNvSpPr/>
              <p:nvPr/>
            </p:nvSpPr>
            <p:spPr>
              <a:xfrm>
                <a:off x="1680" y="0"/>
                <a:ext cx="131" cy="0"/>
              </a:xfrm>
              <a:prstGeom prst="line">
                <a:avLst/>
              </a:prstGeom>
              <a:ln w="28575" cap="flat" cmpd="sng">
                <a:solidFill>
                  <a:schemeClr val="tx1"/>
                </a:solidFill>
                <a:prstDash val="solid"/>
                <a:headEnd type="none" w="med" len="med"/>
                <a:tailEnd type="none" w="med" len="med"/>
              </a:ln>
            </p:spPr>
          </p:sp>
          <p:sp>
            <p:nvSpPr>
              <p:cNvPr id="189685" name="Line 394"/>
              <p:cNvSpPr/>
              <p:nvPr/>
            </p:nvSpPr>
            <p:spPr>
              <a:xfrm>
                <a:off x="1680" y="0"/>
                <a:ext cx="0" cy="166"/>
              </a:xfrm>
              <a:prstGeom prst="line">
                <a:avLst/>
              </a:prstGeom>
              <a:ln w="28575" cap="flat" cmpd="sng">
                <a:solidFill>
                  <a:schemeClr val="tx1"/>
                </a:solidFill>
                <a:prstDash val="solid"/>
                <a:headEnd type="none" w="med" len="med"/>
                <a:tailEnd type="none" w="med" len="med"/>
              </a:ln>
            </p:spPr>
          </p:sp>
          <p:sp>
            <p:nvSpPr>
              <p:cNvPr id="189686" name="Line 395"/>
              <p:cNvSpPr/>
              <p:nvPr/>
            </p:nvSpPr>
            <p:spPr>
              <a:xfrm>
                <a:off x="1811" y="0"/>
                <a:ext cx="0" cy="166"/>
              </a:xfrm>
              <a:prstGeom prst="line">
                <a:avLst/>
              </a:prstGeom>
              <a:ln w="28575" cap="flat" cmpd="sng">
                <a:solidFill>
                  <a:schemeClr val="tx1"/>
                </a:solidFill>
                <a:prstDash val="solid"/>
                <a:headEnd type="none" w="med" len="med"/>
                <a:tailEnd type="none" w="med" len="med"/>
              </a:ln>
            </p:spPr>
          </p:sp>
          <p:sp>
            <p:nvSpPr>
              <p:cNvPr id="189687" name="Line 396"/>
              <p:cNvSpPr/>
              <p:nvPr/>
            </p:nvSpPr>
            <p:spPr>
              <a:xfrm>
                <a:off x="1811" y="166"/>
                <a:ext cx="130" cy="0"/>
              </a:xfrm>
              <a:prstGeom prst="line">
                <a:avLst/>
              </a:prstGeom>
              <a:ln w="28575" cap="flat" cmpd="sng">
                <a:solidFill>
                  <a:schemeClr val="tx1"/>
                </a:solidFill>
                <a:prstDash val="solid"/>
                <a:headEnd type="none" w="med" len="med"/>
                <a:tailEnd type="none" w="med" len="med"/>
              </a:ln>
            </p:spPr>
          </p:sp>
          <p:sp>
            <p:nvSpPr>
              <p:cNvPr id="189688" name="Line 397"/>
              <p:cNvSpPr/>
              <p:nvPr/>
            </p:nvSpPr>
            <p:spPr>
              <a:xfrm>
                <a:off x="1938" y="0"/>
                <a:ext cx="131" cy="0"/>
              </a:xfrm>
              <a:prstGeom prst="line">
                <a:avLst/>
              </a:prstGeom>
              <a:ln w="28575" cap="flat" cmpd="sng">
                <a:solidFill>
                  <a:schemeClr val="tx1"/>
                </a:solidFill>
                <a:prstDash val="solid"/>
                <a:headEnd type="none" w="med" len="med"/>
                <a:tailEnd type="none" w="med" len="med"/>
              </a:ln>
            </p:spPr>
          </p:sp>
          <p:sp>
            <p:nvSpPr>
              <p:cNvPr id="189689" name="Line 398"/>
              <p:cNvSpPr/>
              <p:nvPr/>
            </p:nvSpPr>
            <p:spPr>
              <a:xfrm>
                <a:off x="1938" y="0"/>
                <a:ext cx="0" cy="166"/>
              </a:xfrm>
              <a:prstGeom prst="line">
                <a:avLst/>
              </a:prstGeom>
              <a:ln w="28575" cap="flat" cmpd="sng">
                <a:solidFill>
                  <a:schemeClr val="tx1"/>
                </a:solidFill>
                <a:prstDash val="solid"/>
                <a:headEnd type="none" w="med" len="med"/>
                <a:tailEnd type="none" w="med" len="med"/>
              </a:ln>
            </p:spPr>
          </p:sp>
          <p:sp>
            <p:nvSpPr>
              <p:cNvPr id="189690" name="Line 399"/>
              <p:cNvSpPr/>
              <p:nvPr/>
            </p:nvSpPr>
            <p:spPr>
              <a:xfrm>
                <a:off x="2069" y="0"/>
                <a:ext cx="0" cy="166"/>
              </a:xfrm>
              <a:prstGeom prst="line">
                <a:avLst/>
              </a:prstGeom>
              <a:ln w="28575" cap="flat" cmpd="sng">
                <a:solidFill>
                  <a:schemeClr val="tx1"/>
                </a:solidFill>
                <a:prstDash val="solid"/>
                <a:headEnd type="none" w="med" len="med"/>
                <a:tailEnd type="none" w="med" len="med"/>
              </a:ln>
            </p:spPr>
          </p:sp>
          <p:sp>
            <p:nvSpPr>
              <p:cNvPr id="189691" name="Line 400"/>
              <p:cNvSpPr/>
              <p:nvPr/>
            </p:nvSpPr>
            <p:spPr>
              <a:xfrm>
                <a:off x="2069" y="166"/>
                <a:ext cx="132" cy="0"/>
              </a:xfrm>
              <a:prstGeom prst="line">
                <a:avLst/>
              </a:prstGeom>
              <a:ln w="28575" cap="flat" cmpd="sng">
                <a:solidFill>
                  <a:schemeClr val="tx1"/>
                </a:solidFill>
                <a:prstDash val="solid"/>
                <a:headEnd type="none" w="med" len="med"/>
                <a:tailEnd type="none" w="med" len="med"/>
              </a:ln>
            </p:spPr>
          </p:sp>
          <p:sp>
            <p:nvSpPr>
              <p:cNvPr id="189692" name="Line 401"/>
              <p:cNvSpPr/>
              <p:nvPr/>
            </p:nvSpPr>
            <p:spPr>
              <a:xfrm>
                <a:off x="2088" y="166"/>
                <a:ext cx="131" cy="0"/>
              </a:xfrm>
              <a:prstGeom prst="line">
                <a:avLst/>
              </a:prstGeom>
              <a:ln w="28575" cap="flat" cmpd="sng">
                <a:solidFill>
                  <a:schemeClr val="tx1"/>
                </a:solidFill>
                <a:prstDash val="solid"/>
                <a:headEnd type="none" w="med" len="med"/>
                <a:tailEnd type="none" w="med" len="med"/>
              </a:ln>
            </p:spPr>
          </p:sp>
          <p:sp>
            <p:nvSpPr>
              <p:cNvPr id="189693" name="Line 402"/>
              <p:cNvSpPr/>
              <p:nvPr/>
            </p:nvSpPr>
            <p:spPr>
              <a:xfrm>
                <a:off x="2216" y="0"/>
                <a:ext cx="130" cy="0"/>
              </a:xfrm>
              <a:prstGeom prst="line">
                <a:avLst/>
              </a:prstGeom>
              <a:ln w="28575" cap="flat" cmpd="sng">
                <a:solidFill>
                  <a:schemeClr val="tx1"/>
                </a:solidFill>
                <a:prstDash val="solid"/>
                <a:headEnd type="none" w="med" len="med"/>
                <a:tailEnd type="none" w="med" len="med"/>
              </a:ln>
            </p:spPr>
          </p:sp>
          <p:sp>
            <p:nvSpPr>
              <p:cNvPr id="189694" name="Line 403"/>
              <p:cNvSpPr/>
              <p:nvPr/>
            </p:nvSpPr>
            <p:spPr>
              <a:xfrm>
                <a:off x="2216" y="0"/>
                <a:ext cx="0" cy="166"/>
              </a:xfrm>
              <a:prstGeom prst="line">
                <a:avLst/>
              </a:prstGeom>
              <a:ln w="28575" cap="flat" cmpd="sng">
                <a:solidFill>
                  <a:schemeClr val="tx1"/>
                </a:solidFill>
                <a:prstDash val="solid"/>
                <a:headEnd type="none" w="med" len="med"/>
                <a:tailEnd type="none" w="med" len="med"/>
              </a:ln>
            </p:spPr>
          </p:sp>
          <p:sp>
            <p:nvSpPr>
              <p:cNvPr id="189695" name="Line 404"/>
              <p:cNvSpPr/>
              <p:nvPr/>
            </p:nvSpPr>
            <p:spPr>
              <a:xfrm>
                <a:off x="2346" y="0"/>
                <a:ext cx="0" cy="166"/>
              </a:xfrm>
              <a:prstGeom prst="line">
                <a:avLst/>
              </a:prstGeom>
              <a:ln w="28575" cap="flat" cmpd="sng">
                <a:solidFill>
                  <a:schemeClr val="tx1"/>
                </a:solidFill>
                <a:prstDash val="solid"/>
                <a:headEnd type="none" w="med" len="med"/>
                <a:tailEnd type="none" w="med" len="med"/>
              </a:ln>
            </p:spPr>
          </p:sp>
          <p:sp>
            <p:nvSpPr>
              <p:cNvPr id="189696" name="Line 405"/>
              <p:cNvSpPr/>
              <p:nvPr/>
            </p:nvSpPr>
            <p:spPr>
              <a:xfrm>
                <a:off x="2346" y="166"/>
                <a:ext cx="131" cy="0"/>
              </a:xfrm>
              <a:prstGeom prst="line">
                <a:avLst/>
              </a:prstGeom>
              <a:ln w="28575" cap="flat" cmpd="sng">
                <a:solidFill>
                  <a:schemeClr val="tx1"/>
                </a:solidFill>
                <a:prstDash val="solid"/>
                <a:headEnd type="none" w="med" len="med"/>
                <a:tailEnd type="none" w="med" len="med"/>
              </a:ln>
            </p:spPr>
          </p:sp>
          <p:sp>
            <p:nvSpPr>
              <p:cNvPr id="189697" name="Line 406"/>
              <p:cNvSpPr/>
              <p:nvPr/>
            </p:nvSpPr>
            <p:spPr>
              <a:xfrm>
                <a:off x="2474" y="0"/>
                <a:ext cx="130" cy="0"/>
              </a:xfrm>
              <a:prstGeom prst="line">
                <a:avLst/>
              </a:prstGeom>
              <a:ln w="28575" cap="flat" cmpd="sng">
                <a:solidFill>
                  <a:schemeClr val="tx1"/>
                </a:solidFill>
                <a:prstDash val="solid"/>
                <a:headEnd type="none" w="med" len="med"/>
                <a:tailEnd type="none" w="med" len="med"/>
              </a:ln>
            </p:spPr>
          </p:sp>
          <p:sp>
            <p:nvSpPr>
              <p:cNvPr id="189698" name="Line 407"/>
              <p:cNvSpPr/>
              <p:nvPr/>
            </p:nvSpPr>
            <p:spPr>
              <a:xfrm>
                <a:off x="2474" y="0"/>
                <a:ext cx="0" cy="166"/>
              </a:xfrm>
              <a:prstGeom prst="line">
                <a:avLst/>
              </a:prstGeom>
              <a:ln w="28575" cap="flat" cmpd="sng">
                <a:solidFill>
                  <a:schemeClr val="tx1"/>
                </a:solidFill>
                <a:prstDash val="solid"/>
                <a:headEnd type="none" w="med" len="med"/>
                <a:tailEnd type="none" w="med" len="med"/>
              </a:ln>
            </p:spPr>
          </p:sp>
          <p:sp>
            <p:nvSpPr>
              <p:cNvPr id="189699" name="Line 408"/>
              <p:cNvSpPr/>
              <p:nvPr/>
            </p:nvSpPr>
            <p:spPr>
              <a:xfrm>
                <a:off x="2604" y="0"/>
                <a:ext cx="0" cy="166"/>
              </a:xfrm>
              <a:prstGeom prst="line">
                <a:avLst/>
              </a:prstGeom>
              <a:ln w="28575" cap="flat" cmpd="sng">
                <a:solidFill>
                  <a:schemeClr val="tx1"/>
                </a:solidFill>
                <a:prstDash val="solid"/>
                <a:headEnd type="none" w="med" len="med"/>
                <a:tailEnd type="none" w="med" len="med"/>
              </a:ln>
            </p:spPr>
          </p:sp>
          <p:sp>
            <p:nvSpPr>
              <p:cNvPr id="189700" name="Line 409"/>
              <p:cNvSpPr/>
              <p:nvPr/>
            </p:nvSpPr>
            <p:spPr>
              <a:xfrm>
                <a:off x="2609" y="166"/>
                <a:ext cx="130" cy="0"/>
              </a:xfrm>
              <a:prstGeom prst="line">
                <a:avLst/>
              </a:prstGeom>
              <a:ln w="28575" cap="flat" cmpd="sng">
                <a:solidFill>
                  <a:schemeClr val="tx1"/>
                </a:solidFill>
                <a:prstDash val="solid"/>
                <a:headEnd type="none" w="med" len="med"/>
                <a:tailEnd type="none" w="med" len="med"/>
              </a:ln>
            </p:spPr>
          </p:sp>
          <p:sp>
            <p:nvSpPr>
              <p:cNvPr id="189701" name="Line 410"/>
              <p:cNvSpPr/>
              <p:nvPr/>
            </p:nvSpPr>
            <p:spPr>
              <a:xfrm>
                <a:off x="2736" y="0"/>
                <a:ext cx="131" cy="0"/>
              </a:xfrm>
              <a:prstGeom prst="line">
                <a:avLst/>
              </a:prstGeom>
              <a:ln w="28575" cap="flat" cmpd="sng">
                <a:solidFill>
                  <a:schemeClr val="tx1"/>
                </a:solidFill>
                <a:prstDash val="solid"/>
                <a:headEnd type="none" w="med" len="med"/>
                <a:tailEnd type="none" w="med" len="med"/>
              </a:ln>
            </p:spPr>
          </p:sp>
          <p:sp>
            <p:nvSpPr>
              <p:cNvPr id="189702" name="Line 411"/>
              <p:cNvSpPr/>
              <p:nvPr/>
            </p:nvSpPr>
            <p:spPr>
              <a:xfrm>
                <a:off x="2736" y="0"/>
                <a:ext cx="0" cy="166"/>
              </a:xfrm>
              <a:prstGeom prst="line">
                <a:avLst/>
              </a:prstGeom>
              <a:ln w="28575" cap="flat" cmpd="sng">
                <a:solidFill>
                  <a:schemeClr val="tx1"/>
                </a:solidFill>
                <a:prstDash val="solid"/>
                <a:headEnd type="none" w="med" len="med"/>
                <a:tailEnd type="none" w="med" len="med"/>
              </a:ln>
            </p:spPr>
          </p:sp>
          <p:sp>
            <p:nvSpPr>
              <p:cNvPr id="189703" name="Line 412"/>
              <p:cNvSpPr/>
              <p:nvPr/>
            </p:nvSpPr>
            <p:spPr>
              <a:xfrm>
                <a:off x="2867" y="0"/>
                <a:ext cx="0" cy="166"/>
              </a:xfrm>
              <a:prstGeom prst="line">
                <a:avLst/>
              </a:prstGeom>
              <a:ln w="28575" cap="flat" cmpd="sng">
                <a:solidFill>
                  <a:schemeClr val="tx1"/>
                </a:solidFill>
                <a:prstDash val="solid"/>
                <a:headEnd type="none" w="med" len="med"/>
                <a:tailEnd type="none" w="med" len="med"/>
              </a:ln>
            </p:spPr>
          </p:sp>
          <p:sp>
            <p:nvSpPr>
              <p:cNvPr id="189704" name="Line 413"/>
              <p:cNvSpPr/>
              <p:nvPr/>
            </p:nvSpPr>
            <p:spPr>
              <a:xfrm>
                <a:off x="2867" y="166"/>
                <a:ext cx="130" cy="0"/>
              </a:xfrm>
              <a:prstGeom prst="line">
                <a:avLst/>
              </a:prstGeom>
              <a:ln w="28575" cap="flat" cmpd="sng">
                <a:solidFill>
                  <a:schemeClr val="tx1"/>
                </a:solidFill>
                <a:prstDash val="solid"/>
                <a:headEnd type="none" w="med" len="med"/>
                <a:tailEnd type="none" w="med" len="med"/>
              </a:ln>
            </p:spPr>
          </p:sp>
          <p:sp>
            <p:nvSpPr>
              <p:cNvPr id="189705" name="Line 414"/>
              <p:cNvSpPr/>
              <p:nvPr/>
            </p:nvSpPr>
            <p:spPr>
              <a:xfrm>
                <a:off x="2994" y="0"/>
                <a:ext cx="131" cy="0"/>
              </a:xfrm>
              <a:prstGeom prst="line">
                <a:avLst/>
              </a:prstGeom>
              <a:ln w="28575" cap="flat" cmpd="sng">
                <a:solidFill>
                  <a:schemeClr val="tx1"/>
                </a:solidFill>
                <a:prstDash val="solid"/>
                <a:headEnd type="none" w="med" len="med"/>
                <a:tailEnd type="none" w="med" len="med"/>
              </a:ln>
            </p:spPr>
          </p:sp>
          <p:sp>
            <p:nvSpPr>
              <p:cNvPr id="189706" name="Line 415"/>
              <p:cNvSpPr/>
              <p:nvPr/>
            </p:nvSpPr>
            <p:spPr>
              <a:xfrm>
                <a:off x="2994" y="0"/>
                <a:ext cx="0" cy="166"/>
              </a:xfrm>
              <a:prstGeom prst="line">
                <a:avLst/>
              </a:prstGeom>
              <a:ln w="28575" cap="flat" cmpd="sng">
                <a:solidFill>
                  <a:schemeClr val="tx1"/>
                </a:solidFill>
                <a:prstDash val="solid"/>
                <a:headEnd type="none" w="med" len="med"/>
                <a:tailEnd type="none" w="med" len="med"/>
              </a:ln>
            </p:spPr>
          </p:sp>
          <p:sp>
            <p:nvSpPr>
              <p:cNvPr id="189707" name="Line 416"/>
              <p:cNvSpPr/>
              <p:nvPr/>
            </p:nvSpPr>
            <p:spPr>
              <a:xfrm>
                <a:off x="3125" y="0"/>
                <a:ext cx="0" cy="166"/>
              </a:xfrm>
              <a:prstGeom prst="line">
                <a:avLst/>
              </a:prstGeom>
              <a:ln w="28575" cap="flat" cmpd="sng">
                <a:solidFill>
                  <a:schemeClr val="tx1"/>
                </a:solidFill>
                <a:prstDash val="solid"/>
                <a:headEnd type="none" w="med" len="med"/>
                <a:tailEnd type="none" w="med" len="med"/>
              </a:ln>
            </p:spPr>
          </p:sp>
          <p:sp>
            <p:nvSpPr>
              <p:cNvPr id="189708" name="Line 417"/>
              <p:cNvSpPr/>
              <p:nvPr/>
            </p:nvSpPr>
            <p:spPr>
              <a:xfrm>
                <a:off x="3120" y="166"/>
                <a:ext cx="131" cy="0"/>
              </a:xfrm>
              <a:prstGeom prst="line">
                <a:avLst/>
              </a:prstGeom>
              <a:ln w="28575" cap="flat" cmpd="sng">
                <a:solidFill>
                  <a:schemeClr val="tx1"/>
                </a:solidFill>
                <a:prstDash val="solid"/>
                <a:headEnd type="none" w="med" len="med"/>
                <a:tailEnd type="none" w="med" len="med"/>
              </a:ln>
            </p:spPr>
          </p:sp>
          <p:sp>
            <p:nvSpPr>
              <p:cNvPr id="189709" name="Line 418"/>
              <p:cNvSpPr/>
              <p:nvPr/>
            </p:nvSpPr>
            <p:spPr>
              <a:xfrm>
                <a:off x="3248" y="0"/>
                <a:ext cx="130" cy="0"/>
              </a:xfrm>
              <a:prstGeom prst="line">
                <a:avLst/>
              </a:prstGeom>
              <a:ln w="28575" cap="flat" cmpd="sng">
                <a:solidFill>
                  <a:schemeClr val="tx1"/>
                </a:solidFill>
                <a:prstDash val="solid"/>
                <a:headEnd type="none" w="med" len="med"/>
                <a:tailEnd type="none" w="med" len="med"/>
              </a:ln>
            </p:spPr>
          </p:sp>
          <p:sp>
            <p:nvSpPr>
              <p:cNvPr id="189710" name="Line 419"/>
              <p:cNvSpPr/>
              <p:nvPr/>
            </p:nvSpPr>
            <p:spPr>
              <a:xfrm>
                <a:off x="3248" y="0"/>
                <a:ext cx="0" cy="166"/>
              </a:xfrm>
              <a:prstGeom prst="line">
                <a:avLst/>
              </a:prstGeom>
              <a:ln w="28575" cap="flat" cmpd="sng">
                <a:solidFill>
                  <a:schemeClr val="tx1"/>
                </a:solidFill>
                <a:prstDash val="solid"/>
                <a:headEnd type="none" w="med" len="med"/>
                <a:tailEnd type="none" w="med" len="med"/>
              </a:ln>
            </p:spPr>
          </p:sp>
          <p:sp>
            <p:nvSpPr>
              <p:cNvPr id="189711" name="Line 420"/>
              <p:cNvSpPr/>
              <p:nvPr/>
            </p:nvSpPr>
            <p:spPr>
              <a:xfrm>
                <a:off x="3378" y="0"/>
                <a:ext cx="0" cy="166"/>
              </a:xfrm>
              <a:prstGeom prst="line">
                <a:avLst/>
              </a:prstGeom>
              <a:ln w="28575" cap="flat" cmpd="sng">
                <a:solidFill>
                  <a:schemeClr val="tx1"/>
                </a:solidFill>
                <a:prstDash val="solid"/>
                <a:headEnd type="none" w="med" len="med"/>
                <a:tailEnd type="none" w="med" len="med"/>
              </a:ln>
            </p:spPr>
          </p:sp>
          <p:sp>
            <p:nvSpPr>
              <p:cNvPr id="189712" name="Line 421"/>
              <p:cNvSpPr/>
              <p:nvPr/>
            </p:nvSpPr>
            <p:spPr>
              <a:xfrm>
                <a:off x="3378" y="166"/>
                <a:ext cx="131" cy="0"/>
              </a:xfrm>
              <a:prstGeom prst="line">
                <a:avLst/>
              </a:prstGeom>
              <a:ln w="28575" cap="flat" cmpd="sng">
                <a:solidFill>
                  <a:schemeClr val="tx1"/>
                </a:solidFill>
                <a:prstDash val="solid"/>
                <a:headEnd type="none" w="med" len="med"/>
                <a:tailEnd type="none" w="med" len="med"/>
              </a:ln>
            </p:spPr>
          </p:sp>
          <p:sp>
            <p:nvSpPr>
              <p:cNvPr id="189713" name="Line 422"/>
              <p:cNvSpPr/>
              <p:nvPr/>
            </p:nvSpPr>
            <p:spPr>
              <a:xfrm>
                <a:off x="3506" y="0"/>
                <a:ext cx="130" cy="0"/>
              </a:xfrm>
              <a:prstGeom prst="line">
                <a:avLst/>
              </a:prstGeom>
              <a:ln w="28575" cap="flat" cmpd="sng">
                <a:solidFill>
                  <a:schemeClr val="tx1"/>
                </a:solidFill>
                <a:prstDash val="solid"/>
                <a:headEnd type="none" w="med" len="med"/>
                <a:tailEnd type="none" w="med" len="med"/>
              </a:ln>
            </p:spPr>
          </p:sp>
          <p:sp>
            <p:nvSpPr>
              <p:cNvPr id="189714" name="Line 423"/>
              <p:cNvSpPr/>
              <p:nvPr/>
            </p:nvSpPr>
            <p:spPr>
              <a:xfrm>
                <a:off x="3506" y="0"/>
                <a:ext cx="0" cy="166"/>
              </a:xfrm>
              <a:prstGeom prst="line">
                <a:avLst/>
              </a:prstGeom>
              <a:ln w="28575" cap="flat" cmpd="sng">
                <a:solidFill>
                  <a:schemeClr val="tx1"/>
                </a:solidFill>
                <a:prstDash val="solid"/>
                <a:headEnd type="none" w="med" len="med"/>
                <a:tailEnd type="none" w="med" len="med"/>
              </a:ln>
            </p:spPr>
          </p:sp>
          <p:sp>
            <p:nvSpPr>
              <p:cNvPr id="189715" name="Line 424"/>
              <p:cNvSpPr/>
              <p:nvPr/>
            </p:nvSpPr>
            <p:spPr>
              <a:xfrm>
                <a:off x="3636" y="0"/>
                <a:ext cx="0" cy="166"/>
              </a:xfrm>
              <a:prstGeom prst="line">
                <a:avLst/>
              </a:prstGeom>
              <a:ln w="28575" cap="flat" cmpd="sng">
                <a:solidFill>
                  <a:schemeClr val="tx1"/>
                </a:solidFill>
                <a:prstDash val="solid"/>
                <a:headEnd type="none" w="med" len="med"/>
                <a:tailEnd type="none" w="med" len="med"/>
              </a:ln>
            </p:spPr>
          </p:sp>
          <p:sp>
            <p:nvSpPr>
              <p:cNvPr id="189716" name="Line 425"/>
              <p:cNvSpPr/>
              <p:nvPr/>
            </p:nvSpPr>
            <p:spPr>
              <a:xfrm>
                <a:off x="3633" y="166"/>
                <a:ext cx="131" cy="0"/>
              </a:xfrm>
              <a:prstGeom prst="line">
                <a:avLst/>
              </a:prstGeom>
              <a:ln w="28575" cap="flat" cmpd="sng">
                <a:solidFill>
                  <a:schemeClr val="tx1"/>
                </a:solidFill>
                <a:prstDash val="solid"/>
                <a:headEnd type="none" w="med" len="med"/>
                <a:tailEnd type="none" w="med" len="med"/>
              </a:ln>
            </p:spPr>
          </p:sp>
        </p:grpSp>
        <p:grpSp>
          <p:nvGrpSpPr>
            <p:cNvPr id="189455" name="Group 426"/>
            <p:cNvGrpSpPr/>
            <p:nvPr/>
          </p:nvGrpSpPr>
          <p:grpSpPr>
            <a:xfrm>
              <a:off x="1742" y="502"/>
              <a:ext cx="8425" cy="4252"/>
              <a:chOff x="0" y="0"/>
              <a:chExt cx="3370" cy="2084"/>
            </a:xfrm>
          </p:grpSpPr>
          <p:sp>
            <p:nvSpPr>
              <p:cNvPr id="189645" name="Line 427"/>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189646" name="Line 428"/>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189647" name="Line 429"/>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189648" name="Line 430"/>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189649" name="Line 431"/>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189650" name="Line 432"/>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189651" name="Line 433"/>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189652" name="Line 434"/>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189653" name="Line 435"/>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189654" name="Line 436"/>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189655" name="Line 437"/>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189656" name="Line 438"/>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189657" name="Line 439"/>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189658" name="Line 440"/>
              <p:cNvSpPr/>
              <p:nvPr/>
            </p:nvSpPr>
            <p:spPr>
              <a:xfrm>
                <a:off x="3370" y="20"/>
                <a:ext cx="0" cy="2064"/>
              </a:xfrm>
              <a:prstGeom prst="line">
                <a:avLst/>
              </a:prstGeom>
              <a:ln w="9525" cap="flat" cmpd="sng">
                <a:solidFill>
                  <a:schemeClr val="tx1"/>
                </a:solidFill>
                <a:prstDash val="lgDash"/>
                <a:headEnd type="none" w="med" len="med"/>
                <a:tailEnd type="none" w="med" len="med"/>
              </a:ln>
            </p:spPr>
          </p:sp>
        </p:grpSp>
        <p:sp>
          <p:nvSpPr>
            <p:cNvPr id="189456" name="Text Box 441"/>
            <p:cNvSpPr txBox="1"/>
            <p:nvPr/>
          </p:nvSpPr>
          <p:spPr>
            <a:xfrm>
              <a:off x="302" y="4302"/>
              <a:ext cx="1143" cy="631"/>
            </a:xfrm>
            <a:prstGeom prst="rect">
              <a:avLst/>
            </a:prstGeom>
            <a:noFill/>
            <a:ln w="9525">
              <a:noFill/>
            </a:ln>
          </p:spPr>
          <p:txBody>
            <a:bodyPr>
              <a:spAutoFit/>
            </a:bodyPr>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7</a:t>
              </a:r>
              <a:endParaRPr lang="en-US" altLang="zh-CN" b="1" baseline="-25000">
                <a:solidFill>
                  <a:schemeClr val="tx1"/>
                </a:solidFill>
                <a:latin typeface="黑体" panose="02010609060101010101" pitchFamily="2" charset="-122"/>
                <a:ea typeface="黑体" panose="02010609060101010101" pitchFamily="2" charset="-122"/>
              </a:endParaRPr>
            </a:p>
          </p:txBody>
        </p:sp>
        <p:grpSp>
          <p:nvGrpSpPr>
            <p:cNvPr id="189457" name="Group 454"/>
            <p:cNvGrpSpPr/>
            <p:nvPr/>
          </p:nvGrpSpPr>
          <p:grpSpPr>
            <a:xfrm>
              <a:off x="1812" y="3923"/>
              <a:ext cx="90" cy="171"/>
              <a:chOff x="0" y="0"/>
              <a:chExt cx="36" cy="91"/>
            </a:xfrm>
          </p:grpSpPr>
          <p:sp>
            <p:nvSpPr>
              <p:cNvPr id="189643" name="Line 45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4" name="Line 45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458" name="Group 498"/>
            <p:cNvGrpSpPr/>
            <p:nvPr/>
          </p:nvGrpSpPr>
          <p:grpSpPr>
            <a:xfrm>
              <a:off x="1170" y="682"/>
              <a:ext cx="9470" cy="349"/>
              <a:chOff x="0" y="0"/>
              <a:chExt cx="3788" cy="186"/>
            </a:xfrm>
          </p:grpSpPr>
          <p:sp>
            <p:nvSpPr>
              <p:cNvPr id="189618" name="Line 315"/>
              <p:cNvSpPr/>
              <p:nvPr/>
            </p:nvSpPr>
            <p:spPr>
              <a:xfrm>
                <a:off x="278" y="184"/>
                <a:ext cx="204" cy="0"/>
              </a:xfrm>
              <a:prstGeom prst="line">
                <a:avLst/>
              </a:prstGeom>
              <a:ln w="28575" cap="flat" cmpd="sng">
                <a:solidFill>
                  <a:schemeClr val="tx1"/>
                </a:solidFill>
                <a:prstDash val="solid"/>
                <a:headEnd type="none" w="med" len="med"/>
                <a:tailEnd type="none" w="med" len="med"/>
              </a:ln>
            </p:spPr>
          </p:sp>
          <p:sp>
            <p:nvSpPr>
              <p:cNvPr id="189619" name="Line 320"/>
              <p:cNvSpPr/>
              <p:nvPr/>
            </p:nvSpPr>
            <p:spPr>
              <a:xfrm>
                <a:off x="0" y="10"/>
                <a:ext cx="227" cy="0"/>
              </a:xfrm>
              <a:prstGeom prst="line">
                <a:avLst/>
              </a:prstGeom>
              <a:ln w="28575" cap="flat" cmpd="sng">
                <a:solidFill>
                  <a:schemeClr val="tx1"/>
                </a:solidFill>
                <a:prstDash val="solid"/>
                <a:headEnd type="none" w="med" len="med"/>
                <a:tailEnd type="none" w="med" len="med"/>
              </a:ln>
            </p:spPr>
          </p:sp>
          <p:sp>
            <p:nvSpPr>
              <p:cNvPr id="189620" name="Line 321"/>
              <p:cNvSpPr/>
              <p:nvPr/>
            </p:nvSpPr>
            <p:spPr>
              <a:xfrm>
                <a:off x="543" y="20"/>
                <a:ext cx="204" cy="0"/>
              </a:xfrm>
              <a:prstGeom prst="line">
                <a:avLst/>
              </a:prstGeom>
              <a:ln w="28575" cap="flat" cmpd="sng">
                <a:solidFill>
                  <a:schemeClr val="tx1"/>
                </a:solidFill>
                <a:prstDash val="solid"/>
                <a:headEnd type="none" w="med" len="med"/>
                <a:tailEnd type="none" w="med" len="med"/>
              </a:ln>
            </p:spPr>
          </p:sp>
          <p:sp>
            <p:nvSpPr>
              <p:cNvPr id="189621" name="Line 322"/>
              <p:cNvSpPr/>
              <p:nvPr/>
            </p:nvSpPr>
            <p:spPr>
              <a:xfrm rot="900000">
                <a:off x="517" y="20"/>
                <a:ext cx="0" cy="166"/>
              </a:xfrm>
              <a:prstGeom prst="line">
                <a:avLst/>
              </a:prstGeom>
              <a:ln w="28575" cap="flat" cmpd="sng">
                <a:solidFill>
                  <a:schemeClr val="tx1"/>
                </a:solidFill>
                <a:prstDash val="solid"/>
                <a:headEnd type="none" w="med" len="med"/>
                <a:tailEnd type="none" w="med" len="med"/>
              </a:ln>
            </p:spPr>
          </p:sp>
          <p:sp>
            <p:nvSpPr>
              <p:cNvPr id="189622" name="Line 323"/>
              <p:cNvSpPr/>
              <p:nvPr/>
            </p:nvSpPr>
            <p:spPr>
              <a:xfrm rot="-900000">
                <a:off x="249" y="20"/>
                <a:ext cx="0" cy="166"/>
              </a:xfrm>
              <a:prstGeom prst="line">
                <a:avLst/>
              </a:prstGeom>
              <a:ln w="28575" cap="flat" cmpd="sng">
                <a:solidFill>
                  <a:schemeClr val="tx1"/>
                </a:solidFill>
                <a:prstDash val="solid"/>
                <a:headEnd type="none" w="med" len="med"/>
                <a:tailEnd type="none" w="med" len="med"/>
              </a:ln>
            </p:spPr>
          </p:sp>
          <p:sp>
            <p:nvSpPr>
              <p:cNvPr id="189623" name="Line 324"/>
              <p:cNvSpPr/>
              <p:nvPr/>
            </p:nvSpPr>
            <p:spPr>
              <a:xfrm>
                <a:off x="829" y="20"/>
                <a:ext cx="431" cy="0"/>
              </a:xfrm>
              <a:prstGeom prst="line">
                <a:avLst/>
              </a:prstGeom>
              <a:ln w="28575" cap="flat" cmpd="sng">
                <a:solidFill>
                  <a:schemeClr val="tx1"/>
                </a:solidFill>
                <a:prstDash val="solid"/>
                <a:headEnd type="none" w="med" len="med"/>
                <a:tailEnd type="none" w="med" len="med"/>
              </a:ln>
            </p:spPr>
          </p:sp>
          <p:sp>
            <p:nvSpPr>
              <p:cNvPr id="189624" name="Line 325"/>
              <p:cNvSpPr/>
              <p:nvPr/>
            </p:nvSpPr>
            <p:spPr>
              <a:xfrm>
                <a:off x="1333" y="20"/>
                <a:ext cx="975" cy="0"/>
              </a:xfrm>
              <a:prstGeom prst="line">
                <a:avLst/>
              </a:prstGeom>
              <a:ln w="28575" cap="flat" cmpd="sng">
                <a:solidFill>
                  <a:schemeClr val="tx1"/>
                </a:solidFill>
                <a:prstDash val="solid"/>
                <a:headEnd type="none" w="med" len="med"/>
                <a:tailEnd type="none" w="med" len="med"/>
              </a:ln>
            </p:spPr>
          </p:sp>
          <p:sp>
            <p:nvSpPr>
              <p:cNvPr id="189625" name="Line 328"/>
              <p:cNvSpPr/>
              <p:nvPr/>
            </p:nvSpPr>
            <p:spPr>
              <a:xfrm>
                <a:off x="2629" y="20"/>
                <a:ext cx="204" cy="0"/>
              </a:xfrm>
              <a:prstGeom prst="line">
                <a:avLst/>
              </a:prstGeom>
              <a:ln w="28575" cap="flat" cmpd="sng">
                <a:solidFill>
                  <a:schemeClr val="tx1"/>
                </a:solidFill>
                <a:prstDash val="solid"/>
                <a:headEnd type="none" w="med" len="med"/>
                <a:tailEnd type="none" w="med" len="med"/>
              </a:ln>
            </p:spPr>
          </p:sp>
          <p:sp>
            <p:nvSpPr>
              <p:cNvPr id="189626" name="Line 336"/>
              <p:cNvSpPr/>
              <p:nvPr/>
            </p:nvSpPr>
            <p:spPr>
              <a:xfrm>
                <a:off x="3425" y="20"/>
                <a:ext cx="363" cy="0"/>
              </a:xfrm>
              <a:prstGeom prst="line">
                <a:avLst/>
              </a:prstGeom>
              <a:ln w="28575" cap="flat" cmpd="sng">
                <a:solidFill>
                  <a:schemeClr val="tx1"/>
                </a:solidFill>
                <a:prstDash val="solid"/>
                <a:headEnd type="none" w="med" len="med"/>
                <a:tailEnd type="none" w="med" len="med"/>
              </a:ln>
            </p:spPr>
          </p:sp>
          <p:grpSp>
            <p:nvGrpSpPr>
              <p:cNvPr id="189627" name="Group 457"/>
              <p:cNvGrpSpPr/>
              <p:nvPr/>
            </p:nvGrpSpPr>
            <p:grpSpPr>
              <a:xfrm>
                <a:off x="769" y="0"/>
                <a:ext cx="36" cy="91"/>
                <a:chOff x="0" y="0"/>
                <a:chExt cx="36" cy="91"/>
              </a:xfrm>
            </p:grpSpPr>
            <p:sp>
              <p:nvSpPr>
                <p:cNvPr id="189641" name="Line 45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2" name="Line 45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28" name="Group 460"/>
              <p:cNvGrpSpPr/>
              <p:nvPr/>
            </p:nvGrpSpPr>
            <p:grpSpPr>
              <a:xfrm>
                <a:off x="1287" y="10"/>
                <a:ext cx="36" cy="91"/>
                <a:chOff x="0" y="0"/>
                <a:chExt cx="36" cy="91"/>
              </a:xfrm>
            </p:grpSpPr>
            <p:sp>
              <p:nvSpPr>
                <p:cNvPr id="189639" name="Line 46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0" name="Line 46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29" name="Line 463"/>
              <p:cNvSpPr/>
              <p:nvPr/>
            </p:nvSpPr>
            <p:spPr>
              <a:xfrm>
                <a:off x="2370" y="184"/>
                <a:ext cx="204" cy="0"/>
              </a:xfrm>
              <a:prstGeom prst="line">
                <a:avLst/>
              </a:prstGeom>
              <a:ln w="28575" cap="flat" cmpd="sng">
                <a:solidFill>
                  <a:schemeClr val="tx1"/>
                </a:solidFill>
                <a:prstDash val="solid"/>
                <a:headEnd type="none" w="med" len="med"/>
                <a:tailEnd type="none" w="med" len="med"/>
              </a:ln>
            </p:spPr>
          </p:sp>
          <p:sp>
            <p:nvSpPr>
              <p:cNvPr id="189630" name="Line 464"/>
              <p:cNvSpPr/>
              <p:nvPr/>
            </p:nvSpPr>
            <p:spPr>
              <a:xfrm rot="900000">
                <a:off x="2609" y="20"/>
                <a:ext cx="0" cy="166"/>
              </a:xfrm>
              <a:prstGeom prst="line">
                <a:avLst/>
              </a:prstGeom>
              <a:ln w="28575" cap="flat" cmpd="sng">
                <a:solidFill>
                  <a:schemeClr val="tx1"/>
                </a:solidFill>
                <a:prstDash val="solid"/>
                <a:headEnd type="none" w="med" len="med"/>
                <a:tailEnd type="none" w="med" len="med"/>
              </a:ln>
            </p:spPr>
          </p:sp>
          <p:sp>
            <p:nvSpPr>
              <p:cNvPr id="189631" name="Line 465"/>
              <p:cNvSpPr/>
              <p:nvPr/>
            </p:nvSpPr>
            <p:spPr>
              <a:xfrm rot="-900000">
                <a:off x="2341" y="20"/>
                <a:ext cx="0" cy="166"/>
              </a:xfrm>
              <a:prstGeom prst="line">
                <a:avLst/>
              </a:prstGeom>
              <a:ln w="28575" cap="flat" cmpd="sng">
                <a:solidFill>
                  <a:schemeClr val="tx1"/>
                </a:solidFill>
                <a:prstDash val="solid"/>
                <a:headEnd type="none" w="med" len="med"/>
                <a:tailEnd type="none" w="med" len="med"/>
              </a:ln>
            </p:spPr>
          </p:sp>
          <p:grpSp>
            <p:nvGrpSpPr>
              <p:cNvPr id="189632" name="Group 466"/>
              <p:cNvGrpSpPr/>
              <p:nvPr/>
            </p:nvGrpSpPr>
            <p:grpSpPr>
              <a:xfrm>
                <a:off x="2853" y="10"/>
                <a:ext cx="36" cy="91"/>
                <a:chOff x="0" y="0"/>
                <a:chExt cx="36" cy="91"/>
              </a:xfrm>
            </p:grpSpPr>
            <p:sp>
              <p:nvSpPr>
                <p:cNvPr id="189637" name="Line 4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8" name="Line 4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33" name="Line 469"/>
              <p:cNvSpPr/>
              <p:nvPr/>
            </p:nvSpPr>
            <p:spPr>
              <a:xfrm>
                <a:off x="2908" y="20"/>
                <a:ext cx="431" cy="0"/>
              </a:xfrm>
              <a:prstGeom prst="line">
                <a:avLst/>
              </a:prstGeom>
              <a:ln w="28575" cap="flat" cmpd="sng">
                <a:solidFill>
                  <a:schemeClr val="tx1"/>
                </a:solidFill>
                <a:prstDash val="solid"/>
                <a:headEnd type="none" w="med" len="med"/>
                <a:tailEnd type="none" w="med" len="med"/>
              </a:ln>
            </p:spPr>
          </p:sp>
          <p:grpSp>
            <p:nvGrpSpPr>
              <p:cNvPr id="189634" name="Group 470"/>
              <p:cNvGrpSpPr/>
              <p:nvPr/>
            </p:nvGrpSpPr>
            <p:grpSpPr>
              <a:xfrm>
                <a:off x="3371" y="10"/>
                <a:ext cx="36" cy="91"/>
                <a:chOff x="0" y="0"/>
                <a:chExt cx="36" cy="91"/>
              </a:xfrm>
            </p:grpSpPr>
            <p:sp>
              <p:nvSpPr>
                <p:cNvPr id="189635" name="Line 4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6" name="Line 4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grpSp>
          <p:nvGrpSpPr>
            <p:cNvPr id="189459" name="Group 521"/>
            <p:cNvGrpSpPr/>
            <p:nvPr/>
          </p:nvGrpSpPr>
          <p:grpSpPr>
            <a:xfrm>
              <a:off x="1150" y="1241"/>
              <a:ext cx="9472" cy="334"/>
              <a:chOff x="0" y="0"/>
              <a:chExt cx="3789" cy="178"/>
            </a:xfrm>
          </p:grpSpPr>
          <p:sp>
            <p:nvSpPr>
              <p:cNvPr id="189593" name="Line 311"/>
              <p:cNvSpPr/>
              <p:nvPr/>
            </p:nvSpPr>
            <p:spPr>
              <a:xfrm flipV="1">
                <a:off x="0" y="10"/>
                <a:ext cx="260" cy="0"/>
              </a:xfrm>
              <a:prstGeom prst="line">
                <a:avLst/>
              </a:prstGeom>
              <a:ln w="28575" cap="flat" cmpd="sng">
                <a:solidFill>
                  <a:schemeClr val="tx1"/>
                </a:solidFill>
                <a:prstDash val="solid"/>
                <a:headEnd type="none" w="med" len="med"/>
                <a:tailEnd type="none" w="med" len="med"/>
              </a:ln>
            </p:spPr>
          </p:sp>
          <p:grpSp>
            <p:nvGrpSpPr>
              <p:cNvPr id="189594" name="Group 312"/>
              <p:cNvGrpSpPr/>
              <p:nvPr/>
            </p:nvGrpSpPr>
            <p:grpSpPr>
              <a:xfrm>
                <a:off x="265" y="0"/>
                <a:ext cx="36" cy="91"/>
                <a:chOff x="0" y="0"/>
                <a:chExt cx="36" cy="91"/>
              </a:xfrm>
            </p:grpSpPr>
            <p:sp>
              <p:nvSpPr>
                <p:cNvPr id="189616" name="Line 31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7" name="Line 31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95" name="Line 473"/>
              <p:cNvSpPr/>
              <p:nvPr/>
            </p:nvSpPr>
            <p:spPr>
              <a:xfrm>
                <a:off x="554" y="166"/>
                <a:ext cx="204" cy="0"/>
              </a:xfrm>
              <a:prstGeom prst="line">
                <a:avLst/>
              </a:prstGeom>
              <a:ln w="28575" cap="flat" cmpd="sng">
                <a:solidFill>
                  <a:schemeClr val="tx1"/>
                </a:solidFill>
                <a:prstDash val="solid"/>
                <a:headEnd type="none" w="med" len="med"/>
                <a:tailEnd type="none" w="med" len="med"/>
              </a:ln>
            </p:spPr>
          </p:sp>
          <p:sp>
            <p:nvSpPr>
              <p:cNvPr id="189596" name="Line 475"/>
              <p:cNvSpPr/>
              <p:nvPr/>
            </p:nvSpPr>
            <p:spPr>
              <a:xfrm rot="900000">
                <a:off x="793" y="2"/>
                <a:ext cx="0" cy="166"/>
              </a:xfrm>
              <a:prstGeom prst="line">
                <a:avLst/>
              </a:prstGeom>
              <a:ln w="28575" cap="flat" cmpd="sng">
                <a:solidFill>
                  <a:schemeClr val="tx1"/>
                </a:solidFill>
                <a:prstDash val="solid"/>
                <a:headEnd type="none" w="med" len="med"/>
                <a:tailEnd type="none" w="med" len="med"/>
              </a:ln>
            </p:spPr>
          </p:sp>
          <p:sp>
            <p:nvSpPr>
              <p:cNvPr id="189597" name="Line 476"/>
              <p:cNvSpPr/>
              <p:nvPr/>
            </p:nvSpPr>
            <p:spPr>
              <a:xfrm rot="-900000">
                <a:off x="525" y="2"/>
                <a:ext cx="0" cy="166"/>
              </a:xfrm>
              <a:prstGeom prst="line">
                <a:avLst/>
              </a:prstGeom>
              <a:ln w="28575" cap="flat" cmpd="sng">
                <a:solidFill>
                  <a:schemeClr val="tx1"/>
                </a:solidFill>
                <a:prstDash val="solid"/>
                <a:headEnd type="none" w="med" len="med"/>
                <a:tailEnd type="none" w="med" len="med"/>
              </a:ln>
            </p:spPr>
          </p:sp>
          <p:sp>
            <p:nvSpPr>
              <p:cNvPr id="189598" name="Line 477"/>
              <p:cNvSpPr/>
              <p:nvPr/>
            </p:nvSpPr>
            <p:spPr>
              <a:xfrm>
                <a:off x="831" y="12"/>
                <a:ext cx="431" cy="0"/>
              </a:xfrm>
              <a:prstGeom prst="line">
                <a:avLst/>
              </a:prstGeom>
              <a:ln w="28575" cap="flat" cmpd="sng">
                <a:solidFill>
                  <a:schemeClr val="tx1"/>
                </a:solidFill>
                <a:prstDash val="solid"/>
                <a:headEnd type="none" w="med" len="med"/>
                <a:tailEnd type="none" w="med" len="med"/>
              </a:ln>
            </p:spPr>
          </p:sp>
          <p:sp>
            <p:nvSpPr>
              <p:cNvPr id="189599" name="Line 478"/>
              <p:cNvSpPr/>
              <p:nvPr/>
            </p:nvSpPr>
            <p:spPr>
              <a:xfrm>
                <a:off x="1335" y="12"/>
                <a:ext cx="975" cy="0"/>
              </a:xfrm>
              <a:prstGeom prst="line">
                <a:avLst/>
              </a:prstGeom>
              <a:ln w="28575" cap="flat" cmpd="sng">
                <a:solidFill>
                  <a:schemeClr val="tx1"/>
                </a:solidFill>
                <a:prstDash val="solid"/>
                <a:headEnd type="none" w="med" len="med"/>
                <a:tailEnd type="none" w="med" len="med"/>
              </a:ln>
            </p:spPr>
          </p:sp>
          <p:sp>
            <p:nvSpPr>
              <p:cNvPr id="189600" name="Line 479"/>
              <p:cNvSpPr/>
              <p:nvPr/>
            </p:nvSpPr>
            <p:spPr>
              <a:xfrm>
                <a:off x="2397" y="12"/>
                <a:ext cx="204" cy="0"/>
              </a:xfrm>
              <a:prstGeom prst="line">
                <a:avLst/>
              </a:prstGeom>
              <a:ln w="28575" cap="flat" cmpd="sng">
                <a:solidFill>
                  <a:schemeClr val="tx1"/>
                </a:solidFill>
                <a:prstDash val="solid"/>
                <a:headEnd type="none" w="med" len="med"/>
                <a:tailEnd type="none" w="med" len="med"/>
              </a:ln>
            </p:spPr>
          </p:sp>
          <p:sp>
            <p:nvSpPr>
              <p:cNvPr id="189601" name="Line 480"/>
              <p:cNvSpPr/>
              <p:nvPr/>
            </p:nvSpPr>
            <p:spPr>
              <a:xfrm>
                <a:off x="3426" y="12"/>
                <a:ext cx="363" cy="0"/>
              </a:xfrm>
              <a:prstGeom prst="line">
                <a:avLst/>
              </a:prstGeom>
              <a:ln w="28575" cap="flat" cmpd="sng">
                <a:solidFill>
                  <a:schemeClr val="tx1"/>
                </a:solidFill>
                <a:prstDash val="solid"/>
                <a:headEnd type="none" w="med" len="med"/>
                <a:tailEnd type="none" w="med" len="med"/>
              </a:ln>
            </p:spPr>
          </p:sp>
          <p:grpSp>
            <p:nvGrpSpPr>
              <p:cNvPr id="189602" name="Group 484"/>
              <p:cNvGrpSpPr/>
              <p:nvPr/>
            </p:nvGrpSpPr>
            <p:grpSpPr>
              <a:xfrm>
                <a:off x="1289" y="2"/>
                <a:ext cx="36" cy="91"/>
                <a:chOff x="0" y="0"/>
                <a:chExt cx="36" cy="91"/>
              </a:xfrm>
            </p:grpSpPr>
            <p:sp>
              <p:nvSpPr>
                <p:cNvPr id="189614" name="Line 48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5" name="Line 48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3" name="Line 487"/>
              <p:cNvSpPr/>
              <p:nvPr/>
            </p:nvSpPr>
            <p:spPr>
              <a:xfrm>
                <a:off x="2652" y="166"/>
                <a:ext cx="204" cy="0"/>
              </a:xfrm>
              <a:prstGeom prst="line">
                <a:avLst/>
              </a:prstGeom>
              <a:ln w="28575" cap="flat" cmpd="sng">
                <a:solidFill>
                  <a:schemeClr val="tx1"/>
                </a:solidFill>
                <a:prstDash val="solid"/>
                <a:headEnd type="none" w="med" len="med"/>
                <a:tailEnd type="none" w="med" len="med"/>
              </a:ln>
            </p:spPr>
          </p:sp>
          <p:sp>
            <p:nvSpPr>
              <p:cNvPr id="189604" name="Line 488"/>
              <p:cNvSpPr/>
              <p:nvPr/>
            </p:nvSpPr>
            <p:spPr>
              <a:xfrm rot="900000">
                <a:off x="2891" y="2"/>
                <a:ext cx="0" cy="166"/>
              </a:xfrm>
              <a:prstGeom prst="line">
                <a:avLst/>
              </a:prstGeom>
              <a:ln w="28575" cap="flat" cmpd="sng">
                <a:solidFill>
                  <a:schemeClr val="tx1"/>
                </a:solidFill>
                <a:prstDash val="solid"/>
                <a:headEnd type="none" w="med" len="med"/>
                <a:tailEnd type="none" w="med" len="med"/>
              </a:ln>
            </p:spPr>
          </p:sp>
          <p:sp>
            <p:nvSpPr>
              <p:cNvPr id="189605" name="Line 489"/>
              <p:cNvSpPr/>
              <p:nvPr/>
            </p:nvSpPr>
            <p:spPr>
              <a:xfrm rot="-900000">
                <a:off x="2623" y="12"/>
                <a:ext cx="0" cy="166"/>
              </a:xfrm>
              <a:prstGeom prst="line">
                <a:avLst/>
              </a:prstGeom>
              <a:ln w="28575" cap="flat" cmpd="sng">
                <a:solidFill>
                  <a:schemeClr val="tx1"/>
                </a:solidFill>
                <a:prstDash val="solid"/>
                <a:headEnd type="none" w="med" len="med"/>
                <a:tailEnd type="none" w="med" len="med"/>
              </a:ln>
            </p:spPr>
          </p:sp>
          <p:grpSp>
            <p:nvGrpSpPr>
              <p:cNvPr id="189606" name="Group 490"/>
              <p:cNvGrpSpPr/>
              <p:nvPr/>
            </p:nvGrpSpPr>
            <p:grpSpPr>
              <a:xfrm>
                <a:off x="2349" y="2"/>
                <a:ext cx="36" cy="91"/>
                <a:chOff x="0" y="0"/>
                <a:chExt cx="36" cy="91"/>
              </a:xfrm>
            </p:grpSpPr>
            <p:sp>
              <p:nvSpPr>
                <p:cNvPr id="189612" name="Line 49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3" name="Line 49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07" name="Group 494"/>
              <p:cNvGrpSpPr/>
              <p:nvPr/>
            </p:nvGrpSpPr>
            <p:grpSpPr>
              <a:xfrm>
                <a:off x="3379" y="2"/>
                <a:ext cx="36" cy="91"/>
                <a:chOff x="0" y="0"/>
                <a:chExt cx="36" cy="91"/>
              </a:xfrm>
            </p:grpSpPr>
            <p:sp>
              <p:nvSpPr>
                <p:cNvPr id="189610" name="Line 49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1" name="Line 49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8" name="Line 497"/>
              <p:cNvSpPr/>
              <p:nvPr/>
            </p:nvSpPr>
            <p:spPr>
              <a:xfrm flipV="1">
                <a:off x="313" y="10"/>
                <a:ext cx="204" cy="0"/>
              </a:xfrm>
              <a:prstGeom prst="line">
                <a:avLst/>
              </a:prstGeom>
              <a:ln w="28575" cap="flat" cmpd="sng">
                <a:solidFill>
                  <a:schemeClr val="tx1"/>
                </a:solidFill>
                <a:prstDash val="solid"/>
                <a:headEnd type="none" w="med" len="med"/>
                <a:tailEnd type="none" w="med" len="med"/>
              </a:ln>
            </p:spPr>
          </p:sp>
          <p:sp>
            <p:nvSpPr>
              <p:cNvPr id="189609" name="Line 499"/>
              <p:cNvSpPr/>
              <p:nvPr/>
            </p:nvSpPr>
            <p:spPr>
              <a:xfrm>
                <a:off x="2906" y="10"/>
                <a:ext cx="453" cy="0"/>
              </a:xfrm>
              <a:prstGeom prst="line">
                <a:avLst/>
              </a:prstGeom>
              <a:ln w="28575" cap="flat" cmpd="sng">
                <a:solidFill>
                  <a:schemeClr val="tx1"/>
                </a:solidFill>
                <a:prstDash val="solid"/>
                <a:headEnd type="none" w="med" len="med"/>
                <a:tailEnd type="none" w="med" len="med"/>
              </a:ln>
            </p:spPr>
          </p:sp>
        </p:grpSp>
        <p:grpSp>
          <p:nvGrpSpPr>
            <p:cNvPr id="189460" name="Group 545"/>
            <p:cNvGrpSpPr/>
            <p:nvPr/>
          </p:nvGrpSpPr>
          <p:grpSpPr>
            <a:xfrm>
              <a:off x="1142" y="1791"/>
              <a:ext cx="9480" cy="332"/>
              <a:chOff x="0" y="0"/>
              <a:chExt cx="3792" cy="177"/>
            </a:xfrm>
          </p:grpSpPr>
          <p:sp>
            <p:nvSpPr>
              <p:cNvPr id="189568" name="Line 352"/>
              <p:cNvSpPr/>
              <p:nvPr/>
            </p:nvSpPr>
            <p:spPr>
              <a:xfrm flipV="1">
                <a:off x="0" y="5"/>
                <a:ext cx="259" cy="0"/>
              </a:xfrm>
              <a:prstGeom prst="line">
                <a:avLst/>
              </a:prstGeom>
              <a:ln w="28575" cap="flat" cmpd="sng">
                <a:solidFill>
                  <a:schemeClr val="tx1"/>
                </a:solidFill>
                <a:prstDash val="solid"/>
                <a:headEnd type="none" w="med" len="med"/>
                <a:tailEnd type="none" w="med" len="med"/>
              </a:ln>
            </p:spPr>
          </p:sp>
          <p:grpSp>
            <p:nvGrpSpPr>
              <p:cNvPr id="189569" name="Group 442"/>
              <p:cNvGrpSpPr/>
              <p:nvPr/>
            </p:nvGrpSpPr>
            <p:grpSpPr>
              <a:xfrm>
                <a:off x="268" y="0"/>
                <a:ext cx="36" cy="91"/>
                <a:chOff x="0" y="0"/>
                <a:chExt cx="36" cy="91"/>
              </a:xfrm>
            </p:grpSpPr>
            <p:sp>
              <p:nvSpPr>
                <p:cNvPr id="189591" name="Line 44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2" name="Line 44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0" name="Line 500"/>
              <p:cNvSpPr/>
              <p:nvPr/>
            </p:nvSpPr>
            <p:spPr>
              <a:xfrm>
                <a:off x="817" y="165"/>
                <a:ext cx="204" cy="0"/>
              </a:xfrm>
              <a:prstGeom prst="line">
                <a:avLst/>
              </a:prstGeom>
              <a:ln w="28575" cap="flat" cmpd="sng">
                <a:solidFill>
                  <a:schemeClr val="tx1"/>
                </a:solidFill>
                <a:prstDash val="solid"/>
                <a:headEnd type="none" w="med" len="med"/>
                <a:tailEnd type="none" w="med" len="med"/>
              </a:ln>
            </p:spPr>
          </p:sp>
          <p:sp>
            <p:nvSpPr>
              <p:cNvPr id="189571" name="Line 501"/>
              <p:cNvSpPr/>
              <p:nvPr/>
            </p:nvSpPr>
            <p:spPr>
              <a:xfrm rot="900000">
                <a:off x="1056" y="1"/>
                <a:ext cx="0" cy="166"/>
              </a:xfrm>
              <a:prstGeom prst="line">
                <a:avLst/>
              </a:prstGeom>
              <a:ln w="28575" cap="flat" cmpd="sng">
                <a:solidFill>
                  <a:schemeClr val="tx1"/>
                </a:solidFill>
                <a:prstDash val="solid"/>
                <a:headEnd type="none" w="med" len="med"/>
                <a:tailEnd type="none" w="med" len="med"/>
              </a:ln>
            </p:spPr>
          </p:sp>
          <p:sp>
            <p:nvSpPr>
              <p:cNvPr id="189572" name="Line 502"/>
              <p:cNvSpPr/>
              <p:nvPr/>
            </p:nvSpPr>
            <p:spPr>
              <a:xfrm rot="-900000">
                <a:off x="788" y="1"/>
                <a:ext cx="0" cy="166"/>
              </a:xfrm>
              <a:prstGeom prst="line">
                <a:avLst/>
              </a:prstGeom>
              <a:ln w="28575" cap="flat" cmpd="sng">
                <a:solidFill>
                  <a:schemeClr val="tx1"/>
                </a:solidFill>
                <a:prstDash val="solid"/>
                <a:headEnd type="none" w="med" len="med"/>
                <a:tailEnd type="none" w="med" len="med"/>
              </a:ln>
            </p:spPr>
          </p:sp>
          <p:sp>
            <p:nvSpPr>
              <p:cNvPr id="189573" name="Line 503"/>
              <p:cNvSpPr/>
              <p:nvPr/>
            </p:nvSpPr>
            <p:spPr>
              <a:xfrm>
                <a:off x="327" y="11"/>
                <a:ext cx="431" cy="0"/>
              </a:xfrm>
              <a:prstGeom prst="line">
                <a:avLst/>
              </a:prstGeom>
              <a:ln w="28575" cap="flat" cmpd="sng">
                <a:solidFill>
                  <a:schemeClr val="tx1"/>
                </a:solidFill>
                <a:prstDash val="solid"/>
                <a:headEnd type="none" w="med" len="med"/>
                <a:tailEnd type="none" w="med" len="med"/>
              </a:ln>
            </p:spPr>
          </p:sp>
          <p:sp>
            <p:nvSpPr>
              <p:cNvPr id="189574" name="Line 504"/>
              <p:cNvSpPr/>
              <p:nvPr/>
            </p:nvSpPr>
            <p:spPr>
              <a:xfrm>
                <a:off x="1338" y="11"/>
                <a:ext cx="975" cy="0"/>
              </a:xfrm>
              <a:prstGeom prst="line">
                <a:avLst/>
              </a:prstGeom>
              <a:ln w="28575" cap="flat" cmpd="sng">
                <a:solidFill>
                  <a:schemeClr val="tx1"/>
                </a:solidFill>
                <a:prstDash val="solid"/>
                <a:headEnd type="none" w="med" len="med"/>
                <a:tailEnd type="none" w="med" len="med"/>
              </a:ln>
            </p:spPr>
          </p:sp>
          <p:sp>
            <p:nvSpPr>
              <p:cNvPr id="189575" name="Line 505"/>
              <p:cNvSpPr/>
              <p:nvPr/>
            </p:nvSpPr>
            <p:spPr>
              <a:xfrm>
                <a:off x="3168" y="11"/>
                <a:ext cx="204" cy="0"/>
              </a:xfrm>
              <a:prstGeom prst="line">
                <a:avLst/>
              </a:prstGeom>
              <a:ln w="28575" cap="flat" cmpd="sng">
                <a:solidFill>
                  <a:schemeClr val="tx1"/>
                </a:solidFill>
                <a:prstDash val="solid"/>
                <a:headEnd type="none" w="med" len="med"/>
                <a:tailEnd type="none" w="med" len="med"/>
              </a:ln>
            </p:spPr>
          </p:sp>
          <p:sp>
            <p:nvSpPr>
              <p:cNvPr id="189576" name="Line 506"/>
              <p:cNvSpPr/>
              <p:nvPr/>
            </p:nvSpPr>
            <p:spPr>
              <a:xfrm>
                <a:off x="3429" y="11"/>
                <a:ext cx="363" cy="0"/>
              </a:xfrm>
              <a:prstGeom prst="line">
                <a:avLst/>
              </a:prstGeom>
              <a:ln w="28575" cap="flat" cmpd="sng">
                <a:solidFill>
                  <a:schemeClr val="tx1"/>
                </a:solidFill>
                <a:prstDash val="solid"/>
                <a:headEnd type="none" w="med" len="med"/>
                <a:tailEnd type="none" w="med" len="med"/>
              </a:ln>
            </p:spPr>
          </p:sp>
          <p:grpSp>
            <p:nvGrpSpPr>
              <p:cNvPr id="189577" name="Group 507"/>
              <p:cNvGrpSpPr/>
              <p:nvPr/>
            </p:nvGrpSpPr>
            <p:grpSpPr>
              <a:xfrm>
                <a:off x="1292" y="11"/>
                <a:ext cx="36" cy="91"/>
                <a:chOff x="0" y="0"/>
                <a:chExt cx="36" cy="91"/>
              </a:xfrm>
            </p:grpSpPr>
            <p:sp>
              <p:nvSpPr>
                <p:cNvPr id="189589" name="Line 50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0" name="Line 50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8" name="Line 510"/>
              <p:cNvSpPr/>
              <p:nvPr/>
            </p:nvSpPr>
            <p:spPr>
              <a:xfrm>
                <a:off x="2909" y="165"/>
                <a:ext cx="204" cy="0"/>
              </a:xfrm>
              <a:prstGeom prst="line">
                <a:avLst/>
              </a:prstGeom>
              <a:ln w="28575" cap="flat" cmpd="sng">
                <a:solidFill>
                  <a:schemeClr val="tx1"/>
                </a:solidFill>
                <a:prstDash val="solid"/>
                <a:headEnd type="none" w="med" len="med"/>
                <a:tailEnd type="none" w="med" len="med"/>
              </a:ln>
            </p:spPr>
          </p:sp>
          <p:sp>
            <p:nvSpPr>
              <p:cNvPr id="189579" name="Line 511"/>
              <p:cNvSpPr/>
              <p:nvPr/>
            </p:nvSpPr>
            <p:spPr>
              <a:xfrm rot="900000">
                <a:off x="3148" y="1"/>
                <a:ext cx="0" cy="166"/>
              </a:xfrm>
              <a:prstGeom prst="line">
                <a:avLst/>
              </a:prstGeom>
              <a:ln w="28575" cap="flat" cmpd="sng">
                <a:solidFill>
                  <a:schemeClr val="tx1"/>
                </a:solidFill>
                <a:prstDash val="solid"/>
                <a:headEnd type="none" w="med" len="med"/>
                <a:tailEnd type="none" w="med" len="med"/>
              </a:ln>
            </p:spPr>
          </p:sp>
          <p:sp>
            <p:nvSpPr>
              <p:cNvPr id="189580" name="Line 512"/>
              <p:cNvSpPr/>
              <p:nvPr/>
            </p:nvSpPr>
            <p:spPr>
              <a:xfrm rot="-900000">
                <a:off x="2880" y="11"/>
                <a:ext cx="0" cy="166"/>
              </a:xfrm>
              <a:prstGeom prst="line">
                <a:avLst/>
              </a:prstGeom>
              <a:ln w="28575" cap="flat" cmpd="sng">
                <a:solidFill>
                  <a:schemeClr val="tx1"/>
                </a:solidFill>
                <a:prstDash val="solid"/>
                <a:headEnd type="none" w="med" len="med"/>
                <a:tailEnd type="none" w="med" len="med"/>
              </a:ln>
            </p:spPr>
          </p:sp>
          <p:grpSp>
            <p:nvGrpSpPr>
              <p:cNvPr id="189581" name="Group 513"/>
              <p:cNvGrpSpPr/>
              <p:nvPr/>
            </p:nvGrpSpPr>
            <p:grpSpPr>
              <a:xfrm>
                <a:off x="2352" y="1"/>
                <a:ext cx="36" cy="91"/>
                <a:chOff x="0" y="0"/>
                <a:chExt cx="36" cy="91"/>
              </a:xfrm>
            </p:grpSpPr>
            <p:sp>
              <p:nvSpPr>
                <p:cNvPr id="189587" name="Line 514"/>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8" name="Line 515"/>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82" name="Group 516"/>
              <p:cNvGrpSpPr/>
              <p:nvPr/>
            </p:nvGrpSpPr>
            <p:grpSpPr>
              <a:xfrm>
                <a:off x="3382" y="1"/>
                <a:ext cx="36" cy="91"/>
                <a:chOff x="0" y="0"/>
                <a:chExt cx="36" cy="91"/>
              </a:xfrm>
            </p:grpSpPr>
            <p:sp>
              <p:nvSpPr>
                <p:cNvPr id="189585" name="Line 51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6" name="Line 51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83" name="Line 520"/>
              <p:cNvSpPr/>
              <p:nvPr/>
            </p:nvSpPr>
            <p:spPr>
              <a:xfrm>
                <a:off x="2400" y="9"/>
                <a:ext cx="453" cy="0"/>
              </a:xfrm>
              <a:prstGeom prst="line">
                <a:avLst/>
              </a:prstGeom>
              <a:ln w="28575" cap="flat" cmpd="sng">
                <a:solidFill>
                  <a:schemeClr val="tx1"/>
                </a:solidFill>
                <a:prstDash val="solid"/>
                <a:headEnd type="none" w="med" len="med"/>
                <a:tailEnd type="none" w="med" len="med"/>
              </a:ln>
            </p:spPr>
          </p:sp>
          <p:sp>
            <p:nvSpPr>
              <p:cNvPr id="189584" name="Line 522"/>
              <p:cNvSpPr/>
              <p:nvPr/>
            </p:nvSpPr>
            <p:spPr>
              <a:xfrm>
                <a:off x="1076" y="15"/>
                <a:ext cx="204" cy="0"/>
              </a:xfrm>
              <a:prstGeom prst="line">
                <a:avLst/>
              </a:prstGeom>
              <a:ln w="28575" cap="flat" cmpd="sng">
                <a:solidFill>
                  <a:schemeClr val="tx1"/>
                </a:solidFill>
                <a:prstDash val="solid"/>
                <a:headEnd type="none" w="med" len="med"/>
                <a:tailEnd type="none" w="med" len="med"/>
              </a:ln>
            </p:spPr>
          </p:sp>
        </p:grpSp>
        <p:grpSp>
          <p:nvGrpSpPr>
            <p:cNvPr id="189461" name="Group 564"/>
            <p:cNvGrpSpPr/>
            <p:nvPr/>
          </p:nvGrpSpPr>
          <p:grpSpPr>
            <a:xfrm>
              <a:off x="1085" y="2312"/>
              <a:ext cx="9512" cy="351"/>
              <a:chOff x="0" y="0"/>
              <a:chExt cx="3805" cy="187"/>
            </a:xfrm>
          </p:grpSpPr>
          <p:sp>
            <p:nvSpPr>
              <p:cNvPr id="189543" name="Line 354"/>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44" name="Group 445"/>
              <p:cNvGrpSpPr/>
              <p:nvPr/>
            </p:nvGrpSpPr>
            <p:grpSpPr>
              <a:xfrm>
                <a:off x="291" y="0"/>
                <a:ext cx="36" cy="91"/>
                <a:chOff x="0" y="0"/>
                <a:chExt cx="36" cy="91"/>
              </a:xfrm>
            </p:grpSpPr>
            <p:sp>
              <p:nvSpPr>
                <p:cNvPr id="189566" name="Line 44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7" name="Line 44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45" name="Line 523"/>
              <p:cNvSpPr/>
              <p:nvPr/>
            </p:nvSpPr>
            <p:spPr>
              <a:xfrm>
                <a:off x="1098" y="185"/>
                <a:ext cx="204" cy="0"/>
              </a:xfrm>
              <a:prstGeom prst="line">
                <a:avLst/>
              </a:prstGeom>
              <a:ln w="28575" cap="flat" cmpd="sng">
                <a:solidFill>
                  <a:schemeClr val="tx1"/>
                </a:solidFill>
                <a:prstDash val="solid"/>
                <a:headEnd type="none" w="med" len="med"/>
                <a:tailEnd type="none" w="med" len="med"/>
              </a:ln>
            </p:spPr>
          </p:sp>
          <p:sp>
            <p:nvSpPr>
              <p:cNvPr id="189546" name="Line 524"/>
              <p:cNvSpPr/>
              <p:nvPr/>
            </p:nvSpPr>
            <p:spPr>
              <a:xfrm rot="900000">
                <a:off x="1327" y="21"/>
                <a:ext cx="0" cy="166"/>
              </a:xfrm>
              <a:prstGeom prst="line">
                <a:avLst/>
              </a:prstGeom>
              <a:ln w="28575" cap="flat" cmpd="sng">
                <a:solidFill>
                  <a:schemeClr val="tx1"/>
                </a:solidFill>
                <a:prstDash val="solid"/>
                <a:headEnd type="none" w="med" len="med"/>
                <a:tailEnd type="none" w="med" len="med"/>
              </a:ln>
            </p:spPr>
          </p:sp>
          <p:sp>
            <p:nvSpPr>
              <p:cNvPr id="189547" name="Line 525"/>
              <p:cNvSpPr/>
              <p:nvPr/>
            </p:nvSpPr>
            <p:spPr>
              <a:xfrm rot="-900000">
                <a:off x="1069" y="21"/>
                <a:ext cx="0" cy="166"/>
              </a:xfrm>
              <a:prstGeom prst="line">
                <a:avLst/>
              </a:prstGeom>
              <a:ln w="28575" cap="flat" cmpd="sng">
                <a:solidFill>
                  <a:schemeClr val="tx1"/>
                </a:solidFill>
                <a:prstDash val="solid"/>
                <a:headEnd type="none" w="med" len="med"/>
                <a:tailEnd type="none" w="med" len="med"/>
              </a:ln>
            </p:spPr>
          </p:sp>
          <p:sp>
            <p:nvSpPr>
              <p:cNvPr id="189548" name="Line 526"/>
              <p:cNvSpPr/>
              <p:nvPr/>
            </p:nvSpPr>
            <p:spPr>
              <a:xfrm>
                <a:off x="1352" y="21"/>
                <a:ext cx="975" cy="0"/>
              </a:xfrm>
              <a:prstGeom prst="line">
                <a:avLst/>
              </a:prstGeom>
              <a:ln w="28575" cap="flat" cmpd="sng">
                <a:solidFill>
                  <a:schemeClr val="tx1"/>
                </a:solidFill>
                <a:prstDash val="solid"/>
                <a:headEnd type="none" w="med" len="med"/>
                <a:tailEnd type="none" w="med" len="med"/>
              </a:ln>
            </p:spPr>
          </p:sp>
          <p:sp>
            <p:nvSpPr>
              <p:cNvPr id="189549" name="Line 527"/>
              <p:cNvSpPr/>
              <p:nvPr/>
            </p:nvSpPr>
            <p:spPr>
              <a:xfrm>
                <a:off x="2941" y="21"/>
                <a:ext cx="204" cy="0"/>
              </a:xfrm>
              <a:prstGeom prst="line">
                <a:avLst/>
              </a:prstGeom>
              <a:ln w="28575" cap="flat" cmpd="sng">
                <a:solidFill>
                  <a:schemeClr val="tx1"/>
                </a:solidFill>
                <a:prstDash val="solid"/>
                <a:headEnd type="none" w="med" len="med"/>
                <a:tailEnd type="none" w="med" len="med"/>
              </a:ln>
            </p:spPr>
          </p:sp>
          <p:sp>
            <p:nvSpPr>
              <p:cNvPr id="189550" name="Line 528"/>
              <p:cNvSpPr/>
              <p:nvPr/>
            </p:nvSpPr>
            <p:spPr>
              <a:xfrm>
                <a:off x="3442" y="21"/>
                <a:ext cx="363" cy="0"/>
              </a:xfrm>
              <a:prstGeom prst="line">
                <a:avLst/>
              </a:prstGeom>
              <a:ln w="28575" cap="flat" cmpd="sng">
                <a:solidFill>
                  <a:schemeClr val="tx1"/>
                </a:solidFill>
                <a:prstDash val="solid"/>
                <a:headEnd type="none" w="med" len="med"/>
                <a:tailEnd type="none" w="med" len="med"/>
              </a:ln>
            </p:spPr>
          </p:sp>
          <p:grpSp>
            <p:nvGrpSpPr>
              <p:cNvPr id="189551" name="Group 529"/>
              <p:cNvGrpSpPr/>
              <p:nvPr/>
            </p:nvGrpSpPr>
            <p:grpSpPr>
              <a:xfrm>
                <a:off x="821" y="11"/>
                <a:ext cx="36" cy="91"/>
                <a:chOff x="0" y="0"/>
                <a:chExt cx="36" cy="91"/>
              </a:xfrm>
            </p:grpSpPr>
            <p:sp>
              <p:nvSpPr>
                <p:cNvPr id="189564" name="Line 530"/>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5" name="Line 531"/>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2" name="Line 532"/>
              <p:cNvSpPr/>
              <p:nvPr/>
            </p:nvSpPr>
            <p:spPr>
              <a:xfrm>
                <a:off x="3192" y="175"/>
                <a:ext cx="204" cy="0"/>
              </a:xfrm>
              <a:prstGeom prst="line">
                <a:avLst/>
              </a:prstGeom>
              <a:ln w="28575" cap="flat" cmpd="sng">
                <a:solidFill>
                  <a:schemeClr val="tx1"/>
                </a:solidFill>
                <a:prstDash val="solid"/>
                <a:headEnd type="none" w="med" len="med"/>
                <a:tailEnd type="none" w="med" len="med"/>
              </a:ln>
            </p:spPr>
          </p:sp>
          <p:sp>
            <p:nvSpPr>
              <p:cNvPr id="189553" name="Line 533"/>
              <p:cNvSpPr/>
              <p:nvPr/>
            </p:nvSpPr>
            <p:spPr>
              <a:xfrm rot="900000">
                <a:off x="3421" y="11"/>
                <a:ext cx="0" cy="166"/>
              </a:xfrm>
              <a:prstGeom prst="line">
                <a:avLst/>
              </a:prstGeom>
              <a:ln w="28575" cap="flat" cmpd="sng">
                <a:solidFill>
                  <a:schemeClr val="tx1"/>
                </a:solidFill>
                <a:prstDash val="solid"/>
                <a:headEnd type="none" w="med" len="med"/>
                <a:tailEnd type="none" w="med" len="med"/>
              </a:ln>
            </p:spPr>
          </p:sp>
          <p:sp>
            <p:nvSpPr>
              <p:cNvPr id="189554" name="Line 534"/>
              <p:cNvSpPr/>
              <p:nvPr/>
            </p:nvSpPr>
            <p:spPr>
              <a:xfrm rot="-900000">
                <a:off x="3163" y="21"/>
                <a:ext cx="0" cy="166"/>
              </a:xfrm>
              <a:prstGeom prst="line">
                <a:avLst/>
              </a:prstGeom>
              <a:ln w="28575" cap="flat" cmpd="sng">
                <a:solidFill>
                  <a:schemeClr val="tx1"/>
                </a:solidFill>
                <a:prstDash val="solid"/>
                <a:headEnd type="none" w="med" len="med"/>
                <a:tailEnd type="none" w="med" len="med"/>
              </a:ln>
            </p:spPr>
          </p:sp>
          <p:grpSp>
            <p:nvGrpSpPr>
              <p:cNvPr id="189555" name="Group 535"/>
              <p:cNvGrpSpPr/>
              <p:nvPr/>
            </p:nvGrpSpPr>
            <p:grpSpPr>
              <a:xfrm>
                <a:off x="2365" y="11"/>
                <a:ext cx="36" cy="91"/>
                <a:chOff x="0" y="0"/>
                <a:chExt cx="36" cy="91"/>
              </a:xfrm>
            </p:grpSpPr>
            <p:sp>
              <p:nvSpPr>
                <p:cNvPr id="189562" name="Line 53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3" name="Line 53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56" name="Group 538"/>
              <p:cNvGrpSpPr/>
              <p:nvPr/>
            </p:nvGrpSpPr>
            <p:grpSpPr>
              <a:xfrm>
                <a:off x="2893" y="11"/>
                <a:ext cx="36" cy="91"/>
                <a:chOff x="0" y="0"/>
                <a:chExt cx="36" cy="91"/>
              </a:xfrm>
            </p:grpSpPr>
            <p:sp>
              <p:nvSpPr>
                <p:cNvPr id="189560" name="Line 53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1" name="Line 54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7" name="Line 541"/>
              <p:cNvSpPr/>
              <p:nvPr/>
            </p:nvSpPr>
            <p:spPr>
              <a:xfrm>
                <a:off x="2413" y="19"/>
                <a:ext cx="453" cy="0"/>
              </a:xfrm>
              <a:prstGeom prst="line">
                <a:avLst/>
              </a:prstGeom>
              <a:ln w="28575" cap="flat" cmpd="sng">
                <a:solidFill>
                  <a:schemeClr val="tx1"/>
                </a:solidFill>
                <a:prstDash val="solid"/>
                <a:headEnd type="none" w="med" len="med"/>
                <a:tailEnd type="none" w="med" len="med"/>
              </a:ln>
            </p:spPr>
          </p:sp>
          <p:sp>
            <p:nvSpPr>
              <p:cNvPr id="189558" name="Line 542"/>
              <p:cNvSpPr/>
              <p:nvPr/>
            </p:nvSpPr>
            <p:spPr>
              <a:xfrm>
                <a:off x="859" y="25"/>
                <a:ext cx="204" cy="0"/>
              </a:xfrm>
              <a:prstGeom prst="line">
                <a:avLst/>
              </a:prstGeom>
              <a:ln w="28575" cap="flat" cmpd="sng">
                <a:solidFill>
                  <a:schemeClr val="tx1"/>
                </a:solidFill>
                <a:prstDash val="solid"/>
                <a:headEnd type="none" w="med" len="med"/>
                <a:tailEnd type="none" w="med" len="med"/>
              </a:ln>
            </p:spPr>
          </p:sp>
          <p:sp>
            <p:nvSpPr>
              <p:cNvPr id="189559" name="Line 544"/>
              <p:cNvSpPr/>
              <p:nvPr/>
            </p:nvSpPr>
            <p:spPr>
              <a:xfrm>
                <a:off x="339" y="25"/>
                <a:ext cx="453" cy="0"/>
              </a:xfrm>
              <a:prstGeom prst="line">
                <a:avLst/>
              </a:prstGeom>
              <a:ln w="28575" cap="flat" cmpd="sng">
                <a:solidFill>
                  <a:schemeClr val="tx1"/>
                </a:solidFill>
                <a:prstDash val="solid"/>
                <a:headEnd type="none" w="med" len="med"/>
                <a:tailEnd type="none" w="med" len="med"/>
              </a:ln>
            </p:spPr>
          </p:sp>
        </p:grpSp>
        <p:grpSp>
          <p:nvGrpSpPr>
            <p:cNvPr id="189462" name="Group 586"/>
            <p:cNvGrpSpPr/>
            <p:nvPr/>
          </p:nvGrpSpPr>
          <p:grpSpPr>
            <a:xfrm>
              <a:off x="1085" y="2852"/>
              <a:ext cx="9752" cy="340"/>
              <a:chOff x="0" y="0"/>
              <a:chExt cx="3901" cy="181"/>
            </a:xfrm>
          </p:grpSpPr>
          <p:sp>
            <p:nvSpPr>
              <p:cNvPr id="189522" name="Line 362"/>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23" name="Group 448"/>
              <p:cNvGrpSpPr/>
              <p:nvPr/>
            </p:nvGrpSpPr>
            <p:grpSpPr>
              <a:xfrm>
                <a:off x="291" y="0"/>
                <a:ext cx="36" cy="91"/>
                <a:chOff x="0" y="0"/>
                <a:chExt cx="36" cy="91"/>
              </a:xfrm>
            </p:grpSpPr>
            <p:sp>
              <p:nvSpPr>
                <p:cNvPr id="189541" name="Line 4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2" name="Line 4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4" name="Line 547"/>
              <p:cNvSpPr/>
              <p:nvPr/>
            </p:nvSpPr>
            <p:spPr>
              <a:xfrm>
                <a:off x="336" y="15"/>
                <a:ext cx="975" cy="0"/>
              </a:xfrm>
              <a:prstGeom prst="line">
                <a:avLst/>
              </a:prstGeom>
              <a:ln w="28575" cap="flat" cmpd="sng">
                <a:solidFill>
                  <a:schemeClr val="tx1"/>
                </a:solidFill>
                <a:prstDash val="solid"/>
                <a:headEnd type="none" w="med" len="med"/>
                <a:tailEnd type="none" w="med" len="med"/>
              </a:ln>
            </p:spPr>
          </p:sp>
          <p:grpSp>
            <p:nvGrpSpPr>
              <p:cNvPr id="189525" name="Group 548"/>
              <p:cNvGrpSpPr/>
              <p:nvPr/>
            </p:nvGrpSpPr>
            <p:grpSpPr>
              <a:xfrm>
                <a:off x="1841" y="5"/>
                <a:ext cx="36" cy="91"/>
                <a:chOff x="0" y="0"/>
                <a:chExt cx="36" cy="91"/>
              </a:xfrm>
            </p:grpSpPr>
            <p:sp>
              <p:nvSpPr>
                <p:cNvPr id="189539" name="Line 5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0" name="Line 5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6" name="Line 551"/>
              <p:cNvSpPr/>
              <p:nvPr/>
            </p:nvSpPr>
            <p:spPr>
              <a:xfrm>
                <a:off x="1348" y="169"/>
                <a:ext cx="204" cy="0"/>
              </a:xfrm>
              <a:prstGeom prst="line">
                <a:avLst/>
              </a:prstGeom>
              <a:ln w="28575" cap="flat" cmpd="sng">
                <a:solidFill>
                  <a:schemeClr val="tx1"/>
                </a:solidFill>
                <a:prstDash val="solid"/>
                <a:headEnd type="none" w="med" len="med"/>
                <a:tailEnd type="none" w="med" len="med"/>
              </a:ln>
            </p:spPr>
          </p:sp>
          <p:sp>
            <p:nvSpPr>
              <p:cNvPr id="189527" name="Line 552"/>
              <p:cNvSpPr/>
              <p:nvPr/>
            </p:nvSpPr>
            <p:spPr>
              <a:xfrm rot="900000">
                <a:off x="1577" y="5"/>
                <a:ext cx="0" cy="166"/>
              </a:xfrm>
              <a:prstGeom prst="line">
                <a:avLst/>
              </a:prstGeom>
              <a:ln w="28575" cap="flat" cmpd="sng">
                <a:solidFill>
                  <a:schemeClr val="tx1"/>
                </a:solidFill>
                <a:prstDash val="solid"/>
                <a:headEnd type="none" w="med" len="med"/>
                <a:tailEnd type="none" w="med" len="med"/>
              </a:ln>
            </p:spPr>
          </p:sp>
          <p:sp>
            <p:nvSpPr>
              <p:cNvPr id="189528" name="Line 553"/>
              <p:cNvSpPr/>
              <p:nvPr/>
            </p:nvSpPr>
            <p:spPr>
              <a:xfrm rot="-900000">
                <a:off x="1319" y="15"/>
                <a:ext cx="0" cy="166"/>
              </a:xfrm>
              <a:prstGeom prst="line">
                <a:avLst/>
              </a:prstGeom>
              <a:ln w="28575" cap="flat" cmpd="sng">
                <a:solidFill>
                  <a:schemeClr val="tx1"/>
                </a:solidFill>
                <a:prstDash val="solid"/>
                <a:headEnd type="none" w="med" len="med"/>
                <a:tailEnd type="none" w="med" len="med"/>
              </a:ln>
            </p:spPr>
          </p:sp>
          <p:sp>
            <p:nvSpPr>
              <p:cNvPr id="189529" name="Line 554"/>
              <p:cNvSpPr/>
              <p:nvPr/>
            </p:nvSpPr>
            <p:spPr>
              <a:xfrm>
                <a:off x="1607" y="15"/>
                <a:ext cx="204" cy="0"/>
              </a:xfrm>
              <a:prstGeom prst="line">
                <a:avLst/>
              </a:prstGeom>
              <a:ln w="28575" cap="flat" cmpd="sng">
                <a:solidFill>
                  <a:schemeClr val="tx1"/>
                </a:solidFill>
                <a:prstDash val="solid"/>
                <a:headEnd type="none" w="med" len="med"/>
                <a:tailEnd type="none" w="med" len="med"/>
              </a:ln>
            </p:spPr>
          </p:sp>
          <p:grpSp>
            <p:nvGrpSpPr>
              <p:cNvPr id="189530" name="Group 555"/>
              <p:cNvGrpSpPr/>
              <p:nvPr/>
            </p:nvGrpSpPr>
            <p:grpSpPr>
              <a:xfrm>
                <a:off x="2387" y="10"/>
                <a:ext cx="36" cy="91"/>
                <a:chOff x="0" y="0"/>
                <a:chExt cx="36" cy="91"/>
              </a:xfrm>
            </p:grpSpPr>
            <p:sp>
              <p:nvSpPr>
                <p:cNvPr id="189537" name="Line 55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38" name="Line 55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31" name="Line 558"/>
              <p:cNvSpPr/>
              <p:nvPr/>
            </p:nvSpPr>
            <p:spPr>
              <a:xfrm>
                <a:off x="1897" y="18"/>
                <a:ext cx="453" cy="0"/>
              </a:xfrm>
              <a:prstGeom prst="line">
                <a:avLst/>
              </a:prstGeom>
              <a:ln w="28575" cap="flat" cmpd="sng">
                <a:solidFill>
                  <a:schemeClr val="tx1"/>
                </a:solidFill>
                <a:prstDash val="solid"/>
                <a:headEnd type="none" w="med" len="med"/>
                <a:tailEnd type="none" w="med" len="med"/>
              </a:ln>
            </p:spPr>
          </p:sp>
          <p:sp>
            <p:nvSpPr>
              <p:cNvPr id="189532" name="Line 559"/>
              <p:cNvSpPr/>
              <p:nvPr/>
            </p:nvSpPr>
            <p:spPr>
              <a:xfrm>
                <a:off x="2423" y="15"/>
                <a:ext cx="975" cy="0"/>
              </a:xfrm>
              <a:prstGeom prst="line">
                <a:avLst/>
              </a:prstGeom>
              <a:ln w="28575" cap="flat" cmpd="sng">
                <a:solidFill>
                  <a:schemeClr val="tx1"/>
                </a:solidFill>
                <a:prstDash val="solid"/>
                <a:headEnd type="none" w="med" len="med"/>
                <a:tailEnd type="none" w="med" len="med"/>
              </a:ln>
            </p:spPr>
          </p:sp>
          <p:sp>
            <p:nvSpPr>
              <p:cNvPr id="189533" name="Line 560"/>
              <p:cNvSpPr/>
              <p:nvPr/>
            </p:nvSpPr>
            <p:spPr>
              <a:xfrm>
                <a:off x="3438" y="169"/>
                <a:ext cx="204" cy="0"/>
              </a:xfrm>
              <a:prstGeom prst="line">
                <a:avLst/>
              </a:prstGeom>
              <a:ln w="28575" cap="flat" cmpd="sng">
                <a:solidFill>
                  <a:schemeClr val="tx1"/>
                </a:solidFill>
                <a:prstDash val="solid"/>
                <a:headEnd type="none" w="med" len="med"/>
                <a:tailEnd type="none" w="med" len="med"/>
              </a:ln>
            </p:spPr>
          </p:sp>
          <p:sp>
            <p:nvSpPr>
              <p:cNvPr id="189534" name="Line 561"/>
              <p:cNvSpPr/>
              <p:nvPr/>
            </p:nvSpPr>
            <p:spPr>
              <a:xfrm rot="900000">
                <a:off x="3667" y="5"/>
                <a:ext cx="0" cy="166"/>
              </a:xfrm>
              <a:prstGeom prst="line">
                <a:avLst/>
              </a:prstGeom>
              <a:ln w="28575" cap="flat" cmpd="sng">
                <a:solidFill>
                  <a:schemeClr val="tx1"/>
                </a:solidFill>
                <a:prstDash val="solid"/>
                <a:headEnd type="none" w="med" len="med"/>
                <a:tailEnd type="none" w="med" len="med"/>
              </a:ln>
            </p:spPr>
          </p:sp>
          <p:sp>
            <p:nvSpPr>
              <p:cNvPr id="189535" name="Line 562"/>
              <p:cNvSpPr/>
              <p:nvPr/>
            </p:nvSpPr>
            <p:spPr>
              <a:xfrm rot="-900000">
                <a:off x="3409" y="15"/>
                <a:ext cx="0" cy="166"/>
              </a:xfrm>
              <a:prstGeom prst="line">
                <a:avLst/>
              </a:prstGeom>
              <a:ln w="28575" cap="flat" cmpd="sng">
                <a:solidFill>
                  <a:schemeClr val="tx1"/>
                </a:solidFill>
                <a:prstDash val="solid"/>
                <a:headEnd type="none" w="med" len="med"/>
                <a:tailEnd type="none" w="med" len="med"/>
              </a:ln>
            </p:spPr>
          </p:sp>
          <p:sp>
            <p:nvSpPr>
              <p:cNvPr id="189536" name="Line 563"/>
              <p:cNvSpPr/>
              <p:nvPr/>
            </p:nvSpPr>
            <p:spPr>
              <a:xfrm>
                <a:off x="3697" y="15"/>
                <a:ext cx="204" cy="0"/>
              </a:xfrm>
              <a:prstGeom prst="line">
                <a:avLst/>
              </a:prstGeom>
              <a:ln w="28575" cap="flat" cmpd="sng">
                <a:solidFill>
                  <a:schemeClr val="tx1"/>
                </a:solidFill>
                <a:prstDash val="solid"/>
                <a:headEnd type="none" w="med" len="med"/>
                <a:tailEnd type="none" w="med" len="med"/>
              </a:ln>
            </p:spPr>
          </p:sp>
        </p:grpSp>
        <p:sp>
          <p:nvSpPr>
            <p:cNvPr id="189463" name="Line 569"/>
            <p:cNvSpPr/>
            <p:nvPr/>
          </p:nvSpPr>
          <p:spPr>
            <a:xfrm>
              <a:off x="1942" y="3946"/>
              <a:ext cx="2438" cy="0"/>
            </a:xfrm>
            <a:prstGeom prst="line">
              <a:avLst/>
            </a:prstGeom>
            <a:ln w="28575" cap="flat" cmpd="sng">
              <a:solidFill>
                <a:schemeClr val="tx1"/>
              </a:solidFill>
              <a:prstDash val="solid"/>
              <a:headEnd type="none" w="med" len="med"/>
              <a:tailEnd type="none" w="med" len="med"/>
            </a:ln>
          </p:spPr>
        </p:sp>
        <p:grpSp>
          <p:nvGrpSpPr>
            <p:cNvPr id="189464" name="Group 570"/>
            <p:cNvGrpSpPr/>
            <p:nvPr/>
          </p:nvGrpSpPr>
          <p:grpSpPr>
            <a:xfrm>
              <a:off x="4412" y="3918"/>
              <a:ext cx="90" cy="170"/>
              <a:chOff x="0" y="0"/>
              <a:chExt cx="36" cy="91"/>
            </a:xfrm>
          </p:grpSpPr>
          <p:sp>
            <p:nvSpPr>
              <p:cNvPr id="189520" name="Line 5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21" name="Line 5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5" name="Line 573"/>
            <p:cNvSpPr/>
            <p:nvPr/>
          </p:nvSpPr>
          <p:spPr>
            <a:xfrm>
              <a:off x="1892" y="4439"/>
              <a:ext cx="2438" cy="0"/>
            </a:xfrm>
            <a:prstGeom prst="line">
              <a:avLst/>
            </a:prstGeom>
            <a:ln w="28575" cap="flat" cmpd="sng">
              <a:solidFill>
                <a:schemeClr val="tx1"/>
              </a:solidFill>
              <a:prstDash val="solid"/>
              <a:headEnd type="none" w="med" len="med"/>
              <a:tailEnd type="none" w="med" len="med"/>
            </a:ln>
          </p:spPr>
        </p:sp>
        <p:grpSp>
          <p:nvGrpSpPr>
            <p:cNvPr id="189466" name="Group 574"/>
            <p:cNvGrpSpPr/>
            <p:nvPr/>
          </p:nvGrpSpPr>
          <p:grpSpPr>
            <a:xfrm>
              <a:off x="4387" y="4430"/>
              <a:ext cx="90" cy="171"/>
              <a:chOff x="0" y="0"/>
              <a:chExt cx="36" cy="91"/>
            </a:xfrm>
          </p:grpSpPr>
          <p:sp>
            <p:nvSpPr>
              <p:cNvPr id="189518" name="Line 57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9" name="Line 57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7" name="Line 577"/>
            <p:cNvSpPr/>
            <p:nvPr/>
          </p:nvSpPr>
          <p:spPr>
            <a:xfrm rot="900000">
              <a:off x="1836" y="4440"/>
              <a:ext cx="0" cy="311"/>
            </a:xfrm>
            <a:prstGeom prst="line">
              <a:avLst/>
            </a:prstGeom>
            <a:ln w="28575" cap="flat" cmpd="sng">
              <a:solidFill>
                <a:schemeClr val="tx1"/>
              </a:solidFill>
              <a:prstDash val="solid"/>
              <a:headEnd type="none" w="med" len="med"/>
              <a:tailEnd type="none" w="med" len="med"/>
            </a:ln>
          </p:spPr>
        </p:sp>
        <p:grpSp>
          <p:nvGrpSpPr>
            <p:cNvPr id="189468" name="Group 608"/>
            <p:cNvGrpSpPr/>
            <p:nvPr/>
          </p:nvGrpSpPr>
          <p:grpSpPr>
            <a:xfrm>
              <a:off x="1062" y="3383"/>
              <a:ext cx="9833" cy="345"/>
              <a:chOff x="0" y="0"/>
              <a:chExt cx="3933" cy="184"/>
            </a:xfrm>
          </p:grpSpPr>
          <p:sp>
            <p:nvSpPr>
              <p:cNvPr id="189495" name="Line 318"/>
              <p:cNvSpPr/>
              <p:nvPr/>
            </p:nvSpPr>
            <p:spPr>
              <a:xfrm>
                <a:off x="0" y="20"/>
                <a:ext cx="272" cy="0"/>
              </a:xfrm>
              <a:prstGeom prst="line">
                <a:avLst/>
              </a:prstGeom>
              <a:ln w="28575" cap="flat" cmpd="sng">
                <a:solidFill>
                  <a:schemeClr val="tx1"/>
                </a:solidFill>
                <a:prstDash val="solid"/>
                <a:headEnd type="none" w="med" len="med"/>
                <a:tailEnd type="none" w="med" len="med"/>
              </a:ln>
            </p:spPr>
          </p:sp>
          <p:grpSp>
            <p:nvGrpSpPr>
              <p:cNvPr id="189496" name="Group 451"/>
              <p:cNvGrpSpPr/>
              <p:nvPr/>
            </p:nvGrpSpPr>
            <p:grpSpPr>
              <a:xfrm>
                <a:off x="300" y="0"/>
                <a:ext cx="36" cy="91"/>
                <a:chOff x="0" y="0"/>
                <a:chExt cx="36" cy="91"/>
              </a:xfrm>
            </p:grpSpPr>
            <p:sp>
              <p:nvSpPr>
                <p:cNvPr id="189516" name="Line 452"/>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7" name="Line 453"/>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7" name="Line 565"/>
              <p:cNvSpPr/>
              <p:nvPr/>
            </p:nvSpPr>
            <p:spPr>
              <a:xfrm>
                <a:off x="340" y="20"/>
                <a:ext cx="975" cy="0"/>
              </a:xfrm>
              <a:prstGeom prst="line">
                <a:avLst/>
              </a:prstGeom>
              <a:ln w="28575" cap="flat" cmpd="sng">
                <a:solidFill>
                  <a:schemeClr val="tx1"/>
                </a:solidFill>
                <a:prstDash val="solid"/>
                <a:headEnd type="none" w="med" len="med"/>
                <a:tailEnd type="none" w="med" len="med"/>
              </a:ln>
            </p:spPr>
          </p:sp>
          <p:grpSp>
            <p:nvGrpSpPr>
              <p:cNvPr id="189498" name="Group 566"/>
              <p:cNvGrpSpPr/>
              <p:nvPr/>
            </p:nvGrpSpPr>
            <p:grpSpPr>
              <a:xfrm>
                <a:off x="1328" y="5"/>
                <a:ext cx="36" cy="91"/>
                <a:chOff x="0" y="0"/>
                <a:chExt cx="36" cy="91"/>
              </a:xfrm>
            </p:grpSpPr>
            <p:sp>
              <p:nvSpPr>
                <p:cNvPr id="189514" name="Line 5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5" name="Line 5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9" name="Line 578"/>
              <p:cNvSpPr/>
              <p:nvPr/>
            </p:nvSpPr>
            <p:spPr>
              <a:xfrm>
                <a:off x="1364" y="20"/>
                <a:ext cx="204" cy="0"/>
              </a:xfrm>
              <a:prstGeom prst="line">
                <a:avLst/>
              </a:prstGeom>
              <a:ln w="28575" cap="flat" cmpd="sng">
                <a:solidFill>
                  <a:schemeClr val="tx1"/>
                </a:solidFill>
                <a:prstDash val="solid"/>
                <a:headEnd type="none" w="med" len="med"/>
                <a:tailEnd type="none" w="med" len="med"/>
              </a:ln>
            </p:spPr>
          </p:sp>
          <p:sp>
            <p:nvSpPr>
              <p:cNvPr id="189500" name="Line 579"/>
              <p:cNvSpPr/>
              <p:nvPr/>
            </p:nvSpPr>
            <p:spPr>
              <a:xfrm>
                <a:off x="1627" y="172"/>
                <a:ext cx="204" cy="0"/>
              </a:xfrm>
              <a:prstGeom prst="line">
                <a:avLst/>
              </a:prstGeom>
              <a:ln w="28575" cap="flat" cmpd="sng">
                <a:solidFill>
                  <a:schemeClr val="tx1"/>
                </a:solidFill>
                <a:prstDash val="solid"/>
                <a:headEnd type="none" w="med" len="med"/>
                <a:tailEnd type="none" w="med" len="med"/>
              </a:ln>
            </p:spPr>
          </p:sp>
          <p:sp>
            <p:nvSpPr>
              <p:cNvPr id="189501" name="Line 580"/>
              <p:cNvSpPr/>
              <p:nvPr/>
            </p:nvSpPr>
            <p:spPr>
              <a:xfrm rot="900000">
                <a:off x="1866" y="8"/>
                <a:ext cx="0" cy="166"/>
              </a:xfrm>
              <a:prstGeom prst="line">
                <a:avLst/>
              </a:prstGeom>
              <a:ln w="28575" cap="flat" cmpd="sng">
                <a:solidFill>
                  <a:schemeClr val="tx1"/>
                </a:solidFill>
                <a:prstDash val="solid"/>
                <a:headEnd type="none" w="med" len="med"/>
                <a:tailEnd type="none" w="med" len="med"/>
              </a:ln>
            </p:spPr>
          </p:sp>
          <p:sp>
            <p:nvSpPr>
              <p:cNvPr id="189502" name="Line 581"/>
              <p:cNvSpPr/>
              <p:nvPr/>
            </p:nvSpPr>
            <p:spPr>
              <a:xfrm rot="-900000">
                <a:off x="1598" y="18"/>
                <a:ext cx="0" cy="166"/>
              </a:xfrm>
              <a:prstGeom prst="line">
                <a:avLst/>
              </a:prstGeom>
              <a:ln w="28575" cap="flat" cmpd="sng">
                <a:solidFill>
                  <a:schemeClr val="tx1"/>
                </a:solidFill>
                <a:prstDash val="solid"/>
                <a:headEnd type="none" w="med" len="med"/>
                <a:tailEnd type="none" w="med" len="med"/>
              </a:ln>
            </p:spPr>
          </p:sp>
          <p:grpSp>
            <p:nvGrpSpPr>
              <p:cNvPr id="189503" name="Group 582"/>
              <p:cNvGrpSpPr/>
              <p:nvPr/>
            </p:nvGrpSpPr>
            <p:grpSpPr>
              <a:xfrm>
                <a:off x="2396" y="15"/>
                <a:ext cx="36" cy="91"/>
                <a:chOff x="0" y="0"/>
                <a:chExt cx="36" cy="91"/>
              </a:xfrm>
            </p:grpSpPr>
            <p:sp>
              <p:nvSpPr>
                <p:cNvPr id="189512" name="Line 58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3" name="Line 58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4" name="Line 585"/>
              <p:cNvSpPr/>
              <p:nvPr/>
            </p:nvSpPr>
            <p:spPr>
              <a:xfrm>
                <a:off x="1896" y="23"/>
                <a:ext cx="453" cy="0"/>
              </a:xfrm>
              <a:prstGeom prst="line">
                <a:avLst/>
              </a:prstGeom>
              <a:ln w="28575" cap="flat" cmpd="sng">
                <a:solidFill>
                  <a:schemeClr val="tx1"/>
                </a:solidFill>
                <a:prstDash val="solid"/>
                <a:headEnd type="none" w="med" len="med"/>
                <a:tailEnd type="none" w="med" len="med"/>
              </a:ln>
            </p:spPr>
          </p:sp>
          <p:sp>
            <p:nvSpPr>
              <p:cNvPr id="189505" name="Line 587"/>
              <p:cNvSpPr/>
              <p:nvPr/>
            </p:nvSpPr>
            <p:spPr>
              <a:xfrm>
                <a:off x="2442" y="15"/>
                <a:ext cx="975" cy="0"/>
              </a:xfrm>
              <a:prstGeom prst="line">
                <a:avLst/>
              </a:prstGeom>
              <a:ln w="28575" cap="flat" cmpd="sng">
                <a:solidFill>
                  <a:schemeClr val="tx1"/>
                </a:solidFill>
                <a:prstDash val="solid"/>
                <a:headEnd type="none" w="med" len="med"/>
                <a:tailEnd type="none" w="med" len="med"/>
              </a:ln>
            </p:spPr>
          </p:sp>
          <p:grpSp>
            <p:nvGrpSpPr>
              <p:cNvPr id="189506" name="Group 588"/>
              <p:cNvGrpSpPr/>
              <p:nvPr/>
            </p:nvGrpSpPr>
            <p:grpSpPr>
              <a:xfrm>
                <a:off x="3430" y="0"/>
                <a:ext cx="36" cy="91"/>
                <a:chOff x="0" y="0"/>
                <a:chExt cx="36" cy="91"/>
              </a:xfrm>
            </p:grpSpPr>
            <p:sp>
              <p:nvSpPr>
                <p:cNvPr id="189510" name="Line 58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1" name="Line 59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7" name="Line 591"/>
              <p:cNvSpPr/>
              <p:nvPr/>
            </p:nvSpPr>
            <p:spPr>
              <a:xfrm>
                <a:off x="3466" y="15"/>
                <a:ext cx="204" cy="0"/>
              </a:xfrm>
              <a:prstGeom prst="line">
                <a:avLst/>
              </a:prstGeom>
              <a:ln w="28575" cap="flat" cmpd="sng">
                <a:solidFill>
                  <a:schemeClr val="tx1"/>
                </a:solidFill>
                <a:prstDash val="solid"/>
                <a:headEnd type="none" w="med" len="med"/>
                <a:tailEnd type="none" w="med" len="med"/>
              </a:ln>
            </p:spPr>
          </p:sp>
          <p:sp>
            <p:nvSpPr>
              <p:cNvPr id="189508" name="Line 592"/>
              <p:cNvSpPr/>
              <p:nvPr/>
            </p:nvSpPr>
            <p:spPr>
              <a:xfrm>
                <a:off x="3729" y="167"/>
                <a:ext cx="204" cy="0"/>
              </a:xfrm>
              <a:prstGeom prst="line">
                <a:avLst/>
              </a:prstGeom>
              <a:ln w="28575" cap="flat" cmpd="sng">
                <a:solidFill>
                  <a:schemeClr val="tx1"/>
                </a:solidFill>
                <a:prstDash val="solid"/>
                <a:headEnd type="none" w="med" len="med"/>
                <a:tailEnd type="none" w="med" len="med"/>
              </a:ln>
            </p:spPr>
          </p:sp>
          <p:sp>
            <p:nvSpPr>
              <p:cNvPr id="189509" name="Line 594"/>
              <p:cNvSpPr/>
              <p:nvPr/>
            </p:nvSpPr>
            <p:spPr>
              <a:xfrm rot="-900000">
                <a:off x="3700" y="13"/>
                <a:ext cx="0" cy="166"/>
              </a:xfrm>
              <a:prstGeom prst="line">
                <a:avLst/>
              </a:prstGeom>
              <a:ln w="28575" cap="flat" cmpd="sng">
                <a:solidFill>
                  <a:schemeClr val="tx1"/>
                </a:solidFill>
                <a:prstDash val="solid"/>
                <a:headEnd type="none" w="med" len="med"/>
                <a:tailEnd type="none" w="med" len="med"/>
              </a:ln>
            </p:spPr>
          </p:sp>
        </p:grpSp>
        <p:sp>
          <p:nvSpPr>
            <p:cNvPr id="189469" name="Line 595"/>
            <p:cNvSpPr/>
            <p:nvPr/>
          </p:nvSpPr>
          <p:spPr>
            <a:xfrm>
              <a:off x="4502" y="3942"/>
              <a:ext cx="1133" cy="0"/>
            </a:xfrm>
            <a:prstGeom prst="line">
              <a:avLst/>
            </a:prstGeom>
            <a:ln w="28575" cap="flat" cmpd="sng">
              <a:solidFill>
                <a:schemeClr val="tx1"/>
              </a:solidFill>
              <a:prstDash val="solid"/>
              <a:headEnd type="none" w="med" len="med"/>
              <a:tailEnd type="none" w="med" len="med"/>
            </a:ln>
          </p:spPr>
        </p:sp>
        <p:sp>
          <p:nvSpPr>
            <p:cNvPr id="189470" name="Line 596"/>
            <p:cNvSpPr/>
            <p:nvPr/>
          </p:nvSpPr>
          <p:spPr>
            <a:xfrm>
              <a:off x="5775" y="4208"/>
              <a:ext cx="510" cy="0"/>
            </a:xfrm>
            <a:prstGeom prst="line">
              <a:avLst/>
            </a:prstGeom>
            <a:ln w="28575" cap="flat" cmpd="sng">
              <a:solidFill>
                <a:schemeClr val="tx1"/>
              </a:solidFill>
              <a:prstDash val="solid"/>
              <a:headEnd type="none" w="med" len="med"/>
              <a:tailEnd type="none" w="med" len="med"/>
            </a:ln>
          </p:spPr>
        </p:sp>
        <p:sp>
          <p:nvSpPr>
            <p:cNvPr id="189471" name="Line 597"/>
            <p:cNvSpPr/>
            <p:nvPr/>
          </p:nvSpPr>
          <p:spPr>
            <a:xfrm rot="900000">
              <a:off x="6346" y="3900"/>
              <a:ext cx="0" cy="311"/>
            </a:xfrm>
            <a:prstGeom prst="line">
              <a:avLst/>
            </a:prstGeom>
            <a:ln w="28575" cap="flat" cmpd="sng">
              <a:solidFill>
                <a:schemeClr val="tx1"/>
              </a:solidFill>
              <a:prstDash val="solid"/>
              <a:headEnd type="none" w="med" len="med"/>
              <a:tailEnd type="none" w="med" len="med"/>
            </a:ln>
          </p:spPr>
        </p:sp>
        <p:sp>
          <p:nvSpPr>
            <p:cNvPr id="189472" name="Line 598"/>
            <p:cNvSpPr/>
            <p:nvPr/>
          </p:nvSpPr>
          <p:spPr>
            <a:xfrm rot="-900000">
              <a:off x="5702" y="3919"/>
              <a:ext cx="0" cy="311"/>
            </a:xfrm>
            <a:prstGeom prst="line">
              <a:avLst/>
            </a:prstGeom>
            <a:ln w="28575" cap="flat" cmpd="sng">
              <a:solidFill>
                <a:schemeClr val="tx1"/>
              </a:solidFill>
              <a:prstDash val="solid"/>
              <a:headEnd type="none" w="med" len="med"/>
              <a:tailEnd type="none" w="med" len="med"/>
            </a:ln>
          </p:spPr>
        </p:sp>
        <p:sp>
          <p:nvSpPr>
            <p:cNvPr id="189473" name="Line 599"/>
            <p:cNvSpPr/>
            <p:nvPr/>
          </p:nvSpPr>
          <p:spPr>
            <a:xfrm>
              <a:off x="6447" y="3942"/>
              <a:ext cx="510" cy="0"/>
            </a:xfrm>
            <a:prstGeom prst="line">
              <a:avLst/>
            </a:prstGeom>
            <a:ln w="28575" cap="flat" cmpd="sng">
              <a:solidFill>
                <a:schemeClr val="tx1"/>
              </a:solidFill>
              <a:prstDash val="solid"/>
              <a:headEnd type="none" w="med" len="med"/>
              <a:tailEnd type="none" w="med" len="med"/>
            </a:ln>
          </p:spPr>
        </p:sp>
        <p:grpSp>
          <p:nvGrpSpPr>
            <p:cNvPr id="189474" name="Group 600"/>
            <p:cNvGrpSpPr/>
            <p:nvPr/>
          </p:nvGrpSpPr>
          <p:grpSpPr>
            <a:xfrm>
              <a:off x="7022" y="3899"/>
              <a:ext cx="90" cy="171"/>
              <a:chOff x="0" y="0"/>
              <a:chExt cx="36" cy="91"/>
            </a:xfrm>
          </p:grpSpPr>
          <p:sp>
            <p:nvSpPr>
              <p:cNvPr id="189493" name="Line 60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4" name="Line 60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5" name="Line 603"/>
            <p:cNvSpPr/>
            <p:nvPr/>
          </p:nvSpPr>
          <p:spPr>
            <a:xfrm>
              <a:off x="7142" y="3970"/>
              <a:ext cx="2438" cy="0"/>
            </a:xfrm>
            <a:prstGeom prst="line">
              <a:avLst/>
            </a:prstGeom>
            <a:ln w="28575" cap="flat" cmpd="sng">
              <a:solidFill>
                <a:schemeClr val="tx1"/>
              </a:solidFill>
              <a:prstDash val="solid"/>
              <a:headEnd type="none" w="med" len="med"/>
              <a:tailEnd type="none" w="med" len="med"/>
            </a:ln>
          </p:spPr>
        </p:sp>
        <p:grpSp>
          <p:nvGrpSpPr>
            <p:cNvPr id="189476" name="Group 604"/>
            <p:cNvGrpSpPr/>
            <p:nvPr/>
          </p:nvGrpSpPr>
          <p:grpSpPr>
            <a:xfrm>
              <a:off x="9612" y="3942"/>
              <a:ext cx="90" cy="171"/>
              <a:chOff x="0" y="0"/>
              <a:chExt cx="36" cy="91"/>
            </a:xfrm>
          </p:grpSpPr>
          <p:sp>
            <p:nvSpPr>
              <p:cNvPr id="189491" name="Line 60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2" name="Line 60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7" name="Line 607"/>
            <p:cNvSpPr/>
            <p:nvPr/>
          </p:nvSpPr>
          <p:spPr>
            <a:xfrm>
              <a:off x="9730" y="3942"/>
              <a:ext cx="1132" cy="0"/>
            </a:xfrm>
            <a:prstGeom prst="line">
              <a:avLst/>
            </a:prstGeom>
            <a:ln w="28575" cap="flat" cmpd="sng">
              <a:solidFill>
                <a:schemeClr val="tx1"/>
              </a:solidFill>
              <a:prstDash val="solid"/>
              <a:headEnd type="none" w="med" len="med"/>
              <a:tailEnd type="none" w="med" len="med"/>
            </a:ln>
          </p:spPr>
        </p:sp>
        <p:sp>
          <p:nvSpPr>
            <p:cNvPr id="189478" name="Line 609"/>
            <p:cNvSpPr/>
            <p:nvPr/>
          </p:nvSpPr>
          <p:spPr>
            <a:xfrm>
              <a:off x="4477" y="4430"/>
              <a:ext cx="1133" cy="0"/>
            </a:xfrm>
            <a:prstGeom prst="line">
              <a:avLst/>
            </a:prstGeom>
            <a:ln w="28575" cap="flat" cmpd="sng">
              <a:solidFill>
                <a:schemeClr val="tx1"/>
              </a:solidFill>
              <a:prstDash val="solid"/>
              <a:headEnd type="none" w="med" len="med"/>
              <a:tailEnd type="none" w="med" len="med"/>
            </a:ln>
          </p:spPr>
        </p:sp>
        <p:grpSp>
          <p:nvGrpSpPr>
            <p:cNvPr id="189479" name="Group 610"/>
            <p:cNvGrpSpPr/>
            <p:nvPr/>
          </p:nvGrpSpPr>
          <p:grpSpPr>
            <a:xfrm>
              <a:off x="5637" y="4430"/>
              <a:ext cx="90" cy="171"/>
              <a:chOff x="0" y="0"/>
              <a:chExt cx="36" cy="91"/>
            </a:xfrm>
          </p:grpSpPr>
          <p:sp>
            <p:nvSpPr>
              <p:cNvPr id="189489" name="Line 61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0" name="Line 61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0" name="Line 613"/>
            <p:cNvSpPr/>
            <p:nvPr/>
          </p:nvSpPr>
          <p:spPr>
            <a:xfrm>
              <a:off x="5767" y="4430"/>
              <a:ext cx="510" cy="0"/>
            </a:xfrm>
            <a:prstGeom prst="line">
              <a:avLst/>
            </a:prstGeom>
            <a:ln w="28575" cap="flat" cmpd="sng">
              <a:solidFill>
                <a:schemeClr val="tx1"/>
              </a:solidFill>
              <a:prstDash val="solid"/>
              <a:headEnd type="none" w="med" len="med"/>
              <a:tailEnd type="none" w="med" len="med"/>
            </a:ln>
          </p:spPr>
        </p:sp>
        <p:sp>
          <p:nvSpPr>
            <p:cNvPr id="189481" name="Line 614"/>
            <p:cNvSpPr/>
            <p:nvPr/>
          </p:nvSpPr>
          <p:spPr>
            <a:xfrm>
              <a:off x="6425" y="4696"/>
              <a:ext cx="510" cy="0"/>
            </a:xfrm>
            <a:prstGeom prst="line">
              <a:avLst/>
            </a:prstGeom>
            <a:ln w="28575" cap="flat" cmpd="sng">
              <a:solidFill>
                <a:schemeClr val="tx1"/>
              </a:solidFill>
              <a:prstDash val="solid"/>
              <a:headEnd type="none" w="med" len="med"/>
              <a:tailEnd type="none" w="med" len="med"/>
            </a:ln>
          </p:spPr>
        </p:sp>
        <p:sp>
          <p:nvSpPr>
            <p:cNvPr id="189482" name="Line 615"/>
            <p:cNvSpPr/>
            <p:nvPr/>
          </p:nvSpPr>
          <p:spPr>
            <a:xfrm rot="900000">
              <a:off x="7021" y="4388"/>
              <a:ext cx="0" cy="311"/>
            </a:xfrm>
            <a:prstGeom prst="line">
              <a:avLst/>
            </a:prstGeom>
            <a:ln w="28575" cap="flat" cmpd="sng">
              <a:solidFill>
                <a:schemeClr val="tx1"/>
              </a:solidFill>
              <a:prstDash val="solid"/>
              <a:headEnd type="none" w="med" len="med"/>
              <a:tailEnd type="none" w="med" len="med"/>
            </a:ln>
          </p:spPr>
        </p:sp>
        <p:sp>
          <p:nvSpPr>
            <p:cNvPr id="189483" name="Line 616"/>
            <p:cNvSpPr/>
            <p:nvPr/>
          </p:nvSpPr>
          <p:spPr>
            <a:xfrm rot="-900000">
              <a:off x="6352" y="4407"/>
              <a:ext cx="0" cy="312"/>
            </a:xfrm>
            <a:prstGeom prst="line">
              <a:avLst/>
            </a:prstGeom>
            <a:ln w="28575" cap="flat" cmpd="sng">
              <a:solidFill>
                <a:schemeClr val="tx1"/>
              </a:solidFill>
              <a:prstDash val="solid"/>
              <a:headEnd type="none" w="med" len="med"/>
              <a:tailEnd type="none" w="med" len="med"/>
            </a:ln>
          </p:spPr>
        </p:sp>
        <p:sp>
          <p:nvSpPr>
            <p:cNvPr id="189484" name="Line 617"/>
            <p:cNvSpPr/>
            <p:nvPr/>
          </p:nvSpPr>
          <p:spPr>
            <a:xfrm>
              <a:off x="7095" y="4439"/>
              <a:ext cx="2437" cy="0"/>
            </a:xfrm>
            <a:prstGeom prst="line">
              <a:avLst/>
            </a:prstGeom>
            <a:ln w="28575" cap="flat" cmpd="sng">
              <a:solidFill>
                <a:schemeClr val="tx1"/>
              </a:solidFill>
              <a:prstDash val="solid"/>
              <a:headEnd type="none" w="med" len="med"/>
              <a:tailEnd type="none" w="med" len="med"/>
            </a:ln>
          </p:spPr>
        </p:sp>
        <p:grpSp>
          <p:nvGrpSpPr>
            <p:cNvPr id="189485" name="Group 618"/>
            <p:cNvGrpSpPr/>
            <p:nvPr/>
          </p:nvGrpSpPr>
          <p:grpSpPr>
            <a:xfrm>
              <a:off x="9615" y="4411"/>
              <a:ext cx="90" cy="171"/>
              <a:chOff x="0" y="0"/>
              <a:chExt cx="36" cy="91"/>
            </a:xfrm>
          </p:grpSpPr>
          <p:sp>
            <p:nvSpPr>
              <p:cNvPr id="189487" name="Line 61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88" name="Line 62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6" name="Line 621"/>
            <p:cNvSpPr/>
            <p:nvPr/>
          </p:nvSpPr>
          <p:spPr>
            <a:xfrm>
              <a:off x="9680" y="4411"/>
              <a:ext cx="1132" cy="0"/>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a:xfrm>
            <a:off x="642938" y="608965"/>
            <a:ext cx="6138862" cy="514350"/>
          </a:xfrm>
          <a:prstGeom prst="rect">
            <a:avLst/>
          </a:prstGeom>
          <a:noFill/>
          <a:ln w="9525">
            <a:noFill/>
          </a:ln>
        </p:spPr>
        <p:txBody>
          <a:bodyPr/>
          <a:p>
            <a:pPr eaLnBrk="1" hangingPunct="1"/>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 </a:t>
            </a:r>
            <a:r>
              <a:rPr lang="en-US" altLang="zh-CN" sz="2400" b="1" i="1">
                <a:solidFill>
                  <a:srgbClr val="FF0000"/>
                </a:solidFill>
                <a:latin typeface="华文新魏" panose="02010800040101010101" pitchFamily="2" charset="-122"/>
                <a:ea typeface="华文新魏" panose="02010800040101010101" pitchFamily="2" charset="-122"/>
              </a:rPr>
              <a:t>Registers</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190467" name="Text Box 4"/>
          <p:cNvSpPr txBox="1"/>
          <p:nvPr/>
        </p:nvSpPr>
        <p:spPr>
          <a:xfrm>
            <a:off x="1115060" y="1123950"/>
            <a:ext cx="7524750" cy="531495"/>
          </a:xfrm>
          <a:prstGeom prst="rect">
            <a:avLst/>
          </a:prstGeom>
          <a:noFill/>
          <a:ln w="9525">
            <a:noFill/>
          </a:ln>
        </p:spPr>
        <p:txBody>
          <a:bodyPr wrap="square">
            <a:noAutofit/>
          </a:bodyPr>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用于</a:t>
            </a:r>
            <a:r>
              <a:rPr lang="zh-CN" altLang="en-US" b="1" dirty="0">
                <a:solidFill>
                  <a:srgbClr val="FF0000"/>
                </a:solidFill>
                <a:latin typeface="华文新魏" panose="02010800040101010101" pitchFamily="2" charset="-122"/>
                <a:ea typeface="华文新魏" panose="02010800040101010101" pitchFamily="2" charset="-122"/>
              </a:rPr>
              <a:t>暂时存放</a:t>
            </a:r>
            <a:r>
              <a:rPr lang="zh-CN" altLang="en-US" b="1" dirty="0">
                <a:solidFill>
                  <a:schemeClr val="tx1"/>
                </a:solidFill>
                <a:latin typeface="华文新魏" panose="02010800040101010101" pitchFamily="2" charset="-122"/>
                <a:ea typeface="华文新魏" panose="02010800040101010101" pitchFamily="2" charset="-122"/>
              </a:rPr>
              <a:t>二进制代码的逻辑器件称为寄存器。</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 name="Text Box 4"/>
          <p:cNvSpPr txBox="1"/>
          <p:nvPr/>
        </p:nvSpPr>
        <p:spPr>
          <a:xfrm>
            <a:off x="1170305" y="3628390"/>
            <a:ext cx="7524750" cy="953135"/>
          </a:xfrm>
          <a:prstGeom prst="rect">
            <a:avLst/>
          </a:prstGeom>
          <a:noFill/>
          <a:ln w="9525">
            <a:noFill/>
          </a:ln>
        </p:spPr>
        <p:txBody>
          <a:bodyPr wrap="square">
            <a:spAutoFit/>
          </a:bodyPr>
          <a:p>
            <a:pPr algn="l" eaLnBrk="1" hangingPunct="1">
              <a:lnSpc>
                <a:spcPct val="140000"/>
              </a:lnSpc>
              <a:spcBef>
                <a:spcPct val="50000"/>
              </a:spcBef>
              <a:buClrTx/>
              <a:buSzTx/>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在计算机中，寄存器按</a:t>
            </a:r>
            <a:r>
              <a:rPr lang="zh-CN" altLang="en-US" b="1" u="sng" dirty="0">
                <a:solidFill>
                  <a:srgbClr val="FF0000"/>
                </a:solidFill>
                <a:latin typeface="华文新魏" panose="02010800040101010101" pitchFamily="2" charset="-122"/>
                <a:ea typeface="华文新魏" panose="02010800040101010101" pitchFamily="2" charset="-122"/>
              </a:rPr>
              <a:t>用处</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通用寄存器、指令寄存器</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地址寄存器、输入/输出寄存器等</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3" name="Text Box 4"/>
          <p:cNvSpPr txBox="1"/>
          <p:nvPr/>
        </p:nvSpPr>
        <p:spPr>
          <a:xfrm>
            <a:off x="1098550" y="1762760"/>
            <a:ext cx="7524750" cy="1383665"/>
          </a:xfrm>
          <a:prstGeom prst="rect">
            <a:avLst/>
          </a:prstGeom>
          <a:noFill/>
          <a:ln w="9525">
            <a:noFill/>
          </a:ln>
        </p:spPr>
        <p:txBody>
          <a:bodyPr wrap="square">
            <a:spAutoFit/>
          </a:bodyPr>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寄存器按</a:t>
            </a:r>
            <a:r>
              <a:rPr lang="zh-CN" altLang="en-US" b="1" u="sng" dirty="0">
                <a:solidFill>
                  <a:srgbClr val="FF0000"/>
                </a:solidFill>
                <a:latin typeface="华文新魏" panose="02010800040101010101" pitchFamily="2" charset="-122"/>
                <a:ea typeface="华文新魏" panose="02010800040101010101" pitchFamily="2" charset="-122"/>
              </a:rPr>
              <a:t>功能</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并行寄存器、串行寄存器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串并行寄存器</a:t>
            </a:r>
            <a:r>
              <a:rPr lang="zh-CN" altLang="en-US" b="1" dirty="0">
                <a:solidFill>
                  <a:schemeClr val="tx1"/>
                </a:solidFill>
                <a:latin typeface="华文新魏" panose="02010800040101010101" pitchFamily="2" charset="-122"/>
                <a:ea typeface="华文新魏" panose="02010800040101010101" pitchFamily="2" charset="-122"/>
              </a:rPr>
              <a:t>。并行寄存器没有移位功能，通常简称为</a:t>
            </a:r>
            <a:r>
              <a:rPr lang="zh-CN" altLang="en-US" b="1" u="sng" dirty="0">
                <a:solidFill>
                  <a:srgbClr val="FF0000"/>
                </a:solidFill>
                <a:latin typeface="华文新魏" panose="02010800040101010101" pitchFamily="2" charset="-122"/>
                <a:ea typeface="华文新魏" panose="02010800040101010101" pitchFamily="2" charset="-122"/>
              </a:rPr>
              <a:t>寄存器 </a:t>
            </a:r>
            <a:r>
              <a:rPr lang="en-US" altLang="zh-CN" b="1" i="1" u="sng">
                <a:solidFill>
                  <a:srgbClr val="FF0000"/>
                </a:solidFill>
                <a:latin typeface="华文新魏" panose="02010800040101010101" pitchFamily="2" charset="-122"/>
                <a:ea typeface="华文新魏" panose="02010800040101010101" pitchFamily="2" charset="-122"/>
              </a:rPr>
              <a:t>Registers</a:t>
            </a:r>
            <a:r>
              <a:rPr lang="en-US" altLang="zh-CN" b="1" u="sng">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；串行及串并行寄存器具有</a:t>
            </a:r>
            <a:r>
              <a:rPr lang="zh-CN" altLang="en-US" b="1" dirty="0">
                <a:solidFill>
                  <a:srgbClr val="FF0000"/>
                </a:solidFill>
                <a:latin typeface="华文新魏" panose="02010800040101010101" pitchFamily="2" charset="-122"/>
                <a:ea typeface="华文新魏" panose="02010800040101010101" pitchFamily="2" charset="-122"/>
              </a:rPr>
              <a:t>移位功能，通常称为</a:t>
            </a:r>
            <a:r>
              <a:rPr lang="zh-CN" altLang="en-US" b="1" u="sng" dirty="0">
                <a:solidFill>
                  <a:srgbClr val="FF0000"/>
                </a:solidFill>
                <a:latin typeface="华文新魏" panose="02010800040101010101" pitchFamily="2" charset="-122"/>
                <a:ea typeface="华文新魏" panose="02010800040101010101" pitchFamily="2" charset="-122"/>
              </a:rPr>
              <a:t>移位寄存器 </a:t>
            </a:r>
            <a:r>
              <a:rPr lang="en-US" altLang="zh-CN" b="1" i="1" u="sng">
                <a:solidFill>
                  <a:srgbClr val="FF0000"/>
                </a:solidFill>
                <a:latin typeface="华文新魏" panose="02010800040101010101" pitchFamily="2" charset="-122"/>
                <a:ea typeface="华文新魏" panose="02010800040101010101" pitchFamily="2" charset="-122"/>
              </a:rPr>
              <a:t>Shift Registers</a:t>
            </a:r>
            <a:r>
              <a:rPr lang="zh-CN" altLang="en-US" b="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blinds(horizontal)">
                                      <p:cBhvr>
                                        <p:cTn id="7" dur="500"/>
                                        <p:tgtEl>
                                          <p:spTgt spid="1904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p:bldP spid="190467" grpId="1"/>
      <p:bldP spid="3" grpId="0"/>
      <p:bldP spid="3" grpId="1"/>
      <p:bldP spid="2" grpId="0"/>
      <p:bldP spid="2"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a:xfrm>
            <a:off x="685800" y="628650"/>
            <a:ext cx="4800600" cy="560388"/>
          </a:xfrm>
          <a:prstGeom prst="rect">
            <a:avLst/>
          </a:prstGeom>
          <a:noFill/>
          <a:ln w="9525">
            <a:noFill/>
          </a:ln>
        </p:spPr>
        <p:txBody>
          <a:bodyPr/>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并行寄存器举例</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aphicFrame>
        <p:nvGraphicFramePr>
          <p:cNvPr id="191492" name="Object 48"/>
          <p:cNvGraphicFramePr/>
          <p:nvPr/>
        </p:nvGraphicFramePr>
        <p:xfrm>
          <a:off x="4940618" y="1300322"/>
          <a:ext cx="2758440" cy="2687320"/>
        </p:xfrm>
        <a:graphic>
          <a:graphicData uri="http://schemas.openxmlformats.org/presentationml/2006/ole">
            <mc:AlternateContent xmlns:mc="http://schemas.openxmlformats.org/markup-compatibility/2006">
              <mc:Choice xmlns:v="urn:schemas-microsoft-com:vml" Requires="v">
                <p:oleObj spid="_x0000_s3079" name="" r:id="rId1" imgW="3225800" imgH="3911600" progId="Paint.Picture">
                  <p:embed/>
                </p:oleObj>
              </mc:Choice>
              <mc:Fallback>
                <p:oleObj name="" r:id="rId1" imgW="3225800" imgH="3911600" progId="Paint.Picture">
                  <p:embed/>
                  <p:pic>
                    <p:nvPicPr>
                      <p:cNvPr id="0" name="图片 3078"/>
                      <p:cNvPicPr/>
                      <p:nvPr/>
                    </p:nvPicPr>
                    <p:blipFill>
                      <a:blip r:embed="rId2"/>
                      <a:stretch>
                        <a:fillRect/>
                      </a:stretch>
                    </p:blipFill>
                    <p:spPr>
                      <a:xfrm>
                        <a:off x="4940618" y="1300322"/>
                        <a:ext cx="2758440" cy="2687320"/>
                      </a:xfrm>
                      <a:prstGeom prst="rect">
                        <a:avLst/>
                      </a:prstGeom>
                      <a:noFill/>
                      <a:ln w="38100">
                        <a:noFill/>
                        <a:miter/>
                      </a:ln>
                    </p:spPr>
                  </p:pic>
                </p:oleObj>
              </mc:Fallback>
            </mc:AlternateContent>
          </a:graphicData>
        </a:graphic>
      </p:graphicFrame>
      <p:grpSp>
        <p:nvGrpSpPr>
          <p:cNvPr id="191491" name="Group 99"/>
          <p:cNvGrpSpPr/>
          <p:nvPr/>
        </p:nvGrpSpPr>
        <p:grpSpPr>
          <a:xfrm>
            <a:off x="585791" y="1317625"/>
            <a:ext cx="2473322" cy="2549525"/>
            <a:chOff x="10" y="0"/>
            <a:chExt cx="3893" cy="4016"/>
          </a:xfrm>
        </p:grpSpPr>
        <p:sp>
          <p:nvSpPr>
            <p:cNvPr id="191494" name="Rectangle 123"/>
            <p:cNvSpPr/>
            <p:nvPr/>
          </p:nvSpPr>
          <p:spPr>
            <a:xfrm>
              <a:off x="675" y="676"/>
              <a:ext cx="2520" cy="333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495" name="Text Box 124"/>
            <p:cNvSpPr txBox="1"/>
            <p:nvPr/>
          </p:nvSpPr>
          <p:spPr>
            <a:xfrm>
              <a:off x="1034" y="0"/>
              <a:ext cx="1922"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74LS175</a:t>
              </a:r>
              <a:endParaRPr lang="en-US" altLang="zh-CN" b="1">
                <a:solidFill>
                  <a:schemeClr val="tx1"/>
                </a:solidFill>
                <a:latin typeface="黑体" panose="02010609060101010101" pitchFamily="2" charset="-122"/>
                <a:ea typeface="黑体" panose="02010609060101010101" pitchFamily="2" charset="-122"/>
              </a:endParaRPr>
            </a:p>
          </p:txBody>
        </p:sp>
        <p:sp>
          <p:nvSpPr>
            <p:cNvPr id="191496" name="Text Box 126"/>
            <p:cNvSpPr txBox="1"/>
            <p:nvPr/>
          </p:nvSpPr>
          <p:spPr>
            <a:xfrm>
              <a:off x="730" y="880"/>
              <a:ext cx="1319"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sp>
          <p:nvSpPr>
            <p:cNvPr id="191497" name="Oval 127"/>
            <p:cNvSpPr/>
            <p:nvPr/>
          </p:nvSpPr>
          <p:spPr>
            <a:xfrm>
              <a:off x="500" y="1126"/>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grpSp>
          <p:nvGrpSpPr>
            <p:cNvPr id="191498" name="Group 131"/>
            <p:cNvGrpSpPr/>
            <p:nvPr/>
          </p:nvGrpSpPr>
          <p:grpSpPr>
            <a:xfrm>
              <a:off x="3195" y="3286"/>
              <a:ext cx="708" cy="401"/>
              <a:chOff x="0" y="0"/>
              <a:chExt cx="283" cy="214"/>
            </a:xfrm>
          </p:grpSpPr>
          <p:sp>
            <p:nvSpPr>
              <p:cNvPr id="191532" name="Oval 12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3" name="Line 12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4" name="Line 13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499" name="Group 133"/>
            <p:cNvGrpSpPr/>
            <p:nvPr/>
          </p:nvGrpSpPr>
          <p:grpSpPr>
            <a:xfrm>
              <a:off x="3195" y="2566"/>
              <a:ext cx="708" cy="401"/>
              <a:chOff x="0" y="0"/>
              <a:chExt cx="283" cy="214"/>
            </a:xfrm>
          </p:grpSpPr>
          <p:sp>
            <p:nvSpPr>
              <p:cNvPr id="191529" name="Oval 134"/>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0" name="Line 135"/>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1" name="Line 136"/>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0" name="Group 137"/>
            <p:cNvGrpSpPr/>
            <p:nvPr/>
          </p:nvGrpSpPr>
          <p:grpSpPr>
            <a:xfrm>
              <a:off x="3195" y="1846"/>
              <a:ext cx="708" cy="401"/>
              <a:chOff x="0" y="0"/>
              <a:chExt cx="283" cy="214"/>
            </a:xfrm>
          </p:grpSpPr>
          <p:sp>
            <p:nvSpPr>
              <p:cNvPr id="191526" name="Oval 13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7" name="Line 13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8" name="Line 14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1" name="Group 141"/>
            <p:cNvGrpSpPr/>
            <p:nvPr/>
          </p:nvGrpSpPr>
          <p:grpSpPr>
            <a:xfrm>
              <a:off x="3195" y="1126"/>
              <a:ext cx="708" cy="401"/>
              <a:chOff x="0" y="0"/>
              <a:chExt cx="283" cy="214"/>
            </a:xfrm>
          </p:grpSpPr>
          <p:sp>
            <p:nvSpPr>
              <p:cNvPr id="191523" name="Oval 142"/>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4" name="Line 143"/>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5" name="Line 144"/>
              <p:cNvSpPr/>
              <p:nvPr/>
            </p:nvSpPr>
            <p:spPr>
              <a:xfrm>
                <a:off x="0" y="0"/>
                <a:ext cx="283" cy="0"/>
              </a:xfrm>
              <a:prstGeom prst="line">
                <a:avLst/>
              </a:prstGeom>
              <a:ln w="28575" cap="flat" cmpd="sng">
                <a:solidFill>
                  <a:schemeClr val="tx1"/>
                </a:solidFill>
                <a:prstDash val="solid"/>
                <a:headEnd type="none" w="med" len="med"/>
                <a:tailEnd type="none" w="med" len="med"/>
              </a:ln>
            </p:spPr>
          </p:sp>
        </p:grpSp>
        <p:sp>
          <p:nvSpPr>
            <p:cNvPr id="191502" name="Line 145"/>
            <p:cNvSpPr/>
            <p:nvPr/>
          </p:nvSpPr>
          <p:spPr>
            <a:xfrm>
              <a:off x="75" y="1846"/>
              <a:ext cx="600" cy="0"/>
            </a:xfrm>
            <a:prstGeom prst="line">
              <a:avLst/>
            </a:prstGeom>
            <a:ln w="28575" cap="flat" cmpd="sng">
              <a:solidFill>
                <a:schemeClr val="tx1"/>
              </a:solidFill>
              <a:prstDash val="solid"/>
              <a:headEnd type="none" w="med" len="med"/>
              <a:tailEnd type="none" w="med" len="med"/>
            </a:ln>
          </p:spPr>
        </p:sp>
        <p:sp>
          <p:nvSpPr>
            <p:cNvPr id="191503" name="Text Box 146"/>
            <p:cNvSpPr txBox="1"/>
            <p:nvPr/>
          </p:nvSpPr>
          <p:spPr>
            <a:xfrm>
              <a:off x="555" y="1552"/>
              <a:ext cx="839" cy="62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1D</a:t>
              </a:r>
              <a:endParaRPr lang="en-US" altLang="zh-CN">
                <a:solidFill>
                  <a:schemeClr val="tx1"/>
                </a:solidFill>
                <a:latin typeface="黑体" panose="02010609060101010101" pitchFamily="2" charset="-122"/>
                <a:ea typeface="黑体" panose="02010609060101010101" pitchFamily="2" charset="-122"/>
              </a:endParaRPr>
            </a:p>
          </p:txBody>
        </p:sp>
        <p:grpSp>
          <p:nvGrpSpPr>
            <p:cNvPr id="191504" name="Group 148"/>
            <p:cNvGrpSpPr/>
            <p:nvPr/>
          </p:nvGrpSpPr>
          <p:grpSpPr>
            <a:xfrm>
              <a:off x="75" y="1981"/>
              <a:ext cx="1320" cy="624"/>
              <a:chOff x="0" y="-120"/>
              <a:chExt cx="528" cy="333"/>
            </a:xfrm>
          </p:grpSpPr>
          <p:sp>
            <p:nvSpPr>
              <p:cNvPr id="191521" name="Line 149"/>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2" name="Text Box 150"/>
              <p:cNvSpPr txBox="1"/>
              <p:nvPr/>
            </p:nvSpPr>
            <p:spPr>
              <a:xfrm>
                <a:off x="192" y="-120"/>
                <a:ext cx="336" cy="3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2D</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91505" name="Group 151"/>
            <p:cNvGrpSpPr/>
            <p:nvPr/>
          </p:nvGrpSpPr>
          <p:grpSpPr>
            <a:xfrm>
              <a:off x="75" y="2431"/>
              <a:ext cx="1320" cy="626"/>
              <a:chOff x="0" y="-120"/>
              <a:chExt cx="528" cy="334"/>
            </a:xfrm>
          </p:grpSpPr>
          <p:sp>
            <p:nvSpPr>
              <p:cNvPr id="191519" name="Line 152"/>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0" name="Text Box 153"/>
              <p:cNvSpPr txBox="1"/>
              <p:nvPr/>
            </p:nvSpPr>
            <p:spPr>
              <a:xfrm>
                <a:off x="192" y="-120"/>
                <a:ext cx="336" cy="33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3D</a:t>
                </a:r>
                <a:endParaRPr lang="en-US" altLang="zh-CN">
                  <a:solidFill>
                    <a:schemeClr val="tx1"/>
                  </a:solidFill>
                  <a:latin typeface="黑体" panose="02010609060101010101" pitchFamily="2" charset="-122"/>
                  <a:ea typeface="黑体" panose="02010609060101010101" pitchFamily="2" charset="-122"/>
                </a:endParaRPr>
              </a:p>
            </p:txBody>
          </p:sp>
        </p:grpSp>
        <p:grpSp>
          <p:nvGrpSpPr>
            <p:cNvPr id="191506" name="Group 154"/>
            <p:cNvGrpSpPr/>
            <p:nvPr/>
          </p:nvGrpSpPr>
          <p:grpSpPr>
            <a:xfrm>
              <a:off x="75" y="2853"/>
              <a:ext cx="1320" cy="626"/>
              <a:chOff x="0" y="-135"/>
              <a:chExt cx="528" cy="334"/>
            </a:xfrm>
          </p:grpSpPr>
          <p:sp>
            <p:nvSpPr>
              <p:cNvPr id="191517" name="Line 155"/>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18" name="Text Box 156"/>
              <p:cNvSpPr txBox="1"/>
              <p:nvPr/>
            </p:nvSpPr>
            <p:spPr>
              <a:xfrm>
                <a:off x="192" y="-135"/>
                <a:ext cx="336" cy="33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4D</a:t>
                </a:r>
                <a:endParaRPr lang="en-US" altLang="zh-CN">
                  <a:solidFill>
                    <a:schemeClr val="tx1"/>
                  </a:solidFill>
                  <a:latin typeface="黑体" panose="02010609060101010101" pitchFamily="2" charset="-122"/>
                  <a:ea typeface="黑体" panose="02010609060101010101" pitchFamily="2" charset="-122"/>
                </a:endParaRPr>
              </a:p>
            </p:txBody>
          </p:sp>
        </p:grpSp>
        <p:sp>
          <p:nvSpPr>
            <p:cNvPr id="191507" name="Text Box 157"/>
            <p:cNvSpPr txBox="1"/>
            <p:nvPr/>
          </p:nvSpPr>
          <p:spPr>
            <a:xfrm>
              <a:off x="2476" y="87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endParaRPr lang="en-US" altLang="zh-CN">
                <a:solidFill>
                  <a:schemeClr val="tx1"/>
                </a:solidFill>
                <a:latin typeface="黑体" panose="02010609060101010101" pitchFamily="2" charset="-122"/>
                <a:ea typeface="黑体" panose="02010609060101010101" pitchFamily="2" charset="-122"/>
              </a:endParaRPr>
            </a:p>
          </p:txBody>
        </p:sp>
        <p:sp>
          <p:nvSpPr>
            <p:cNvPr id="191508" name="Text Box 158"/>
            <p:cNvSpPr txBox="1"/>
            <p:nvPr/>
          </p:nvSpPr>
          <p:spPr>
            <a:xfrm>
              <a:off x="2476" y="123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endParaRPr lang="en-US" altLang="zh-CN">
                <a:solidFill>
                  <a:schemeClr val="tx1"/>
                </a:solidFill>
                <a:latin typeface="黑体" panose="02010609060101010101" pitchFamily="2" charset="-122"/>
                <a:ea typeface="黑体" panose="02010609060101010101" pitchFamily="2" charset="-122"/>
              </a:endParaRPr>
            </a:p>
          </p:txBody>
        </p:sp>
        <p:sp>
          <p:nvSpPr>
            <p:cNvPr id="191509" name="Text Box 159"/>
            <p:cNvSpPr txBox="1"/>
            <p:nvPr/>
          </p:nvSpPr>
          <p:spPr>
            <a:xfrm>
              <a:off x="2476" y="159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endParaRPr lang="en-US" altLang="zh-CN">
                <a:solidFill>
                  <a:schemeClr val="tx1"/>
                </a:solidFill>
                <a:latin typeface="黑体" panose="02010609060101010101" pitchFamily="2" charset="-122"/>
                <a:ea typeface="黑体" panose="02010609060101010101" pitchFamily="2" charset="-122"/>
              </a:endParaRPr>
            </a:p>
          </p:txBody>
        </p:sp>
        <p:sp>
          <p:nvSpPr>
            <p:cNvPr id="191510" name="Text Box 160"/>
            <p:cNvSpPr txBox="1"/>
            <p:nvPr/>
          </p:nvSpPr>
          <p:spPr>
            <a:xfrm>
              <a:off x="2476" y="195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endParaRPr lang="en-US" altLang="zh-CN">
                <a:solidFill>
                  <a:schemeClr val="tx1"/>
                </a:solidFill>
                <a:latin typeface="黑体" panose="02010609060101010101" pitchFamily="2" charset="-122"/>
                <a:ea typeface="黑体" panose="02010609060101010101" pitchFamily="2" charset="-122"/>
              </a:endParaRPr>
            </a:p>
          </p:txBody>
        </p:sp>
        <p:sp>
          <p:nvSpPr>
            <p:cNvPr id="191511" name="Text Box 161"/>
            <p:cNvSpPr txBox="1"/>
            <p:nvPr/>
          </p:nvSpPr>
          <p:spPr>
            <a:xfrm>
              <a:off x="2476" y="2313"/>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endParaRPr lang="en-US" altLang="zh-CN">
                <a:solidFill>
                  <a:schemeClr val="tx1"/>
                </a:solidFill>
                <a:latin typeface="黑体" panose="02010609060101010101" pitchFamily="2" charset="-122"/>
                <a:ea typeface="黑体" panose="02010609060101010101" pitchFamily="2" charset="-122"/>
              </a:endParaRPr>
            </a:p>
          </p:txBody>
        </p:sp>
        <p:sp>
          <p:nvSpPr>
            <p:cNvPr id="191512" name="Text Box 162"/>
            <p:cNvSpPr txBox="1"/>
            <p:nvPr/>
          </p:nvSpPr>
          <p:spPr>
            <a:xfrm>
              <a:off x="2476" y="2656"/>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endParaRPr lang="en-US" altLang="zh-CN">
                <a:solidFill>
                  <a:schemeClr val="tx1"/>
                </a:solidFill>
                <a:latin typeface="黑体" panose="02010609060101010101" pitchFamily="2" charset="-122"/>
                <a:ea typeface="黑体" panose="02010609060101010101" pitchFamily="2" charset="-122"/>
              </a:endParaRPr>
            </a:p>
          </p:txBody>
        </p:sp>
        <p:sp>
          <p:nvSpPr>
            <p:cNvPr id="191513" name="Text Box 163"/>
            <p:cNvSpPr txBox="1"/>
            <p:nvPr/>
          </p:nvSpPr>
          <p:spPr>
            <a:xfrm>
              <a:off x="2476" y="3016"/>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endParaRPr lang="en-US" altLang="zh-CN">
                <a:solidFill>
                  <a:schemeClr val="tx1"/>
                </a:solidFill>
                <a:latin typeface="黑体" panose="02010609060101010101" pitchFamily="2" charset="-122"/>
                <a:ea typeface="黑体" panose="02010609060101010101" pitchFamily="2" charset="-122"/>
              </a:endParaRPr>
            </a:p>
          </p:txBody>
        </p:sp>
        <p:sp>
          <p:nvSpPr>
            <p:cNvPr id="191514" name="Text Box 164"/>
            <p:cNvSpPr txBox="1"/>
            <p:nvPr/>
          </p:nvSpPr>
          <p:spPr>
            <a:xfrm>
              <a:off x="2476" y="3391"/>
              <a:ext cx="840" cy="62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endParaRPr lang="en-US" altLang="zh-CN">
                <a:solidFill>
                  <a:schemeClr val="tx1"/>
                </a:solidFill>
                <a:latin typeface="黑体" panose="02010609060101010101" pitchFamily="2" charset="-122"/>
                <a:ea typeface="黑体" panose="02010609060101010101" pitchFamily="2" charset="-122"/>
              </a:endParaRPr>
            </a:p>
          </p:txBody>
        </p:sp>
        <p:sp>
          <p:nvSpPr>
            <p:cNvPr id="191515" name="Line 169"/>
            <p:cNvSpPr/>
            <p:nvPr/>
          </p:nvSpPr>
          <p:spPr>
            <a:xfrm>
              <a:off x="65" y="901"/>
              <a:ext cx="600" cy="0"/>
            </a:xfrm>
            <a:prstGeom prst="line">
              <a:avLst/>
            </a:prstGeom>
            <a:ln w="28575" cap="flat" cmpd="sng">
              <a:solidFill>
                <a:schemeClr val="tx1"/>
              </a:solidFill>
              <a:prstDash val="solid"/>
              <a:headEnd type="none" w="med" len="med"/>
              <a:tailEnd type="none" w="med" len="med"/>
            </a:ln>
          </p:spPr>
        </p:sp>
        <p:sp>
          <p:nvSpPr>
            <p:cNvPr id="191516" name="Line 170"/>
            <p:cNvSpPr/>
            <p:nvPr/>
          </p:nvSpPr>
          <p:spPr>
            <a:xfrm>
              <a:off x="10" y="1186"/>
              <a:ext cx="487" cy="0"/>
            </a:xfrm>
            <a:prstGeom prst="line">
              <a:avLst/>
            </a:prstGeom>
            <a:ln w="28575" cap="flat" cmpd="sng">
              <a:solidFill>
                <a:schemeClr val="tx1"/>
              </a:solidFill>
              <a:prstDash val="solid"/>
              <a:headEnd type="none" w="med" len="med"/>
              <a:tailEnd type="none" w="med" len="med"/>
            </a:ln>
          </p:spPr>
        </p:sp>
      </p:grpSp>
      <p:sp>
        <p:nvSpPr>
          <p:cNvPr id="191493" name="Text Box 125"/>
          <p:cNvSpPr txBox="1"/>
          <p:nvPr/>
        </p:nvSpPr>
        <p:spPr>
          <a:xfrm>
            <a:off x="906463" y="1679575"/>
            <a:ext cx="838200" cy="3968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&gt;CLK</a:t>
            </a:r>
            <a:endParaRPr lang="en-US" altLang="zh-CN" b="1">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491"/>
                                        </p:tgtEl>
                                        <p:attrNameLst>
                                          <p:attrName>style.visibility</p:attrName>
                                        </p:attrNameLst>
                                      </p:cBhvr>
                                      <p:to>
                                        <p:strVal val="visible"/>
                                      </p:to>
                                    </p:set>
                                    <p:anim calcmode="lin" valueType="num">
                                      <p:cBhvr additive="base">
                                        <p:cTn id="7" dur="500" fill="hold"/>
                                        <p:tgtEl>
                                          <p:spTgt spid="191491"/>
                                        </p:tgtEl>
                                        <p:attrNameLst>
                                          <p:attrName>ppt_x</p:attrName>
                                        </p:attrNameLst>
                                      </p:cBhvr>
                                      <p:tavLst>
                                        <p:tav tm="0">
                                          <p:val>
                                            <p:strVal val="#ppt_x"/>
                                          </p:val>
                                        </p:tav>
                                        <p:tav tm="100000">
                                          <p:val>
                                            <p:strVal val="#ppt_x"/>
                                          </p:val>
                                        </p:tav>
                                      </p:tavLst>
                                    </p:anim>
                                    <p:anim calcmode="lin" valueType="num">
                                      <p:cBhvr additive="base">
                                        <p:cTn id="8" dur="500" fill="hold"/>
                                        <p:tgtEl>
                                          <p:spTgt spid="1914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1493"/>
                                        </p:tgtEl>
                                        <p:attrNameLst>
                                          <p:attrName>style.visibility</p:attrName>
                                        </p:attrNameLst>
                                      </p:cBhvr>
                                      <p:to>
                                        <p:strVal val="visible"/>
                                      </p:to>
                                    </p:set>
                                    <p:anim calcmode="lin" valueType="num">
                                      <p:cBhvr additive="base">
                                        <p:cTn id="11" dur="500" fill="hold"/>
                                        <p:tgtEl>
                                          <p:spTgt spid="191493"/>
                                        </p:tgtEl>
                                        <p:attrNameLst>
                                          <p:attrName>ppt_x</p:attrName>
                                        </p:attrNameLst>
                                      </p:cBhvr>
                                      <p:tavLst>
                                        <p:tav tm="0">
                                          <p:val>
                                            <p:strVal val="#ppt_x"/>
                                          </p:val>
                                        </p:tav>
                                        <p:tav tm="100000">
                                          <p:val>
                                            <p:strVal val="#ppt_x"/>
                                          </p:val>
                                        </p:tav>
                                      </p:tavLst>
                                    </p:anim>
                                    <p:anim calcmode="lin" valueType="num">
                                      <p:cBhvr additive="base">
                                        <p:cTn id="12" dur="500" fill="hold"/>
                                        <p:tgtEl>
                                          <p:spTgt spid="19149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1492"/>
                                        </p:tgtEl>
                                        <p:attrNameLst>
                                          <p:attrName>style.visibility</p:attrName>
                                        </p:attrNameLst>
                                      </p:cBhvr>
                                      <p:to>
                                        <p:strVal val="visible"/>
                                      </p:to>
                                    </p:set>
                                    <p:anim calcmode="lin" valueType="num">
                                      <p:cBhvr additive="base">
                                        <p:cTn id="17" dur="500" fill="hold"/>
                                        <p:tgtEl>
                                          <p:spTgt spid="191492"/>
                                        </p:tgtEl>
                                        <p:attrNameLst>
                                          <p:attrName>ppt_x</p:attrName>
                                        </p:attrNameLst>
                                      </p:cBhvr>
                                      <p:tavLst>
                                        <p:tav tm="0">
                                          <p:val>
                                            <p:strVal val="#ppt_x"/>
                                          </p:val>
                                        </p:tav>
                                        <p:tav tm="100000">
                                          <p:val>
                                            <p:strVal val="#ppt_x"/>
                                          </p:val>
                                        </p:tav>
                                      </p:tavLst>
                                    </p:anim>
                                    <p:anim calcmode="lin" valueType="num">
                                      <p:cBhvr additive="base">
                                        <p:cTn id="18" dur="500" fill="hold"/>
                                        <p:tgtEl>
                                          <p:spTgt spid="1914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a:xfrm>
            <a:off x="2619375" y="3868738"/>
            <a:ext cx="4114800" cy="571500"/>
          </a:xfrm>
          <a:prstGeom prst="rect">
            <a:avLst/>
          </a:prstGeom>
          <a:noFill/>
          <a:ln w="28575">
            <a:noFill/>
          </a:ln>
        </p:spPr>
        <p:txBody>
          <a:bodyPr/>
          <a:p>
            <a:pPr eaLnBrk="1" hangingPunct="1"/>
            <a:r>
              <a:rPr lang="zh-CN" altLang="en-US" sz="2000" b="1" dirty="0">
                <a:latin typeface="华文新魏" panose="02010800040101010101" pitchFamily="2" charset="-122"/>
                <a:ea typeface="华文新魏" panose="02010800040101010101" pitchFamily="2" charset="-122"/>
              </a:rPr>
              <a:t>并行输出控制的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位寄存器</a:t>
            </a:r>
            <a:endParaRPr lang="zh-CN" altLang="en-US" sz="2000" b="1" dirty="0">
              <a:latin typeface="华文新魏" panose="02010800040101010101" pitchFamily="2" charset="-122"/>
              <a:ea typeface="华文新魏" panose="02010800040101010101" pitchFamily="2" charset="-122"/>
            </a:endParaRPr>
          </a:p>
        </p:txBody>
      </p:sp>
      <p:grpSp>
        <p:nvGrpSpPr>
          <p:cNvPr id="192515" name="Group 3"/>
          <p:cNvGrpSpPr/>
          <p:nvPr/>
        </p:nvGrpSpPr>
        <p:grpSpPr>
          <a:xfrm>
            <a:off x="1465263" y="915988"/>
            <a:ext cx="5410200" cy="2681287"/>
            <a:chOff x="0" y="0"/>
            <a:chExt cx="8523" cy="4223"/>
          </a:xfrm>
        </p:grpSpPr>
        <p:sp>
          <p:nvSpPr>
            <p:cNvPr id="192522" name="Rectangle 7"/>
            <p:cNvSpPr/>
            <p:nvPr/>
          </p:nvSpPr>
          <p:spPr>
            <a:xfrm>
              <a:off x="1168"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3" name="AutoShape 8"/>
            <p:cNvSpPr/>
            <p:nvPr/>
          </p:nvSpPr>
          <p:spPr>
            <a:xfrm rot="5400000">
              <a:off x="1174" y="719"/>
              <a:ext cx="133" cy="164"/>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4" name="Text Box 9"/>
            <p:cNvSpPr txBox="1"/>
            <p:nvPr/>
          </p:nvSpPr>
          <p:spPr>
            <a:xfrm>
              <a:off x="1295" y="630"/>
              <a:ext cx="1141"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25" name="Line 10"/>
            <p:cNvSpPr/>
            <p:nvPr/>
          </p:nvSpPr>
          <p:spPr>
            <a:xfrm flipH="1">
              <a:off x="26" y="810"/>
              <a:ext cx="1115" cy="0"/>
            </a:xfrm>
            <a:prstGeom prst="line">
              <a:avLst/>
            </a:prstGeom>
            <a:ln w="28575">
              <a:noFill/>
            </a:ln>
          </p:spPr>
        </p:sp>
        <p:sp>
          <p:nvSpPr>
            <p:cNvPr id="192526" name="Line 13"/>
            <p:cNvSpPr/>
            <p:nvPr/>
          </p:nvSpPr>
          <p:spPr>
            <a:xfrm flipH="1">
              <a:off x="0" y="1098"/>
              <a:ext cx="1001" cy="0"/>
            </a:xfrm>
            <a:prstGeom prst="line">
              <a:avLst/>
            </a:prstGeom>
            <a:ln w="28575" cap="flat" cmpd="sng">
              <a:solidFill>
                <a:schemeClr val="tx1"/>
              </a:solidFill>
              <a:prstDash val="solid"/>
              <a:headEnd type="none" w="med" len="med"/>
              <a:tailEnd type="none" w="med" len="med"/>
            </a:ln>
          </p:spPr>
        </p:sp>
        <p:sp>
          <p:nvSpPr>
            <p:cNvPr id="192527" name="Line 16"/>
            <p:cNvSpPr/>
            <p:nvPr/>
          </p:nvSpPr>
          <p:spPr>
            <a:xfrm rot="-10800000" flipH="1">
              <a:off x="3364" y="1305"/>
              <a:ext cx="797" cy="0"/>
            </a:xfrm>
            <a:prstGeom prst="line">
              <a:avLst/>
            </a:prstGeom>
            <a:ln w="28575" cap="flat" cmpd="sng">
              <a:solidFill>
                <a:schemeClr val="tx1"/>
              </a:solidFill>
              <a:prstDash val="solid"/>
              <a:headEnd type="none" w="med" len="med"/>
              <a:tailEnd type="none" w="med" len="med"/>
            </a:ln>
          </p:spPr>
        </p:sp>
        <p:sp>
          <p:nvSpPr>
            <p:cNvPr id="192528" name="Line 17"/>
            <p:cNvSpPr/>
            <p:nvPr/>
          </p:nvSpPr>
          <p:spPr>
            <a:xfrm flipH="1">
              <a:off x="26" y="1530"/>
              <a:ext cx="1115" cy="0"/>
            </a:xfrm>
            <a:prstGeom prst="line">
              <a:avLst/>
            </a:prstGeom>
            <a:ln w="28575" cap="flat" cmpd="sng">
              <a:solidFill>
                <a:schemeClr val="tx1"/>
              </a:solidFill>
              <a:prstDash val="solid"/>
              <a:headEnd type="none" w="med" len="med"/>
              <a:tailEnd type="none" w="med" len="med"/>
            </a:ln>
          </p:spPr>
        </p:sp>
        <p:sp>
          <p:nvSpPr>
            <p:cNvPr id="192529" name="Line 18"/>
            <p:cNvSpPr/>
            <p:nvPr/>
          </p:nvSpPr>
          <p:spPr>
            <a:xfrm flipH="1">
              <a:off x="26" y="1980"/>
              <a:ext cx="1115" cy="0"/>
            </a:xfrm>
            <a:prstGeom prst="line">
              <a:avLst/>
            </a:prstGeom>
            <a:ln w="28575" cap="flat" cmpd="sng">
              <a:solidFill>
                <a:schemeClr val="tx1"/>
              </a:solidFill>
              <a:prstDash val="solid"/>
              <a:headEnd type="none" w="med" len="med"/>
              <a:tailEnd type="none" w="med" len="med"/>
            </a:ln>
          </p:spPr>
        </p:sp>
        <p:sp>
          <p:nvSpPr>
            <p:cNvPr id="192530" name="Line 19"/>
            <p:cNvSpPr/>
            <p:nvPr/>
          </p:nvSpPr>
          <p:spPr>
            <a:xfrm flipH="1">
              <a:off x="26" y="2430"/>
              <a:ext cx="1115" cy="0"/>
            </a:xfrm>
            <a:prstGeom prst="line">
              <a:avLst/>
            </a:prstGeom>
            <a:ln w="28575" cap="flat" cmpd="sng">
              <a:solidFill>
                <a:schemeClr val="tx1"/>
              </a:solidFill>
              <a:prstDash val="solid"/>
              <a:headEnd type="none" w="med" len="med"/>
              <a:tailEnd type="none" w="med" len="med"/>
            </a:ln>
          </p:spPr>
        </p:sp>
        <p:sp>
          <p:nvSpPr>
            <p:cNvPr id="192531" name="Line 20"/>
            <p:cNvSpPr/>
            <p:nvPr/>
          </p:nvSpPr>
          <p:spPr>
            <a:xfrm flipH="1">
              <a:off x="26" y="2880"/>
              <a:ext cx="1115" cy="0"/>
            </a:xfrm>
            <a:prstGeom prst="line">
              <a:avLst/>
            </a:prstGeom>
            <a:ln w="28575" cap="flat" cmpd="sng">
              <a:solidFill>
                <a:schemeClr val="tx1"/>
              </a:solidFill>
              <a:prstDash val="solid"/>
              <a:headEnd type="none" w="med" len="med"/>
              <a:tailEnd type="none" w="med" len="med"/>
            </a:ln>
          </p:spPr>
        </p:sp>
        <p:sp>
          <p:nvSpPr>
            <p:cNvPr id="192532" name="Line 23"/>
            <p:cNvSpPr/>
            <p:nvPr/>
          </p:nvSpPr>
          <p:spPr>
            <a:xfrm rot="-10800000" flipH="1">
              <a:off x="3388" y="1935"/>
              <a:ext cx="797" cy="0"/>
            </a:xfrm>
            <a:prstGeom prst="line">
              <a:avLst/>
            </a:prstGeom>
            <a:ln w="28575" cap="flat" cmpd="sng">
              <a:solidFill>
                <a:schemeClr val="tx1"/>
              </a:solidFill>
              <a:prstDash val="solid"/>
              <a:headEnd type="none" w="med" len="med"/>
              <a:tailEnd type="none" w="med" len="med"/>
            </a:ln>
          </p:spPr>
        </p:sp>
        <p:sp>
          <p:nvSpPr>
            <p:cNvPr id="192533" name="Line 26"/>
            <p:cNvSpPr/>
            <p:nvPr/>
          </p:nvSpPr>
          <p:spPr>
            <a:xfrm rot="-10800000" flipH="1">
              <a:off x="3388" y="2565"/>
              <a:ext cx="797" cy="0"/>
            </a:xfrm>
            <a:prstGeom prst="line">
              <a:avLst/>
            </a:prstGeom>
            <a:ln w="28575" cap="flat" cmpd="sng">
              <a:solidFill>
                <a:schemeClr val="tx1"/>
              </a:solidFill>
              <a:prstDash val="solid"/>
              <a:headEnd type="none" w="med" len="med"/>
              <a:tailEnd type="none" w="med" len="med"/>
            </a:ln>
          </p:spPr>
        </p:sp>
        <p:sp>
          <p:nvSpPr>
            <p:cNvPr id="192534" name="Line 29"/>
            <p:cNvSpPr/>
            <p:nvPr/>
          </p:nvSpPr>
          <p:spPr>
            <a:xfrm rot="-10800000" flipH="1">
              <a:off x="3388" y="3195"/>
              <a:ext cx="797" cy="0"/>
            </a:xfrm>
            <a:prstGeom prst="line">
              <a:avLst/>
            </a:prstGeom>
            <a:ln w="28575" cap="flat" cmpd="sng">
              <a:solidFill>
                <a:schemeClr val="tx1"/>
              </a:solidFill>
              <a:prstDash val="solid"/>
              <a:headEnd type="none" w="med" len="med"/>
              <a:tailEnd type="none" w="med" len="med"/>
            </a:ln>
          </p:spPr>
        </p:sp>
        <p:sp>
          <p:nvSpPr>
            <p:cNvPr id="192535" name="Line 30"/>
            <p:cNvSpPr/>
            <p:nvPr/>
          </p:nvSpPr>
          <p:spPr>
            <a:xfrm flipH="1">
              <a:off x="3196" y="990"/>
              <a:ext cx="1015" cy="0"/>
            </a:xfrm>
            <a:prstGeom prst="line">
              <a:avLst/>
            </a:prstGeom>
            <a:ln w="28575" cap="flat" cmpd="sng">
              <a:solidFill>
                <a:schemeClr val="tx1"/>
              </a:solidFill>
              <a:prstDash val="solid"/>
              <a:headEnd type="none" w="med" len="med"/>
              <a:tailEnd type="none" w="med" len="med"/>
            </a:ln>
          </p:spPr>
        </p:sp>
        <p:sp>
          <p:nvSpPr>
            <p:cNvPr id="192536" name="Line 31"/>
            <p:cNvSpPr/>
            <p:nvPr/>
          </p:nvSpPr>
          <p:spPr>
            <a:xfrm flipH="1">
              <a:off x="3196" y="1608"/>
              <a:ext cx="1015" cy="0"/>
            </a:xfrm>
            <a:prstGeom prst="line">
              <a:avLst/>
            </a:prstGeom>
            <a:ln w="28575" cap="flat" cmpd="sng">
              <a:solidFill>
                <a:schemeClr val="tx1"/>
              </a:solidFill>
              <a:prstDash val="solid"/>
              <a:headEnd type="none" w="med" len="med"/>
              <a:tailEnd type="none" w="med" len="med"/>
            </a:ln>
          </p:spPr>
        </p:sp>
        <p:sp>
          <p:nvSpPr>
            <p:cNvPr id="192537" name="Line 32"/>
            <p:cNvSpPr/>
            <p:nvPr/>
          </p:nvSpPr>
          <p:spPr>
            <a:xfrm flipH="1">
              <a:off x="3196" y="2239"/>
              <a:ext cx="1015" cy="0"/>
            </a:xfrm>
            <a:prstGeom prst="line">
              <a:avLst/>
            </a:prstGeom>
            <a:ln w="28575" cap="flat" cmpd="sng">
              <a:solidFill>
                <a:schemeClr val="tx1"/>
              </a:solidFill>
              <a:prstDash val="solid"/>
              <a:headEnd type="none" w="med" len="med"/>
              <a:tailEnd type="none" w="med" len="med"/>
            </a:ln>
          </p:spPr>
        </p:sp>
        <p:sp>
          <p:nvSpPr>
            <p:cNvPr id="192538" name="Line 33"/>
            <p:cNvSpPr/>
            <p:nvPr/>
          </p:nvSpPr>
          <p:spPr>
            <a:xfrm flipH="1">
              <a:off x="3196" y="2869"/>
              <a:ext cx="1015" cy="0"/>
            </a:xfrm>
            <a:prstGeom prst="line">
              <a:avLst/>
            </a:prstGeom>
            <a:ln w="28575" cap="flat" cmpd="sng">
              <a:solidFill>
                <a:schemeClr val="tx1"/>
              </a:solidFill>
              <a:prstDash val="solid"/>
              <a:headEnd type="none" w="med" len="med"/>
              <a:tailEnd type="none" w="med" len="med"/>
            </a:ln>
          </p:spPr>
        </p:sp>
        <p:sp>
          <p:nvSpPr>
            <p:cNvPr id="192539" name="Text Box 34"/>
            <p:cNvSpPr txBox="1"/>
            <p:nvPr/>
          </p:nvSpPr>
          <p:spPr>
            <a:xfrm>
              <a:off x="1142" y="918"/>
              <a:ext cx="1141"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0" name="Text Box 35"/>
            <p:cNvSpPr txBox="1"/>
            <p:nvPr/>
          </p:nvSpPr>
          <p:spPr>
            <a:xfrm>
              <a:off x="1168" y="135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1" name="Text Box 36"/>
            <p:cNvSpPr txBox="1"/>
            <p:nvPr/>
          </p:nvSpPr>
          <p:spPr>
            <a:xfrm>
              <a:off x="1168" y="180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2" name="Text Box 37"/>
            <p:cNvSpPr txBox="1"/>
            <p:nvPr/>
          </p:nvSpPr>
          <p:spPr>
            <a:xfrm>
              <a:off x="1168" y="270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3" name="Text Box 38"/>
            <p:cNvSpPr txBox="1"/>
            <p:nvPr/>
          </p:nvSpPr>
          <p:spPr>
            <a:xfrm>
              <a:off x="1168" y="225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4" name="Text Box 39"/>
            <p:cNvSpPr txBox="1"/>
            <p:nvPr/>
          </p:nvSpPr>
          <p:spPr>
            <a:xfrm>
              <a:off x="2563" y="663"/>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5" name="Text Box 40"/>
            <p:cNvSpPr txBox="1"/>
            <p:nvPr/>
          </p:nvSpPr>
          <p:spPr>
            <a:xfrm>
              <a:off x="2563" y="1329"/>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6" name="Text Box 41"/>
            <p:cNvSpPr txBox="1"/>
            <p:nvPr/>
          </p:nvSpPr>
          <p:spPr>
            <a:xfrm>
              <a:off x="2563" y="1932"/>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7" name="Text Box 42"/>
            <p:cNvSpPr txBox="1"/>
            <p:nvPr/>
          </p:nvSpPr>
          <p:spPr>
            <a:xfrm>
              <a:off x="2563" y="2597"/>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8" name="Text Box 43"/>
            <p:cNvSpPr txBox="1"/>
            <p:nvPr/>
          </p:nvSpPr>
          <p:spPr>
            <a:xfrm>
              <a:off x="2558" y="1020"/>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49" name="Text Box 44"/>
            <p:cNvSpPr txBox="1"/>
            <p:nvPr/>
          </p:nvSpPr>
          <p:spPr>
            <a:xfrm>
              <a:off x="2558" y="1638"/>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0" name="Text Box 45"/>
            <p:cNvSpPr txBox="1"/>
            <p:nvPr/>
          </p:nvSpPr>
          <p:spPr>
            <a:xfrm>
              <a:off x="2566" y="2293"/>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1" name="Text Box 46"/>
            <p:cNvSpPr txBox="1"/>
            <p:nvPr/>
          </p:nvSpPr>
          <p:spPr>
            <a:xfrm>
              <a:off x="2569" y="2918"/>
              <a:ext cx="1142"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52" name="Rectangle 47"/>
            <p:cNvSpPr/>
            <p:nvPr/>
          </p:nvSpPr>
          <p:spPr>
            <a:xfrm>
              <a:off x="5480"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53" name="Line 48"/>
            <p:cNvSpPr/>
            <p:nvPr/>
          </p:nvSpPr>
          <p:spPr>
            <a:xfrm flipH="1">
              <a:off x="3196" y="990"/>
              <a:ext cx="2257" cy="0"/>
            </a:xfrm>
            <a:prstGeom prst="line">
              <a:avLst/>
            </a:prstGeom>
            <a:ln w="28575" cap="flat" cmpd="sng">
              <a:solidFill>
                <a:schemeClr val="tx1"/>
              </a:solidFill>
              <a:prstDash val="solid"/>
              <a:headEnd type="none" w="med" len="med"/>
              <a:tailEnd type="none" w="med" len="med"/>
            </a:ln>
          </p:spPr>
        </p:sp>
        <p:sp>
          <p:nvSpPr>
            <p:cNvPr id="192554" name="Line 49"/>
            <p:cNvSpPr/>
            <p:nvPr/>
          </p:nvSpPr>
          <p:spPr>
            <a:xfrm flipH="1">
              <a:off x="3196" y="1608"/>
              <a:ext cx="2257" cy="0"/>
            </a:xfrm>
            <a:prstGeom prst="line">
              <a:avLst/>
            </a:prstGeom>
            <a:ln w="28575" cap="flat" cmpd="sng">
              <a:solidFill>
                <a:schemeClr val="tx1"/>
              </a:solidFill>
              <a:prstDash val="solid"/>
              <a:headEnd type="none" w="med" len="med"/>
              <a:tailEnd type="none" w="med" len="med"/>
            </a:ln>
          </p:spPr>
        </p:sp>
        <p:sp>
          <p:nvSpPr>
            <p:cNvPr id="192555" name="Line 50"/>
            <p:cNvSpPr/>
            <p:nvPr/>
          </p:nvSpPr>
          <p:spPr>
            <a:xfrm flipH="1">
              <a:off x="3196" y="2239"/>
              <a:ext cx="2257" cy="0"/>
            </a:xfrm>
            <a:prstGeom prst="line">
              <a:avLst/>
            </a:prstGeom>
            <a:ln w="28575" cap="flat" cmpd="sng">
              <a:solidFill>
                <a:schemeClr val="tx1"/>
              </a:solidFill>
              <a:prstDash val="solid"/>
              <a:headEnd type="none" w="med" len="med"/>
              <a:tailEnd type="none" w="med" len="med"/>
            </a:ln>
          </p:spPr>
        </p:sp>
        <p:sp>
          <p:nvSpPr>
            <p:cNvPr id="192556" name="Line 51"/>
            <p:cNvSpPr/>
            <p:nvPr/>
          </p:nvSpPr>
          <p:spPr>
            <a:xfrm flipH="1">
              <a:off x="3196" y="2869"/>
              <a:ext cx="2257" cy="0"/>
            </a:xfrm>
            <a:prstGeom prst="line">
              <a:avLst/>
            </a:prstGeom>
            <a:ln w="28575" cap="flat" cmpd="sng">
              <a:solidFill>
                <a:schemeClr val="tx1"/>
              </a:solidFill>
              <a:prstDash val="solid"/>
              <a:headEnd type="none" w="med" len="med"/>
              <a:tailEnd type="none" w="med" len="med"/>
            </a:ln>
          </p:spPr>
        </p:sp>
        <p:sp>
          <p:nvSpPr>
            <p:cNvPr id="192557" name="Line 52"/>
            <p:cNvSpPr/>
            <p:nvPr/>
          </p:nvSpPr>
          <p:spPr>
            <a:xfrm flipH="1">
              <a:off x="7508" y="990"/>
              <a:ext cx="1015" cy="0"/>
            </a:xfrm>
            <a:prstGeom prst="line">
              <a:avLst/>
            </a:prstGeom>
            <a:ln w="28575" cap="flat" cmpd="sng">
              <a:solidFill>
                <a:schemeClr val="tx1"/>
              </a:solidFill>
              <a:prstDash val="solid"/>
              <a:headEnd type="none" w="med" len="med"/>
              <a:tailEnd type="none" w="med" len="med"/>
            </a:ln>
          </p:spPr>
        </p:sp>
        <p:sp>
          <p:nvSpPr>
            <p:cNvPr id="192558" name="Line 53"/>
            <p:cNvSpPr/>
            <p:nvPr/>
          </p:nvSpPr>
          <p:spPr>
            <a:xfrm flipH="1">
              <a:off x="7508" y="1608"/>
              <a:ext cx="1015" cy="0"/>
            </a:xfrm>
            <a:prstGeom prst="line">
              <a:avLst/>
            </a:prstGeom>
            <a:ln w="28575" cap="flat" cmpd="sng">
              <a:solidFill>
                <a:schemeClr val="tx1"/>
              </a:solidFill>
              <a:prstDash val="solid"/>
              <a:headEnd type="none" w="med" len="med"/>
              <a:tailEnd type="none" w="med" len="med"/>
            </a:ln>
          </p:spPr>
        </p:sp>
        <p:sp>
          <p:nvSpPr>
            <p:cNvPr id="192559" name="Line 54"/>
            <p:cNvSpPr/>
            <p:nvPr/>
          </p:nvSpPr>
          <p:spPr>
            <a:xfrm flipH="1">
              <a:off x="7508" y="2239"/>
              <a:ext cx="1015" cy="0"/>
            </a:xfrm>
            <a:prstGeom prst="line">
              <a:avLst/>
            </a:prstGeom>
            <a:ln w="28575" cap="flat" cmpd="sng">
              <a:solidFill>
                <a:schemeClr val="tx1"/>
              </a:solidFill>
              <a:prstDash val="solid"/>
              <a:headEnd type="none" w="med" len="med"/>
              <a:tailEnd type="none" w="med" len="med"/>
            </a:ln>
          </p:spPr>
        </p:sp>
        <p:sp>
          <p:nvSpPr>
            <p:cNvPr id="192560" name="Line 55"/>
            <p:cNvSpPr/>
            <p:nvPr/>
          </p:nvSpPr>
          <p:spPr>
            <a:xfrm flipH="1">
              <a:off x="7508" y="2869"/>
              <a:ext cx="1015" cy="0"/>
            </a:xfrm>
            <a:prstGeom prst="line">
              <a:avLst/>
            </a:prstGeom>
            <a:ln w="28575" cap="flat" cmpd="sng">
              <a:solidFill>
                <a:schemeClr val="tx1"/>
              </a:solidFill>
              <a:prstDash val="solid"/>
              <a:headEnd type="none" w="med" len="med"/>
              <a:tailEnd type="none" w="med" len="med"/>
            </a:ln>
          </p:spPr>
        </p:sp>
        <p:sp>
          <p:nvSpPr>
            <p:cNvPr id="192561" name="Line 57"/>
            <p:cNvSpPr/>
            <p:nvPr/>
          </p:nvSpPr>
          <p:spPr>
            <a:xfrm flipH="1">
              <a:off x="4650" y="1307"/>
              <a:ext cx="814" cy="0"/>
            </a:xfrm>
            <a:prstGeom prst="line">
              <a:avLst/>
            </a:prstGeom>
            <a:ln w="28575" cap="flat" cmpd="sng">
              <a:solidFill>
                <a:schemeClr val="tx1"/>
              </a:solidFill>
              <a:prstDash val="solid"/>
              <a:headEnd type="none" w="med" len="med"/>
              <a:tailEnd type="none" w="med" len="med"/>
            </a:ln>
          </p:spPr>
        </p:sp>
        <p:sp>
          <p:nvSpPr>
            <p:cNvPr id="192562" name="Line 58"/>
            <p:cNvSpPr/>
            <p:nvPr/>
          </p:nvSpPr>
          <p:spPr>
            <a:xfrm flipH="1">
              <a:off x="4650" y="1920"/>
              <a:ext cx="814" cy="0"/>
            </a:xfrm>
            <a:prstGeom prst="line">
              <a:avLst/>
            </a:prstGeom>
            <a:ln w="28575" cap="flat" cmpd="sng">
              <a:solidFill>
                <a:schemeClr val="tx1"/>
              </a:solidFill>
              <a:prstDash val="solid"/>
              <a:headEnd type="none" w="med" len="med"/>
              <a:tailEnd type="none" w="med" len="med"/>
            </a:ln>
          </p:spPr>
        </p:sp>
        <p:sp>
          <p:nvSpPr>
            <p:cNvPr id="192563" name="Line 59"/>
            <p:cNvSpPr/>
            <p:nvPr/>
          </p:nvSpPr>
          <p:spPr>
            <a:xfrm flipH="1">
              <a:off x="4650" y="2582"/>
              <a:ext cx="814" cy="0"/>
            </a:xfrm>
            <a:prstGeom prst="line">
              <a:avLst/>
            </a:prstGeom>
            <a:ln w="28575" cap="flat" cmpd="sng">
              <a:solidFill>
                <a:schemeClr val="tx1"/>
              </a:solidFill>
              <a:prstDash val="solid"/>
              <a:headEnd type="none" w="med" len="med"/>
              <a:tailEnd type="none" w="med" len="med"/>
            </a:ln>
          </p:spPr>
        </p:sp>
        <p:sp>
          <p:nvSpPr>
            <p:cNvPr id="192564" name="Line 60"/>
            <p:cNvSpPr/>
            <p:nvPr/>
          </p:nvSpPr>
          <p:spPr>
            <a:xfrm flipH="1">
              <a:off x="4650" y="3199"/>
              <a:ext cx="814" cy="0"/>
            </a:xfrm>
            <a:prstGeom prst="line">
              <a:avLst/>
            </a:prstGeom>
            <a:ln w="28575" cap="flat" cmpd="sng">
              <a:solidFill>
                <a:schemeClr val="tx1"/>
              </a:solidFill>
              <a:prstDash val="solid"/>
              <a:headEnd type="none" w="med" len="med"/>
              <a:tailEnd type="none" w="med" len="med"/>
            </a:ln>
          </p:spPr>
        </p:sp>
        <p:sp>
          <p:nvSpPr>
            <p:cNvPr id="192565" name="Line 61"/>
            <p:cNvSpPr/>
            <p:nvPr/>
          </p:nvSpPr>
          <p:spPr>
            <a:xfrm>
              <a:off x="4650" y="1307"/>
              <a:ext cx="0" cy="2385"/>
            </a:xfrm>
            <a:prstGeom prst="line">
              <a:avLst/>
            </a:prstGeom>
            <a:ln w="28575" cap="flat" cmpd="sng">
              <a:solidFill>
                <a:schemeClr val="tx1"/>
              </a:solidFill>
              <a:prstDash val="solid"/>
              <a:headEnd type="none" w="med" len="med"/>
              <a:tailEnd type="none" w="med" len="med"/>
            </a:ln>
          </p:spPr>
        </p:sp>
        <p:sp>
          <p:nvSpPr>
            <p:cNvPr id="192566" name="Line 62"/>
            <p:cNvSpPr/>
            <p:nvPr/>
          </p:nvSpPr>
          <p:spPr>
            <a:xfrm>
              <a:off x="4846" y="4140"/>
              <a:ext cx="507" cy="0"/>
            </a:xfrm>
            <a:prstGeom prst="line">
              <a:avLst/>
            </a:prstGeom>
            <a:ln w="28575" cap="flat" cmpd="sng">
              <a:solidFill>
                <a:schemeClr val="tx1"/>
              </a:solidFill>
              <a:prstDash val="solid"/>
              <a:headEnd type="none" w="med" len="med"/>
              <a:tailEnd type="none" w="med" len="med"/>
            </a:ln>
          </p:spPr>
        </p:sp>
        <p:sp>
          <p:nvSpPr>
            <p:cNvPr id="192567" name="Line 63"/>
            <p:cNvSpPr/>
            <p:nvPr/>
          </p:nvSpPr>
          <p:spPr>
            <a:xfrm flipV="1">
              <a:off x="5353" y="3870"/>
              <a:ext cx="0" cy="270"/>
            </a:xfrm>
            <a:prstGeom prst="line">
              <a:avLst/>
            </a:prstGeom>
            <a:ln w="28575" cap="flat" cmpd="sng">
              <a:solidFill>
                <a:schemeClr val="tx1"/>
              </a:solidFill>
              <a:prstDash val="solid"/>
              <a:headEnd type="none" w="med" len="med"/>
              <a:tailEnd type="none" w="med" len="med"/>
            </a:ln>
          </p:spPr>
        </p:sp>
        <p:sp>
          <p:nvSpPr>
            <p:cNvPr id="192568" name="Line 64"/>
            <p:cNvSpPr/>
            <p:nvPr/>
          </p:nvSpPr>
          <p:spPr>
            <a:xfrm>
              <a:off x="5353" y="3870"/>
              <a:ext cx="507" cy="0"/>
            </a:xfrm>
            <a:prstGeom prst="line">
              <a:avLst/>
            </a:prstGeom>
            <a:ln w="28575" cap="flat" cmpd="sng">
              <a:solidFill>
                <a:schemeClr val="tx1"/>
              </a:solidFill>
              <a:prstDash val="solid"/>
              <a:headEnd type="none" w="med" len="med"/>
              <a:tailEnd type="none" w="med" len="med"/>
            </a:ln>
          </p:spPr>
        </p:sp>
        <p:sp>
          <p:nvSpPr>
            <p:cNvPr id="192569" name="Line 65"/>
            <p:cNvSpPr/>
            <p:nvPr/>
          </p:nvSpPr>
          <p:spPr>
            <a:xfrm>
              <a:off x="5860" y="4140"/>
              <a:ext cx="508" cy="0"/>
            </a:xfrm>
            <a:prstGeom prst="line">
              <a:avLst/>
            </a:prstGeom>
            <a:ln w="28575" cap="flat" cmpd="sng">
              <a:solidFill>
                <a:schemeClr val="tx1"/>
              </a:solidFill>
              <a:prstDash val="solid"/>
              <a:headEnd type="none" w="med" len="med"/>
              <a:tailEnd type="none" w="med" len="med"/>
            </a:ln>
          </p:spPr>
        </p:sp>
        <p:sp>
          <p:nvSpPr>
            <p:cNvPr id="192570" name="Line 66"/>
            <p:cNvSpPr/>
            <p:nvPr/>
          </p:nvSpPr>
          <p:spPr>
            <a:xfrm flipV="1">
              <a:off x="5860" y="3870"/>
              <a:ext cx="0" cy="270"/>
            </a:xfrm>
            <a:prstGeom prst="line">
              <a:avLst/>
            </a:prstGeom>
            <a:ln w="28575" cap="flat" cmpd="sng">
              <a:solidFill>
                <a:schemeClr val="tx1"/>
              </a:solidFill>
              <a:prstDash val="solid"/>
              <a:headEnd type="none" w="med" len="med"/>
              <a:tailEnd type="none" w="med" len="med"/>
            </a:ln>
          </p:spPr>
        </p:sp>
        <p:sp>
          <p:nvSpPr>
            <p:cNvPr id="192571" name="Text Box 67"/>
            <p:cNvSpPr txBox="1"/>
            <p:nvPr/>
          </p:nvSpPr>
          <p:spPr>
            <a:xfrm>
              <a:off x="4339" y="3690"/>
              <a:ext cx="634"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92572" name="Text Box 68"/>
            <p:cNvSpPr txBox="1"/>
            <p:nvPr/>
          </p:nvSpPr>
          <p:spPr>
            <a:xfrm>
              <a:off x="1041" y="0"/>
              <a:ext cx="279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74LS175</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2573" name="Text Box 72"/>
            <p:cNvSpPr txBox="1"/>
            <p:nvPr/>
          </p:nvSpPr>
          <p:spPr>
            <a:xfrm>
              <a:off x="5480" y="0"/>
              <a:ext cx="2156"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74LS08</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2574" name="Oval 75"/>
            <p:cNvSpPr/>
            <p:nvPr/>
          </p:nvSpPr>
          <p:spPr>
            <a:xfrm rot="10800000">
              <a:off x="4568" y="3125"/>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75" name="Oval 77"/>
            <p:cNvSpPr/>
            <p:nvPr/>
          </p:nvSpPr>
          <p:spPr>
            <a:xfrm rot="10800000">
              <a:off x="4566" y="1852"/>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92516" name="Line 17"/>
          <p:cNvSpPr/>
          <p:nvPr/>
        </p:nvSpPr>
        <p:spPr>
          <a:xfrm flipH="1">
            <a:off x="1487488" y="1419225"/>
            <a:ext cx="708025" cy="0"/>
          </a:xfrm>
          <a:prstGeom prst="line">
            <a:avLst/>
          </a:prstGeom>
          <a:ln w="28575" cap="flat" cmpd="sng">
            <a:solidFill>
              <a:schemeClr val="tx1"/>
            </a:solidFill>
            <a:prstDash val="solid"/>
            <a:headEnd type="none" w="med" len="med"/>
            <a:tailEnd type="none" w="med" len="med"/>
          </a:ln>
        </p:spPr>
      </p:sp>
      <p:sp>
        <p:nvSpPr>
          <p:cNvPr id="192517" name="Oval 78"/>
          <p:cNvSpPr/>
          <p:nvPr/>
        </p:nvSpPr>
        <p:spPr>
          <a:xfrm>
            <a:off x="3513138" y="21034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8" name="Oval 78"/>
          <p:cNvSpPr/>
          <p:nvPr/>
        </p:nvSpPr>
        <p:spPr>
          <a:xfrm>
            <a:off x="3513138" y="2500313"/>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9" name="Oval 78"/>
          <p:cNvSpPr/>
          <p:nvPr/>
        </p:nvSpPr>
        <p:spPr>
          <a:xfrm>
            <a:off x="3516313" y="2903538"/>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0" name="Oval 78"/>
          <p:cNvSpPr/>
          <p:nvPr/>
        </p:nvSpPr>
        <p:spPr>
          <a:xfrm>
            <a:off x="3497263" y="1708150"/>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1" name="Oval 78"/>
          <p:cNvSpPr/>
          <p:nvPr/>
        </p:nvSpPr>
        <p:spPr>
          <a:xfrm>
            <a:off x="2116138" y="15700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p:nvPr>
        </p:nvSpPr>
        <p:spPr>
          <a:xfrm>
            <a:off x="542925" y="715963"/>
            <a:ext cx="7239000" cy="6286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通用</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Generic 8-bit Register</a:t>
            </a:r>
            <a:r>
              <a:rPr lang="en-US" altLang="zh-CN" sz="2000" b="1">
                <a:solidFill>
                  <a:srgbClr val="FF0000"/>
                </a:solidFill>
                <a:latin typeface="华文新魏" panose="02010800040101010101" pitchFamily="2" charset="-122"/>
                <a:ea typeface="华文新魏" panose="02010800040101010101" pitchFamily="2" charset="-122"/>
              </a:rPr>
              <a:t>)</a:t>
            </a:r>
            <a:endParaRPr lang="en-US" altLang="zh-CN" sz="2000" b="1">
              <a:solidFill>
                <a:srgbClr val="FF0000"/>
              </a:solidFill>
              <a:latin typeface="华文新魏" panose="02010800040101010101" pitchFamily="2" charset="-122"/>
              <a:ea typeface="华文新魏" panose="02010800040101010101" pitchFamily="2" charset="-122"/>
            </a:endParaRPr>
          </a:p>
        </p:txBody>
      </p:sp>
      <p:grpSp>
        <p:nvGrpSpPr>
          <p:cNvPr id="193539" name="Group 3"/>
          <p:cNvGrpSpPr/>
          <p:nvPr/>
        </p:nvGrpSpPr>
        <p:grpSpPr>
          <a:xfrm>
            <a:off x="5996671" y="1316990"/>
            <a:ext cx="2532332" cy="2762885"/>
            <a:chOff x="47" y="-86"/>
            <a:chExt cx="3988" cy="4351"/>
          </a:xfrm>
        </p:grpSpPr>
        <p:sp>
          <p:nvSpPr>
            <p:cNvPr id="193541" name="Rectangle 5"/>
            <p:cNvSpPr/>
            <p:nvPr/>
          </p:nvSpPr>
          <p:spPr>
            <a:xfrm>
              <a:off x="1155"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latin typeface="Calibri" panose="020F0502020204030204" pitchFamily="34" charset="0"/>
              </a:endParaRPr>
            </a:p>
          </p:txBody>
        </p:sp>
        <p:sp>
          <p:nvSpPr>
            <p:cNvPr id="193542" name="Text Box 7"/>
            <p:cNvSpPr txBox="1"/>
            <p:nvPr/>
          </p:nvSpPr>
          <p:spPr>
            <a:xfrm>
              <a:off x="1010" y="462"/>
              <a:ext cx="1080"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&gt;</a:t>
              </a:r>
              <a:r>
                <a:rPr lang="en-US" altLang="zh-CN" sz="1400">
                  <a:solidFill>
                    <a:schemeClr val="tx1"/>
                  </a:solidFill>
                  <a:latin typeface="Calibri" panose="020F0502020204030204" pitchFamily="34" charset="0"/>
                </a:rPr>
                <a:t>CLK</a:t>
              </a:r>
              <a:endParaRPr lang="en-US" altLang="zh-CN" sz="1400">
                <a:solidFill>
                  <a:schemeClr val="tx1"/>
                </a:solidFill>
                <a:latin typeface="Calibri" panose="020F0502020204030204" pitchFamily="34" charset="0"/>
              </a:endParaRPr>
            </a:p>
          </p:txBody>
        </p:sp>
        <p:sp>
          <p:nvSpPr>
            <p:cNvPr id="193543" name="Line 8"/>
            <p:cNvSpPr/>
            <p:nvPr/>
          </p:nvSpPr>
          <p:spPr>
            <a:xfrm flipH="1">
              <a:off x="74" y="757"/>
              <a:ext cx="1055" cy="0"/>
            </a:xfrm>
            <a:prstGeom prst="line">
              <a:avLst/>
            </a:prstGeom>
            <a:ln w="28575" cap="flat" cmpd="sng">
              <a:solidFill>
                <a:schemeClr val="tx1"/>
              </a:solidFill>
              <a:prstDash val="solid"/>
              <a:headEnd type="none" w="med" len="med"/>
              <a:tailEnd type="none" w="med" len="med"/>
            </a:ln>
          </p:spPr>
        </p:sp>
        <p:grpSp>
          <p:nvGrpSpPr>
            <p:cNvPr id="193544" name="Group 9"/>
            <p:cNvGrpSpPr/>
            <p:nvPr/>
          </p:nvGrpSpPr>
          <p:grpSpPr>
            <a:xfrm>
              <a:off x="47" y="983"/>
              <a:ext cx="1117" cy="143"/>
              <a:chOff x="19" y="4"/>
              <a:chExt cx="453" cy="63"/>
            </a:xfrm>
          </p:grpSpPr>
          <p:sp>
            <p:nvSpPr>
              <p:cNvPr id="193579" name="Oval 10"/>
              <p:cNvSpPr/>
              <p:nvPr/>
            </p:nvSpPr>
            <p:spPr>
              <a:xfrm>
                <a:off x="409" y="4"/>
                <a:ext cx="63"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latin typeface="Calibri" panose="020F0502020204030204" pitchFamily="34" charset="0"/>
                </a:endParaRPr>
              </a:p>
            </p:txBody>
          </p:sp>
          <p:sp>
            <p:nvSpPr>
              <p:cNvPr id="193580" name="Line 11"/>
              <p:cNvSpPr/>
              <p:nvPr/>
            </p:nvSpPr>
            <p:spPr>
              <a:xfrm flipH="1">
                <a:off x="19" y="34"/>
                <a:ext cx="384" cy="0"/>
              </a:xfrm>
              <a:prstGeom prst="line">
                <a:avLst/>
              </a:prstGeom>
              <a:ln w="28575" cap="flat" cmpd="sng">
                <a:solidFill>
                  <a:schemeClr val="tx1"/>
                </a:solidFill>
                <a:prstDash val="solid"/>
                <a:headEnd type="none" w="med" len="med"/>
                <a:tailEnd type="none" w="med" len="med"/>
              </a:ln>
            </p:spPr>
          </p:sp>
        </p:grpSp>
        <p:sp>
          <p:nvSpPr>
            <p:cNvPr id="193545" name="Line 12"/>
            <p:cNvSpPr/>
            <p:nvPr/>
          </p:nvSpPr>
          <p:spPr>
            <a:xfrm flipH="1">
              <a:off x="74" y="1439"/>
              <a:ext cx="1055" cy="0"/>
            </a:xfrm>
            <a:prstGeom prst="line">
              <a:avLst/>
            </a:prstGeom>
            <a:ln w="28575" cap="flat" cmpd="sng">
              <a:solidFill>
                <a:schemeClr val="tx1"/>
              </a:solidFill>
              <a:prstDash val="solid"/>
              <a:headEnd type="none" w="med" len="med"/>
              <a:tailEnd type="none" w="med" len="med"/>
            </a:ln>
          </p:spPr>
        </p:sp>
        <p:sp>
          <p:nvSpPr>
            <p:cNvPr id="193546" name="Line 13"/>
            <p:cNvSpPr/>
            <p:nvPr/>
          </p:nvSpPr>
          <p:spPr>
            <a:xfrm flipH="1">
              <a:off x="74" y="2169"/>
              <a:ext cx="1055" cy="0"/>
            </a:xfrm>
            <a:prstGeom prst="line">
              <a:avLst/>
            </a:prstGeom>
            <a:ln w="28575" cap="flat" cmpd="sng">
              <a:solidFill>
                <a:schemeClr val="tx1"/>
              </a:solidFill>
              <a:prstDash val="solid"/>
              <a:headEnd type="none" w="med" len="med"/>
              <a:tailEnd type="none" w="med" len="med"/>
            </a:ln>
          </p:spPr>
        </p:sp>
        <p:sp>
          <p:nvSpPr>
            <p:cNvPr id="193547" name="Line 14"/>
            <p:cNvSpPr/>
            <p:nvPr/>
          </p:nvSpPr>
          <p:spPr>
            <a:xfrm flipH="1">
              <a:off x="74" y="2905"/>
              <a:ext cx="1055" cy="0"/>
            </a:xfrm>
            <a:prstGeom prst="line">
              <a:avLst/>
            </a:prstGeom>
            <a:ln w="28575" cap="flat" cmpd="sng">
              <a:solidFill>
                <a:schemeClr val="tx1"/>
              </a:solidFill>
              <a:prstDash val="solid"/>
              <a:headEnd type="none" w="med" len="med"/>
              <a:tailEnd type="none" w="med" len="med"/>
            </a:ln>
          </p:spPr>
        </p:sp>
        <p:sp>
          <p:nvSpPr>
            <p:cNvPr id="193548" name="Line 15"/>
            <p:cNvSpPr/>
            <p:nvPr/>
          </p:nvSpPr>
          <p:spPr>
            <a:xfrm flipH="1">
              <a:off x="74" y="3599"/>
              <a:ext cx="1055" cy="0"/>
            </a:xfrm>
            <a:prstGeom prst="line">
              <a:avLst/>
            </a:prstGeom>
            <a:ln w="28575" cap="flat" cmpd="sng">
              <a:solidFill>
                <a:schemeClr val="tx1"/>
              </a:solidFill>
              <a:prstDash val="solid"/>
              <a:headEnd type="none" w="med" len="med"/>
              <a:tailEnd type="none" w="med" len="med"/>
            </a:ln>
          </p:spPr>
        </p:sp>
        <p:sp>
          <p:nvSpPr>
            <p:cNvPr id="193549" name="Text Box 16"/>
            <p:cNvSpPr txBox="1"/>
            <p:nvPr/>
          </p:nvSpPr>
          <p:spPr>
            <a:xfrm>
              <a:off x="1177" y="78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OE</a:t>
              </a:r>
              <a:endParaRPr lang="en-US" altLang="zh-CN" sz="1400">
                <a:solidFill>
                  <a:schemeClr val="tx1"/>
                </a:solidFill>
                <a:latin typeface="Calibri" panose="020F0502020204030204" pitchFamily="34" charset="0"/>
              </a:endParaRPr>
            </a:p>
          </p:txBody>
        </p:sp>
        <p:sp>
          <p:nvSpPr>
            <p:cNvPr id="193550" name="Text Box 17"/>
            <p:cNvSpPr txBox="1"/>
            <p:nvPr/>
          </p:nvSpPr>
          <p:spPr>
            <a:xfrm>
              <a:off x="1155" y="129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1D</a:t>
              </a:r>
              <a:endParaRPr lang="en-US" altLang="zh-CN" sz="1400">
                <a:solidFill>
                  <a:schemeClr val="tx1"/>
                </a:solidFill>
                <a:latin typeface="Calibri" panose="020F0502020204030204" pitchFamily="34" charset="0"/>
              </a:endParaRPr>
            </a:p>
          </p:txBody>
        </p:sp>
        <p:sp>
          <p:nvSpPr>
            <p:cNvPr id="193551" name="Text Box 18"/>
            <p:cNvSpPr txBox="1"/>
            <p:nvPr/>
          </p:nvSpPr>
          <p:spPr>
            <a:xfrm>
              <a:off x="1155" y="16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2D</a:t>
              </a:r>
              <a:endParaRPr lang="en-US" altLang="zh-CN" sz="1400">
                <a:solidFill>
                  <a:schemeClr val="tx1"/>
                </a:solidFill>
                <a:latin typeface="Calibri" panose="020F0502020204030204" pitchFamily="34" charset="0"/>
              </a:endParaRPr>
            </a:p>
          </p:txBody>
        </p:sp>
        <p:sp>
          <p:nvSpPr>
            <p:cNvPr id="193552" name="Text Box 19"/>
            <p:cNvSpPr txBox="1"/>
            <p:nvPr/>
          </p:nvSpPr>
          <p:spPr>
            <a:xfrm>
              <a:off x="1155" y="233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4D</a:t>
              </a:r>
              <a:endParaRPr lang="en-US" altLang="zh-CN" sz="1400">
                <a:solidFill>
                  <a:schemeClr val="tx1"/>
                </a:solidFill>
                <a:latin typeface="Calibri" panose="020F0502020204030204" pitchFamily="34" charset="0"/>
              </a:endParaRPr>
            </a:p>
          </p:txBody>
        </p:sp>
        <p:sp>
          <p:nvSpPr>
            <p:cNvPr id="193553" name="Text Box 20"/>
            <p:cNvSpPr txBox="1"/>
            <p:nvPr/>
          </p:nvSpPr>
          <p:spPr>
            <a:xfrm>
              <a:off x="1155" y="19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3D</a:t>
              </a:r>
              <a:endParaRPr lang="en-US" altLang="zh-CN" sz="1400">
                <a:solidFill>
                  <a:schemeClr val="tx1"/>
                </a:solidFill>
                <a:latin typeface="Calibri" panose="020F0502020204030204" pitchFamily="34" charset="0"/>
              </a:endParaRPr>
            </a:p>
          </p:txBody>
        </p:sp>
        <p:sp>
          <p:nvSpPr>
            <p:cNvPr id="193554" name="Line 21"/>
            <p:cNvSpPr/>
            <p:nvPr/>
          </p:nvSpPr>
          <p:spPr>
            <a:xfrm flipH="1">
              <a:off x="3075" y="1439"/>
              <a:ext cx="960" cy="0"/>
            </a:xfrm>
            <a:prstGeom prst="line">
              <a:avLst/>
            </a:prstGeom>
            <a:ln w="28575" cap="flat" cmpd="sng">
              <a:solidFill>
                <a:schemeClr val="tx1"/>
              </a:solidFill>
              <a:prstDash val="solid"/>
              <a:headEnd type="none" w="med" len="med"/>
              <a:tailEnd type="none" w="med" len="med"/>
            </a:ln>
          </p:spPr>
        </p:sp>
        <p:sp>
          <p:nvSpPr>
            <p:cNvPr id="193555" name="Line 22"/>
            <p:cNvSpPr/>
            <p:nvPr/>
          </p:nvSpPr>
          <p:spPr>
            <a:xfrm flipH="1">
              <a:off x="3075" y="2165"/>
              <a:ext cx="960" cy="0"/>
            </a:xfrm>
            <a:prstGeom prst="line">
              <a:avLst/>
            </a:prstGeom>
            <a:ln w="28575" cap="flat" cmpd="sng">
              <a:solidFill>
                <a:schemeClr val="tx1"/>
              </a:solidFill>
              <a:prstDash val="solid"/>
              <a:headEnd type="none" w="med" len="med"/>
              <a:tailEnd type="none" w="med" len="med"/>
            </a:ln>
          </p:spPr>
        </p:sp>
        <p:sp>
          <p:nvSpPr>
            <p:cNvPr id="193556" name="Line 23"/>
            <p:cNvSpPr/>
            <p:nvPr/>
          </p:nvSpPr>
          <p:spPr>
            <a:xfrm flipH="1">
              <a:off x="3075" y="2905"/>
              <a:ext cx="960" cy="0"/>
            </a:xfrm>
            <a:prstGeom prst="line">
              <a:avLst/>
            </a:prstGeom>
            <a:ln w="28575" cap="flat" cmpd="sng">
              <a:solidFill>
                <a:schemeClr val="tx1"/>
              </a:solidFill>
              <a:prstDash val="solid"/>
              <a:headEnd type="none" w="med" len="med"/>
              <a:tailEnd type="none" w="med" len="med"/>
            </a:ln>
          </p:spPr>
        </p:sp>
        <p:sp>
          <p:nvSpPr>
            <p:cNvPr id="193557" name="Line 24"/>
            <p:cNvSpPr/>
            <p:nvPr/>
          </p:nvSpPr>
          <p:spPr>
            <a:xfrm flipH="1">
              <a:off x="3075" y="3599"/>
              <a:ext cx="960" cy="0"/>
            </a:xfrm>
            <a:prstGeom prst="line">
              <a:avLst/>
            </a:prstGeom>
            <a:ln w="28575" cap="flat" cmpd="sng">
              <a:solidFill>
                <a:schemeClr val="tx1"/>
              </a:solidFill>
              <a:prstDash val="solid"/>
              <a:headEnd type="none" w="med" len="med"/>
              <a:tailEnd type="none" w="med" len="med"/>
            </a:ln>
          </p:spPr>
        </p:sp>
        <p:sp>
          <p:nvSpPr>
            <p:cNvPr id="193558" name="Text Box 25"/>
            <p:cNvSpPr txBox="1"/>
            <p:nvPr/>
          </p:nvSpPr>
          <p:spPr>
            <a:xfrm>
              <a:off x="2475" y="1299"/>
              <a:ext cx="108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1Q</a:t>
              </a:r>
              <a:endParaRPr lang="en-US" altLang="zh-CN" sz="1400">
                <a:solidFill>
                  <a:schemeClr val="tx1"/>
                </a:solidFill>
                <a:latin typeface="Calibri" panose="020F0502020204030204" pitchFamily="34" charset="0"/>
              </a:endParaRPr>
            </a:p>
          </p:txBody>
        </p:sp>
        <p:sp>
          <p:nvSpPr>
            <p:cNvPr id="193559" name="Text Box 26"/>
            <p:cNvSpPr txBox="1"/>
            <p:nvPr/>
          </p:nvSpPr>
          <p:spPr>
            <a:xfrm>
              <a:off x="2475" y="1968"/>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3Q</a:t>
              </a:r>
              <a:endParaRPr lang="en-US" altLang="zh-CN" sz="1400">
                <a:solidFill>
                  <a:schemeClr val="tx1"/>
                </a:solidFill>
                <a:latin typeface="Calibri" panose="020F0502020204030204" pitchFamily="34" charset="0"/>
              </a:endParaRPr>
            </a:p>
          </p:txBody>
        </p:sp>
        <p:sp>
          <p:nvSpPr>
            <p:cNvPr id="193560" name="Text Box 27"/>
            <p:cNvSpPr txBox="1"/>
            <p:nvPr/>
          </p:nvSpPr>
          <p:spPr>
            <a:xfrm>
              <a:off x="2475" y="269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5Q</a:t>
              </a:r>
              <a:endParaRPr lang="en-US" altLang="zh-CN" sz="1400">
                <a:solidFill>
                  <a:schemeClr val="tx1"/>
                </a:solidFill>
                <a:latin typeface="Calibri" panose="020F0502020204030204" pitchFamily="34" charset="0"/>
              </a:endParaRPr>
            </a:p>
          </p:txBody>
        </p:sp>
        <p:sp>
          <p:nvSpPr>
            <p:cNvPr id="193561" name="Text Box 28"/>
            <p:cNvSpPr txBox="1"/>
            <p:nvPr/>
          </p:nvSpPr>
          <p:spPr>
            <a:xfrm>
              <a:off x="2475" y="34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7Q</a:t>
              </a:r>
              <a:endParaRPr lang="en-US" altLang="zh-CN" sz="1400">
                <a:solidFill>
                  <a:schemeClr val="tx1"/>
                </a:solidFill>
                <a:latin typeface="Calibri" panose="020F0502020204030204" pitchFamily="34" charset="0"/>
              </a:endParaRPr>
            </a:p>
          </p:txBody>
        </p:sp>
        <p:sp>
          <p:nvSpPr>
            <p:cNvPr id="193562" name="Text Box 29"/>
            <p:cNvSpPr txBox="1"/>
            <p:nvPr/>
          </p:nvSpPr>
          <p:spPr>
            <a:xfrm>
              <a:off x="2475" y="16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2Q</a:t>
              </a:r>
              <a:endParaRPr lang="en-US" altLang="zh-CN" sz="1400">
                <a:solidFill>
                  <a:schemeClr val="tx1"/>
                </a:solidFill>
                <a:latin typeface="Calibri" panose="020F0502020204030204" pitchFamily="34" charset="0"/>
              </a:endParaRPr>
            </a:p>
          </p:txBody>
        </p:sp>
        <p:sp>
          <p:nvSpPr>
            <p:cNvPr id="193563" name="Text Box 30"/>
            <p:cNvSpPr txBox="1"/>
            <p:nvPr/>
          </p:nvSpPr>
          <p:spPr>
            <a:xfrm>
              <a:off x="2475" y="233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4Q</a:t>
              </a:r>
              <a:endParaRPr lang="en-US" altLang="zh-CN" sz="1400">
                <a:solidFill>
                  <a:schemeClr val="tx1"/>
                </a:solidFill>
                <a:latin typeface="Calibri" panose="020F0502020204030204" pitchFamily="34" charset="0"/>
              </a:endParaRPr>
            </a:p>
          </p:txBody>
        </p:sp>
        <p:sp>
          <p:nvSpPr>
            <p:cNvPr id="193564" name="Text Box 31"/>
            <p:cNvSpPr txBox="1"/>
            <p:nvPr/>
          </p:nvSpPr>
          <p:spPr>
            <a:xfrm>
              <a:off x="2475" y="305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6Q</a:t>
              </a:r>
              <a:endParaRPr lang="en-US" altLang="zh-CN" sz="1400">
                <a:solidFill>
                  <a:schemeClr val="tx1"/>
                </a:solidFill>
                <a:latin typeface="Calibri" panose="020F0502020204030204" pitchFamily="34" charset="0"/>
              </a:endParaRPr>
            </a:p>
          </p:txBody>
        </p:sp>
        <p:sp>
          <p:nvSpPr>
            <p:cNvPr id="193565" name="Text Box 32"/>
            <p:cNvSpPr txBox="1"/>
            <p:nvPr/>
          </p:nvSpPr>
          <p:spPr>
            <a:xfrm>
              <a:off x="2475" y="37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8Q</a:t>
              </a:r>
              <a:endParaRPr lang="en-US" altLang="zh-CN" sz="1400">
                <a:solidFill>
                  <a:schemeClr val="tx1"/>
                </a:solidFill>
                <a:latin typeface="Calibri" panose="020F0502020204030204" pitchFamily="34" charset="0"/>
              </a:endParaRPr>
            </a:p>
          </p:txBody>
        </p:sp>
        <p:sp>
          <p:nvSpPr>
            <p:cNvPr id="193566" name="Line 33"/>
            <p:cNvSpPr/>
            <p:nvPr/>
          </p:nvSpPr>
          <p:spPr>
            <a:xfrm flipH="1">
              <a:off x="74" y="1799"/>
              <a:ext cx="1055" cy="0"/>
            </a:xfrm>
            <a:prstGeom prst="line">
              <a:avLst/>
            </a:prstGeom>
            <a:ln w="28575" cap="flat" cmpd="sng">
              <a:solidFill>
                <a:schemeClr val="tx1"/>
              </a:solidFill>
              <a:prstDash val="solid"/>
              <a:headEnd type="none" w="med" len="med"/>
              <a:tailEnd type="none" w="med" len="med"/>
            </a:ln>
          </p:spPr>
        </p:sp>
        <p:sp>
          <p:nvSpPr>
            <p:cNvPr id="193567" name="Line 34"/>
            <p:cNvSpPr/>
            <p:nvPr/>
          </p:nvSpPr>
          <p:spPr>
            <a:xfrm flipH="1">
              <a:off x="3075" y="1799"/>
              <a:ext cx="960" cy="0"/>
            </a:xfrm>
            <a:prstGeom prst="line">
              <a:avLst/>
            </a:prstGeom>
            <a:ln w="28575" cap="flat" cmpd="sng">
              <a:solidFill>
                <a:schemeClr val="tx1"/>
              </a:solidFill>
              <a:prstDash val="solid"/>
              <a:headEnd type="none" w="med" len="med"/>
              <a:tailEnd type="none" w="med" len="med"/>
            </a:ln>
          </p:spPr>
        </p:sp>
        <p:sp>
          <p:nvSpPr>
            <p:cNvPr id="193568" name="Line 35"/>
            <p:cNvSpPr/>
            <p:nvPr/>
          </p:nvSpPr>
          <p:spPr>
            <a:xfrm flipH="1">
              <a:off x="3075" y="3959"/>
              <a:ext cx="960" cy="0"/>
            </a:xfrm>
            <a:prstGeom prst="line">
              <a:avLst/>
            </a:prstGeom>
            <a:ln w="28575" cap="flat" cmpd="sng">
              <a:solidFill>
                <a:schemeClr val="tx1"/>
              </a:solidFill>
              <a:prstDash val="solid"/>
              <a:headEnd type="none" w="med" len="med"/>
              <a:tailEnd type="none" w="med" len="med"/>
            </a:ln>
          </p:spPr>
        </p:sp>
        <p:sp>
          <p:nvSpPr>
            <p:cNvPr id="193569" name="Line 36"/>
            <p:cNvSpPr/>
            <p:nvPr/>
          </p:nvSpPr>
          <p:spPr>
            <a:xfrm flipH="1">
              <a:off x="3075" y="2519"/>
              <a:ext cx="960" cy="0"/>
            </a:xfrm>
            <a:prstGeom prst="line">
              <a:avLst/>
            </a:prstGeom>
            <a:ln w="28575" cap="flat" cmpd="sng">
              <a:solidFill>
                <a:schemeClr val="tx1"/>
              </a:solidFill>
              <a:prstDash val="solid"/>
              <a:headEnd type="none" w="med" len="med"/>
              <a:tailEnd type="none" w="med" len="med"/>
            </a:ln>
          </p:spPr>
        </p:sp>
        <p:sp>
          <p:nvSpPr>
            <p:cNvPr id="193570" name="Line 37"/>
            <p:cNvSpPr/>
            <p:nvPr/>
          </p:nvSpPr>
          <p:spPr>
            <a:xfrm flipH="1">
              <a:off x="3075" y="3237"/>
              <a:ext cx="960" cy="0"/>
            </a:xfrm>
            <a:prstGeom prst="line">
              <a:avLst/>
            </a:prstGeom>
            <a:ln w="28575" cap="flat" cmpd="sng">
              <a:solidFill>
                <a:schemeClr val="tx1"/>
              </a:solidFill>
              <a:prstDash val="solid"/>
              <a:headEnd type="none" w="med" len="med"/>
              <a:tailEnd type="none" w="med" len="med"/>
            </a:ln>
          </p:spPr>
        </p:sp>
        <p:sp>
          <p:nvSpPr>
            <p:cNvPr id="193571" name="Line 38"/>
            <p:cNvSpPr/>
            <p:nvPr/>
          </p:nvSpPr>
          <p:spPr>
            <a:xfrm flipH="1">
              <a:off x="74" y="3239"/>
              <a:ext cx="1055" cy="0"/>
            </a:xfrm>
            <a:prstGeom prst="line">
              <a:avLst/>
            </a:prstGeom>
            <a:ln w="28575" cap="flat" cmpd="sng">
              <a:solidFill>
                <a:schemeClr val="tx1"/>
              </a:solidFill>
              <a:prstDash val="solid"/>
              <a:headEnd type="none" w="med" len="med"/>
              <a:tailEnd type="none" w="med" len="med"/>
            </a:ln>
          </p:spPr>
        </p:sp>
        <p:sp>
          <p:nvSpPr>
            <p:cNvPr id="193572" name="Line 39"/>
            <p:cNvSpPr/>
            <p:nvPr/>
          </p:nvSpPr>
          <p:spPr>
            <a:xfrm flipH="1">
              <a:off x="74" y="2519"/>
              <a:ext cx="1055" cy="0"/>
            </a:xfrm>
            <a:prstGeom prst="line">
              <a:avLst/>
            </a:prstGeom>
            <a:ln w="28575" cap="flat" cmpd="sng">
              <a:solidFill>
                <a:schemeClr val="tx1"/>
              </a:solidFill>
              <a:prstDash val="solid"/>
              <a:headEnd type="none" w="med" len="med"/>
              <a:tailEnd type="none" w="med" len="med"/>
            </a:ln>
          </p:spPr>
        </p:sp>
        <p:sp>
          <p:nvSpPr>
            <p:cNvPr id="193573" name="Line 40"/>
            <p:cNvSpPr/>
            <p:nvPr/>
          </p:nvSpPr>
          <p:spPr>
            <a:xfrm flipH="1">
              <a:off x="74" y="3959"/>
              <a:ext cx="1055" cy="0"/>
            </a:xfrm>
            <a:prstGeom prst="line">
              <a:avLst/>
            </a:prstGeom>
            <a:ln w="28575" cap="flat" cmpd="sng">
              <a:solidFill>
                <a:schemeClr val="tx1"/>
              </a:solidFill>
              <a:prstDash val="solid"/>
              <a:headEnd type="none" w="med" len="med"/>
              <a:tailEnd type="none" w="med" len="med"/>
            </a:ln>
          </p:spPr>
        </p:sp>
        <p:sp>
          <p:nvSpPr>
            <p:cNvPr id="193574" name="Text Box 41"/>
            <p:cNvSpPr txBox="1"/>
            <p:nvPr/>
          </p:nvSpPr>
          <p:spPr>
            <a:xfrm>
              <a:off x="1155" y="269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5D</a:t>
              </a:r>
              <a:endParaRPr lang="en-US" altLang="zh-CN" sz="1400">
                <a:solidFill>
                  <a:schemeClr val="tx1"/>
                </a:solidFill>
                <a:latin typeface="Calibri" panose="020F0502020204030204" pitchFamily="34" charset="0"/>
              </a:endParaRPr>
            </a:p>
          </p:txBody>
        </p:sp>
        <p:sp>
          <p:nvSpPr>
            <p:cNvPr id="193575" name="Text Box 42"/>
            <p:cNvSpPr txBox="1"/>
            <p:nvPr/>
          </p:nvSpPr>
          <p:spPr>
            <a:xfrm>
              <a:off x="1155" y="305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6D</a:t>
              </a:r>
              <a:endParaRPr lang="en-US" altLang="zh-CN" sz="1400">
                <a:solidFill>
                  <a:schemeClr val="tx1"/>
                </a:solidFill>
                <a:latin typeface="Calibri" panose="020F0502020204030204" pitchFamily="34" charset="0"/>
              </a:endParaRPr>
            </a:p>
          </p:txBody>
        </p:sp>
        <p:sp>
          <p:nvSpPr>
            <p:cNvPr id="193576" name="Text Box 43"/>
            <p:cNvSpPr txBox="1"/>
            <p:nvPr/>
          </p:nvSpPr>
          <p:spPr>
            <a:xfrm>
              <a:off x="1155" y="341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7D</a:t>
              </a:r>
              <a:endParaRPr lang="en-US" altLang="zh-CN" sz="1400">
                <a:solidFill>
                  <a:schemeClr val="tx1"/>
                </a:solidFill>
                <a:latin typeface="Calibri" panose="020F0502020204030204" pitchFamily="34" charset="0"/>
              </a:endParaRPr>
            </a:p>
          </p:txBody>
        </p:sp>
        <p:sp>
          <p:nvSpPr>
            <p:cNvPr id="193577" name="Text Box 44"/>
            <p:cNvSpPr txBox="1"/>
            <p:nvPr/>
          </p:nvSpPr>
          <p:spPr>
            <a:xfrm>
              <a:off x="1155" y="3779"/>
              <a:ext cx="1080" cy="486"/>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8D</a:t>
              </a:r>
              <a:endParaRPr lang="en-US" altLang="zh-CN" sz="1400">
                <a:solidFill>
                  <a:schemeClr val="tx1"/>
                </a:solidFill>
                <a:latin typeface="Calibri" panose="020F0502020204030204" pitchFamily="34" charset="0"/>
              </a:endParaRPr>
            </a:p>
          </p:txBody>
        </p:sp>
        <p:sp>
          <p:nvSpPr>
            <p:cNvPr id="193578" name="Text Box 45"/>
            <p:cNvSpPr txBox="1"/>
            <p:nvPr/>
          </p:nvSpPr>
          <p:spPr>
            <a:xfrm>
              <a:off x="1035" y="-86"/>
              <a:ext cx="2160" cy="727"/>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2400" b="1">
                  <a:solidFill>
                    <a:srgbClr val="FF0000"/>
                  </a:solidFill>
                  <a:latin typeface="Calibri" panose="020F0502020204030204" pitchFamily="34" charset="0"/>
                </a:rPr>
                <a:t>74LS374</a:t>
              </a:r>
              <a:endParaRPr lang="en-US" altLang="zh-CN" sz="2400" b="1">
                <a:solidFill>
                  <a:srgbClr val="FF0000"/>
                </a:solidFill>
                <a:latin typeface="Calibri" panose="020F0502020204030204" pitchFamily="34" charset="0"/>
              </a:endParaRPr>
            </a:p>
          </p:txBody>
        </p:sp>
      </p:grpSp>
      <p:sp>
        <p:nvSpPr>
          <p:cNvPr id="193540" name="Text Box 47"/>
          <p:cNvSpPr txBox="1"/>
          <p:nvPr/>
        </p:nvSpPr>
        <p:spPr>
          <a:xfrm>
            <a:off x="457200" y="1376680"/>
            <a:ext cx="5332730" cy="201295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该寄存器</a:t>
            </a:r>
            <a:r>
              <a:rPr lang="zh-CN" altLang="en-US" b="1" dirty="0">
                <a:solidFill>
                  <a:srgbClr val="FF0000"/>
                </a:solidFill>
                <a:latin typeface="华文新魏" panose="02010800040101010101" pitchFamily="2" charset="-122"/>
                <a:ea typeface="华文新魏" panose="02010800040101010101" pitchFamily="2" charset="-122"/>
              </a:rPr>
              <a:t>通过三态缓冲门（器）</a:t>
            </a:r>
            <a:r>
              <a:rPr lang="zh-CN" altLang="en-US" b="1" dirty="0">
                <a:solidFill>
                  <a:srgbClr val="FF0000"/>
                </a:solidFill>
                <a:latin typeface="华文新魏" panose="02010800040101010101" pitchFamily="2" charset="-122"/>
                <a:ea typeface="华文新魏" panose="02010800040101010101" pitchFamily="2" charset="-122"/>
                <a:sym typeface="+mn-ea"/>
              </a:rPr>
              <a:t>输出</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 </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zh-CN" altLang="en-US" b="1" dirty="0">
                <a:solidFill>
                  <a:srgbClr val="FF0000"/>
                </a:solidFill>
                <a:latin typeface="华文新魏" panose="02010800040101010101" pitchFamily="2" charset="-122"/>
                <a:ea typeface="华文新魏" panose="02010800040101010101" pitchFamily="2" charset="-122"/>
              </a:rPr>
              <a:t>输出使能 </a:t>
            </a:r>
            <a:r>
              <a:rPr lang="en-US" altLang="zh-CN" b="1">
                <a:solidFill>
                  <a:srgbClr val="FF0000"/>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有效时，</a:t>
            </a:r>
            <a:r>
              <a:rPr lang="en-US" altLang="zh-CN" b="1">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位寄存器中代码（数据）并行输出；</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无效时，寄存器输出端为高阻抗。这样可以使多个这类寄存器挂接到公共总线上。</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pP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2" name="Text Box 47"/>
          <p:cNvSpPr txBox="1"/>
          <p:nvPr>
            <p:custDataLst>
              <p:tags r:id="rId1"/>
            </p:custDataLst>
          </p:nvPr>
        </p:nvSpPr>
        <p:spPr>
          <a:xfrm>
            <a:off x="539750" y="3048635"/>
            <a:ext cx="5089525" cy="836295"/>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并行总线一般情况下都是按</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宽带为单位进行组织的，如</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位总线（</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sym typeface="+mn-ea"/>
              </a:rPr>
              <a:t>16</a:t>
            </a:r>
            <a:r>
              <a:rPr lang="zh-CN" altLang="en-US" b="1" dirty="0">
                <a:solidFill>
                  <a:schemeClr val="tx1"/>
                </a:solidFill>
                <a:latin typeface="华文新魏" panose="02010800040101010101" pitchFamily="2" charset="-122"/>
                <a:ea typeface="华文新魏" panose="02010800040101010101" pitchFamily="2" charset="-122"/>
                <a:sym typeface="+mn-ea"/>
              </a:rPr>
              <a:t>位总线和</a:t>
            </a:r>
            <a:r>
              <a:rPr lang="en-US" altLang="zh-CN" b="1" dirty="0">
                <a:solidFill>
                  <a:schemeClr val="tx1"/>
                </a:solidFill>
                <a:latin typeface="华文新魏" panose="02010800040101010101" pitchFamily="2" charset="-122"/>
                <a:ea typeface="华文新魏" panose="02010800040101010101" pitchFamily="2" charset="-122"/>
                <a:sym typeface="+mn-ea"/>
              </a:rPr>
              <a:t>32</a:t>
            </a:r>
            <a:r>
              <a:rPr lang="zh-CN" altLang="en-US" b="1" dirty="0">
                <a:solidFill>
                  <a:schemeClr val="tx1"/>
                </a:solidFill>
                <a:latin typeface="华文新魏" panose="02010800040101010101" pitchFamily="2" charset="-122"/>
                <a:ea typeface="华文新魏" panose="02010800040101010101" pitchFamily="2" charset="-122"/>
                <a:sym typeface="+mn-ea"/>
              </a:rPr>
              <a:t>位总线等。</a:t>
            </a: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3" name="Text Box 47"/>
          <p:cNvSpPr txBox="1"/>
          <p:nvPr>
            <p:custDataLst>
              <p:tags r:id="rId2"/>
            </p:custDataLst>
          </p:nvPr>
        </p:nvSpPr>
        <p:spPr>
          <a:xfrm>
            <a:off x="523240" y="3964940"/>
            <a:ext cx="5089525" cy="58293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大家要记住，任何要与通用总线相连的器件，必须是三态器件</a:t>
            </a:r>
            <a:r>
              <a:rPr lang="zh-CN" altLang="en-US" b="1" dirty="0">
                <a:solidFill>
                  <a:srgbClr val="FF0000"/>
                </a:solidFill>
                <a:latin typeface="华文新魏" panose="02010800040101010101" pitchFamily="2" charset="-122"/>
                <a:ea typeface="华文新魏" panose="02010800040101010101" pitchFamily="2" charset="-122"/>
                <a:sym typeface="+mn-ea"/>
              </a:rPr>
              <a:t>。</a:t>
            </a:r>
            <a:endParaRPr lang="zh-CN" altLang="en-US" b="1" dirty="0">
              <a:solidFill>
                <a:srgbClr val="FF0000"/>
              </a:solidFill>
              <a:latin typeface="华文新魏" panose="02010800040101010101" pitchFamily="2" charset="-122"/>
              <a:ea typeface="华文新魏" panose="02010800040101010101" pitchFamily="2" charset="-122"/>
              <a:sym typeface="+mn-ea"/>
            </a:endParaRPr>
          </a:p>
        </p:txBody>
      </p:sp>
      <p:sp>
        <p:nvSpPr>
          <p:cNvPr id="4" name="Text Box 47"/>
          <p:cNvSpPr txBox="1"/>
          <p:nvPr>
            <p:custDataLst>
              <p:tags r:id="rId3"/>
            </p:custDataLst>
          </p:nvPr>
        </p:nvSpPr>
        <p:spPr>
          <a:xfrm>
            <a:off x="506730" y="4522470"/>
            <a:ext cx="7931785" cy="302260"/>
          </a:xfrm>
          <a:prstGeom prst="rect">
            <a:avLst/>
          </a:prstGeom>
          <a:noFill/>
          <a:ln w="9525">
            <a:noFill/>
          </a:ln>
        </p:spPr>
        <p:txBody>
          <a:bodyPr>
            <a:noAutofit/>
          </a:bodyPr>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啥是总线呢？大家见过吗？我们自己会设计总线吗？</a:t>
            </a: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9"/>
                                        </p:tgtEl>
                                        <p:attrNameLst>
                                          <p:attrName>style.visibility</p:attrName>
                                        </p:attrNameLst>
                                      </p:cBhvr>
                                      <p:to>
                                        <p:strVal val="visible"/>
                                      </p:to>
                                    </p:set>
                                    <p:anim calcmode="lin" valueType="num">
                                      <p:cBhvr additive="base">
                                        <p:cTn id="7" dur="500" fill="hold"/>
                                        <p:tgtEl>
                                          <p:spTgt spid="193539"/>
                                        </p:tgtEl>
                                        <p:attrNameLst>
                                          <p:attrName>ppt_x</p:attrName>
                                        </p:attrNameLst>
                                      </p:cBhvr>
                                      <p:tavLst>
                                        <p:tav tm="0">
                                          <p:val>
                                            <p:strVal val="#ppt_x"/>
                                          </p:val>
                                        </p:tav>
                                        <p:tav tm="100000">
                                          <p:val>
                                            <p:strVal val="#ppt_x"/>
                                          </p:val>
                                        </p:tav>
                                      </p:tavLst>
                                    </p:anim>
                                    <p:anim calcmode="lin" valueType="num">
                                      <p:cBhvr additive="base">
                                        <p:cTn id="8" dur="500" fill="hold"/>
                                        <p:tgtEl>
                                          <p:spTgt spid="1935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3540"/>
                                        </p:tgtEl>
                                        <p:attrNameLst>
                                          <p:attrName>style.visibility</p:attrName>
                                        </p:attrNameLst>
                                      </p:cBhvr>
                                      <p:to>
                                        <p:strVal val="visible"/>
                                      </p:to>
                                    </p:set>
                                    <p:anim calcmode="lin" valueType="num">
                                      <p:cBhvr additive="base">
                                        <p:cTn id="13" dur="500" fill="hold"/>
                                        <p:tgtEl>
                                          <p:spTgt spid="193540"/>
                                        </p:tgtEl>
                                        <p:attrNameLst>
                                          <p:attrName>ppt_x</p:attrName>
                                        </p:attrNameLst>
                                      </p:cBhvr>
                                      <p:tavLst>
                                        <p:tav tm="0">
                                          <p:val>
                                            <p:strVal val="#ppt_x"/>
                                          </p:val>
                                        </p:tav>
                                        <p:tav tm="100000">
                                          <p:val>
                                            <p:strVal val="#ppt_x"/>
                                          </p:val>
                                        </p:tav>
                                      </p:tavLst>
                                    </p:anim>
                                    <p:anim calcmode="lin" valueType="num">
                                      <p:cBhvr additive="base">
                                        <p:cTn id="14" dur="500" fill="hold"/>
                                        <p:tgtEl>
                                          <p:spTgt spid="193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p:bldP spid="2" grpId="0"/>
      <p:bldP spid="3"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a:xfrm>
            <a:off x="539750" y="696913"/>
            <a:ext cx="4343400" cy="742950"/>
          </a:xfrm>
          <a:prstGeom prst="rect">
            <a:avLst/>
          </a:prstGeom>
          <a:noFill/>
          <a:ln w="28575">
            <a:noFill/>
          </a:ln>
        </p:spPr>
        <p:txBody>
          <a:bodyPr/>
          <a:p>
            <a:pPr eaLnBrk="1" hangingPunct="1"/>
            <a:r>
              <a:rPr lang="zh-CN" altLang="en-US" sz="2000" b="1" u="sng" dirty="0">
                <a:solidFill>
                  <a:srgbClr val="FF0000"/>
                </a:solidFill>
                <a:latin typeface="华文新魏" panose="02010800040101010101" pitchFamily="2" charset="-122"/>
                <a:ea typeface="华文新魏" panose="02010800040101010101" pitchFamily="2" charset="-122"/>
              </a:rPr>
              <a:t>时钟</a:t>
            </a:r>
            <a:r>
              <a:rPr lang="zh-CN" altLang="en-US" sz="2000" b="1" dirty="0">
                <a:solidFill>
                  <a:srgbClr val="FF0000"/>
                </a:solidFill>
                <a:latin typeface="华文新魏" panose="02010800040101010101" pitchFamily="2" charset="-122"/>
                <a:ea typeface="华文新魏" panose="02010800040101010101" pitchFamily="2" charset="-122"/>
              </a:rPr>
              <a:t>使能的</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94563" name="Group 3"/>
          <p:cNvGrpSpPr/>
          <p:nvPr/>
        </p:nvGrpSpPr>
        <p:grpSpPr>
          <a:xfrm>
            <a:off x="725956" y="1242695"/>
            <a:ext cx="2373479" cy="2738438"/>
            <a:chOff x="197" y="0"/>
            <a:chExt cx="3738" cy="4312"/>
          </a:xfrm>
        </p:grpSpPr>
        <p:sp>
          <p:nvSpPr>
            <p:cNvPr id="194624" name="Rectangle 6"/>
            <p:cNvSpPr/>
            <p:nvPr/>
          </p:nvSpPr>
          <p:spPr>
            <a:xfrm>
              <a:off x="1107"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25" name="AutoShape 7"/>
            <p:cNvSpPr/>
            <p:nvPr/>
          </p:nvSpPr>
          <p:spPr>
            <a:xfrm rot="5400000">
              <a:off x="1127" y="650"/>
              <a:ext cx="161" cy="155"/>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4626" name="Text Box 8"/>
            <p:cNvSpPr txBox="1"/>
            <p:nvPr/>
          </p:nvSpPr>
          <p:spPr>
            <a:xfrm>
              <a:off x="1227" y="5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CLK</a:t>
              </a:r>
              <a:endParaRPr lang="en-US" altLang="zh-CN" sz="1600">
                <a:solidFill>
                  <a:schemeClr val="tx1"/>
                </a:solidFill>
                <a:latin typeface="Arial Unicode MS" panose="020B0604020202020204" charset="-122"/>
                <a:ea typeface="Arial Unicode MS" panose="020B0604020202020204" charset="-122"/>
              </a:endParaRPr>
            </a:p>
          </p:txBody>
        </p:sp>
        <p:sp>
          <p:nvSpPr>
            <p:cNvPr id="194627" name="Line 9"/>
            <p:cNvSpPr/>
            <p:nvPr/>
          </p:nvSpPr>
          <p:spPr>
            <a:xfrm flipH="1">
              <a:off x="199" y="757"/>
              <a:ext cx="907" cy="0"/>
            </a:xfrm>
            <a:prstGeom prst="line">
              <a:avLst/>
            </a:prstGeom>
            <a:ln w="28575" cap="flat" cmpd="sng">
              <a:solidFill>
                <a:schemeClr val="tx1"/>
              </a:solidFill>
              <a:prstDash val="solid"/>
              <a:headEnd type="none" w="med" len="med"/>
              <a:tailEnd type="none" w="med" len="med"/>
            </a:ln>
          </p:spPr>
        </p:sp>
        <p:grpSp>
          <p:nvGrpSpPr>
            <p:cNvPr id="194628" name="Group 10"/>
            <p:cNvGrpSpPr/>
            <p:nvPr/>
          </p:nvGrpSpPr>
          <p:grpSpPr>
            <a:xfrm>
              <a:off x="197" y="974"/>
              <a:ext cx="910" cy="143"/>
              <a:chOff x="80" y="0"/>
              <a:chExt cx="369" cy="63"/>
            </a:xfrm>
          </p:grpSpPr>
          <p:sp>
            <p:nvSpPr>
              <p:cNvPr id="194663" name="Oval 11"/>
              <p:cNvSpPr/>
              <p:nvPr/>
            </p:nvSpPr>
            <p:spPr>
              <a:xfrm>
                <a:off x="386" y="0"/>
                <a:ext cx="63" cy="6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64" name="Line 12"/>
              <p:cNvSpPr/>
              <p:nvPr/>
            </p:nvSpPr>
            <p:spPr>
              <a:xfrm flipH="1" flipV="1">
                <a:off x="80" y="34"/>
                <a:ext cx="305" cy="7"/>
              </a:xfrm>
              <a:prstGeom prst="line">
                <a:avLst/>
              </a:prstGeom>
              <a:ln w="28575" cap="flat" cmpd="sng">
                <a:solidFill>
                  <a:schemeClr val="tx1"/>
                </a:solidFill>
                <a:prstDash val="solid"/>
                <a:headEnd type="none" w="med" len="med"/>
                <a:tailEnd type="none" w="med" len="med"/>
              </a:ln>
            </p:spPr>
          </p:sp>
        </p:grpSp>
        <p:sp>
          <p:nvSpPr>
            <p:cNvPr id="194629" name="Line 13"/>
            <p:cNvSpPr/>
            <p:nvPr/>
          </p:nvSpPr>
          <p:spPr>
            <a:xfrm flipH="1">
              <a:off x="199" y="1439"/>
              <a:ext cx="907" cy="0"/>
            </a:xfrm>
            <a:prstGeom prst="line">
              <a:avLst/>
            </a:prstGeom>
            <a:ln w="28575" cap="flat" cmpd="sng">
              <a:solidFill>
                <a:schemeClr val="tx1"/>
              </a:solidFill>
              <a:prstDash val="solid"/>
              <a:headEnd type="none" w="med" len="med"/>
              <a:tailEnd type="none" w="med" len="med"/>
            </a:ln>
          </p:spPr>
        </p:sp>
        <p:sp>
          <p:nvSpPr>
            <p:cNvPr id="194630" name="Line 14"/>
            <p:cNvSpPr/>
            <p:nvPr/>
          </p:nvSpPr>
          <p:spPr>
            <a:xfrm flipH="1">
              <a:off x="199" y="2169"/>
              <a:ext cx="907" cy="0"/>
            </a:xfrm>
            <a:prstGeom prst="line">
              <a:avLst/>
            </a:prstGeom>
            <a:ln w="28575" cap="flat" cmpd="sng">
              <a:solidFill>
                <a:schemeClr val="tx1"/>
              </a:solidFill>
              <a:prstDash val="solid"/>
              <a:headEnd type="none" w="med" len="med"/>
              <a:tailEnd type="none" w="med" len="med"/>
            </a:ln>
          </p:spPr>
        </p:sp>
        <p:sp>
          <p:nvSpPr>
            <p:cNvPr id="194631" name="Line 15"/>
            <p:cNvSpPr/>
            <p:nvPr/>
          </p:nvSpPr>
          <p:spPr>
            <a:xfrm flipH="1">
              <a:off x="199" y="2905"/>
              <a:ext cx="907" cy="0"/>
            </a:xfrm>
            <a:prstGeom prst="line">
              <a:avLst/>
            </a:prstGeom>
            <a:ln w="28575" cap="flat" cmpd="sng">
              <a:solidFill>
                <a:schemeClr val="tx1"/>
              </a:solidFill>
              <a:prstDash val="solid"/>
              <a:headEnd type="none" w="med" len="med"/>
              <a:tailEnd type="none" w="med" len="med"/>
            </a:ln>
          </p:spPr>
        </p:sp>
        <p:sp>
          <p:nvSpPr>
            <p:cNvPr id="194632" name="Line 16"/>
            <p:cNvSpPr/>
            <p:nvPr/>
          </p:nvSpPr>
          <p:spPr>
            <a:xfrm flipH="1">
              <a:off x="199" y="3599"/>
              <a:ext cx="907" cy="0"/>
            </a:xfrm>
            <a:prstGeom prst="line">
              <a:avLst/>
            </a:prstGeom>
            <a:ln w="28575" cap="flat" cmpd="sng">
              <a:solidFill>
                <a:schemeClr val="tx1"/>
              </a:solidFill>
              <a:prstDash val="solid"/>
              <a:headEnd type="none" w="med" len="med"/>
              <a:tailEnd type="none" w="med" len="med"/>
            </a:ln>
          </p:spPr>
        </p:sp>
        <p:sp>
          <p:nvSpPr>
            <p:cNvPr id="194633" name="Text Box 17"/>
            <p:cNvSpPr txBox="1"/>
            <p:nvPr/>
          </p:nvSpPr>
          <p:spPr>
            <a:xfrm>
              <a:off x="1107" y="866"/>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G</a:t>
              </a:r>
              <a:endParaRPr lang="en-US" altLang="zh-CN" sz="1600">
                <a:solidFill>
                  <a:schemeClr val="tx1"/>
                </a:solidFill>
                <a:latin typeface="Arial Unicode MS" panose="020B0604020202020204" charset="-122"/>
                <a:ea typeface="Arial Unicode MS" panose="020B0604020202020204" charset="-122"/>
              </a:endParaRPr>
            </a:p>
          </p:txBody>
        </p:sp>
        <p:sp>
          <p:nvSpPr>
            <p:cNvPr id="194634" name="Text Box 18"/>
            <p:cNvSpPr txBox="1"/>
            <p:nvPr/>
          </p:nvSpPr>
          <p:spPr>
            <a:xfrm>
              <a:off x="1107" y="12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1D</a:t>
              </a:r>
              <a:endParaRPr lang="en-US" altLang="zh-CN" sz="1600">
                <a:solidFill>
                  <a:schemeClr val="tx1"/>
                </a:solidFill>
                <a:latin typeface="Arial Unicode MS" panose="020B0604020202020204" charset="-122"/>
                <a:ea typeface="Arial Unicode MS" panose="020B0604020202020204" charset="-122"/>
              </a:endParaRPr>
            </a:p>
          </p:txBody>
        </p:sp>
        <p:sp>
          <p:nvSpPr>
            <p:cNvPr id="194635" name="Text Box 19"/>
            <p:cNvSpPr txBox="1"/>
            <p:nvPr/>
          </p:nvSpPr>
          <p:spPr>
            <a:xfrm>
              <a:off x="1107" y="16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2D</a:t>
              </a:r>
              <a:endParaRPr lang="en-US" altLang="zh-CN" sz="1600">
                <a:solidFill>
                  <a:schemeClr val="tx1"/>
                </a:solidFill>
                <a:latin typeface="Arial Unicode MS" panose="020B0604020202020204" charset="-122"/>
                <a:ea typeface="Arial Unicode MS" panose="020B0604020202020204" charset="-122"/>
              </a:endParaRPr>
            </a:p>
          </p:txBody>
        </p:sp>
        <p:sp>
          <p:nvSpPr>
            <p:cNvPr id="194636" name="Text Box 20"/>
            <p:cNvSpPr txBox="1"/>
            <p:nvPr/>
          </p:nvSpPr>
          <p:spPr>
            <a:xfrm>
              <a:off x="1107" y="23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4D</a:t>
              </a:r>
              <a:endParaRPr lang="en-US" altLang="zh-CN" sz="1600">
                <a:solidFill>
                  <a:schemeClr val="tx1"/>
                </a:solidFill>
                <a:latin typeface="Arial Unicode MS" panose="020B0604020202020204" charset="-122"/>
                <a:ea typeface="Arial Unicode MS" panose="020B0604020202020204" charset="-122"/>
              </a:endParaRPr>
            </a:p>
          </p:txBody>
        </p:sp>
        <p:sp>
          <p:nvSpPr>
            <p:cNvPr id="194637" name="Text Box 21"/>
            <p:cNvSpPr txBox="1"/>
            <p:nvPr/>
          </p:nvSpPr>
          <p:spPr>
            <a:xfrm>
              <a:off x="1107" y="19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3D</a:t>
              </a:r>
              <a:endParaRPr lang="en-US" altLang="zh-CN" sz="1600">
                <a:solidFill>
                  <a:schemeClr val="tx1"/>
                </a:solidFill>
                <a:latin typeface="Arial Unicode MS" panose="020B0604020202020204" charset="-122"/>
                <a:ea typeface="Arial Unicode MS" panose="020B0604020202020204" charset="-122"/>
              </a:endParaRPr>
            </a:p>
          </p:txBody>
        </p:sp>
        <p:sp>
          <p:nvSpPr>
            <p:cNvPr id="194638" name="Line 22"/>
            <p:cNvSpPr/>
            <p:nvPr/>
          </p:nvSpPr>
          <p:spPr>
            <a:xfrm flipH="1">
              <a:off x="3027" y="1439"/>
              <a:ext cx="908" cy="0"/>
            </a:xfrm>
            <a:prstGeom prst="line">
              <a:avLst/>
            </a:prstGeom>
            <a:ln w="28575" cap="flat" cmpd="sng">
              <a:solidFill>
                <a:schemeClr val="tx1"/>
              </a:solidFill>
              <a:prstDash val="solid"/>
              <a:headEnd type="none" w="med" len="med"/>
              <a:tailEnd type="none" w="med" len="med"/>
            </a:ln>
          </p:spPr>
        </p:sp>
        <p:sp>
          <p:nvSpPr>
            <p:cNvPr id="194639" name="Line 23"/>
            <p:cNvSpPr/>
            <p:nvPr/>
          </p:nvSpPr>
          <p:spPr>
            <a:xfrm flipH="1">
              <a:off x="3027" y="2165"/>
              <a:ext cx="908" cy="0"/>
            </a:xfrm>
            <a:prstGeom prst="line">
              <a:avLst/>
            </a:prstGeom>
            <a:ln w="28575" cap="flat" cmpd="sng">
              <a:solidFill>
                <a:schemeClr val="tx1"/>
              </a:solidFill>
              <a:prstDash val="solid"/>
              <a:headEnd type="none" w="med" len="med"/>
              <a:tailEnd type="none" w="med" len="med"/>
            </a:ln>
          </p:spPr>
        </p:sp>
        <p:sp>
          <p:nvSpPr>
            <p:cNvPr id="194640" name="Line 24"/>
            <p:cNvSpPr/>
            <p:nvPr/>
          </p:nvSpPr>
          <p:spPr>
            <a:xfrm flipH="1">
              <a:off x="3027" y="2905"/>
              <a:ext cx="908" cy="0"/>
            </a:xfrm>
            <a:prstGeom prst="line">
              <a:avLst/>
            </a:prstGeom>
            <a:ln w="28575" cap="flat" cmpd="sng">
              <a:solidFill>
                <a:schemeClr val="tx1"/>
              </a:solidFill>
              <a:prstDash val="solid"/>
              <a:headEnd type="none" w="med" len="med"/>
              <a:tailEnd type="none" w="med" len="med"/>
            </a:ln>
          </p:spPr>
        </p:sp>
        <p:sp>
          <p:nvSpPr>
            <p:cNvPr id="194641" name="Line 25"/>
            <p:cNvSpPr/>
            <p:nvPr/>
          </p:nvSpPr>
          <p:spPr>
            <a:xfrm flipH="1">
              <a:off x="3027" y="3599"/>
              <a:ext cx="908" cy="0"/>
            </a:xfrm>
            <a:prstGeom prst="line">
              <a:avLst/>
            </a:prstGeom>
            <a:ln w="28575" cap="flat" cmpd="sng">
              <a:solidFill>
                <a:schemeClr val="tx1"/>
              </a:solidFill>
              <a:prstDash val="solid"/>
              <a:headEnd type="none" w="med" len="med"/>
              <a:tailEnd type="none" w="med" len="med"/>
            </a:ln>
          </p:spPr>
        </p:sp>
        <p:sp>
          <p:nvSpPr>
            <p:cNvPr id="194642" name="Text Box 26"/>
            <p:cNvSpPr txBox="1"/>
            <p:nvPr/>
          </p:nvSpPr>
          <p:spPr>
            <a:xfrm>
              <a:off x="2427" y="12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1Q</a:t>
              </a:r>
              <a:endParaRPr lang="en-US" altLang="zh-CN" sz="1600">
                <a:solidFill>
                  <a:schemeClr val="tx1"/>
                </a:solidFill>
                <a:latin typeface="Arial Unicode MS" panose="020B0604020202020204" charset="-122"/>
                <a:ea typeface="Arial Unicode MS" panose="020B0604020202020204" charset="-122"/>
              </a:endParaRPr>
            </a:p>
          </p:txBody>
        </p:sp>
        <p:sp>
          <p:nvSpPr>
            <p:cNvPr id="194643" name="Text Box 27"/>
            <p:cNvSpPr txBox="1"/>
            <p:nvPr/>
          </p:nvSpPr>
          <p:spPr>
            <a:xfrm>
              <a:off x="2427" y="1968"/>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3Q</a:t>
              </a:r>
              <a:endParaRPr lang="en-US" altLang="zh-CN" sz="1600">
                <a:solidFill>
                  <a:schemeClr val="tx1"/>
                </a:solidFill>
                <a:latin typeface="Arial Unicode MS" panose="020B0604020202020204" charset="-122"/>
                <a:ea typeface="Arial Unicode MS" panose="020B0604020202020204" charset="-122"/>
              </a:endParaRPr>
            </a:p>
          </p:txBody>
        </p:sp>
        <p:sp>
          <p:nvSpPr>
            <p:cNvPr id="194644" name="Text Box 28"/>
            <p:cNvSpPr txBox="1"/>
            <p:nvPr/>
          </p:nvSpPr>
          <p:spPr>
            <a:xfrm>
              <a:off x="2427" y="26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5Q</a:t>
              </a:r>
              <a:endParaRPr lang="en-US" altLang="zh-CN" sz="1600">
                <a:solidFill>
                  <a:schemeClr val="tx1"/>
                </a:solidFill>
                <a:latin typeface="Arial Unicode MS" panose="020B0604020202020204" charset="-122"/>
                <a:ea typeface="Arial Unicode MS" panose="020B0604020202020204" charset="-122"/>
              </a:endParaRPr>
            </a:p>
          </p:txBody>
        </p:sp>
        <p:sp>
          <p:nvSpPr>
            <p:cNvPr id="194645" name="Text Box 29"/>
            <p:cNvSpPr txBox="1"/>
            <p:nvPr/>
          </p:nvSpPr>
          <p:spPr>
            <a:xfrm>
              <a:off x="2427" y="34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7Q</a:t>
              </a:r>
              <a:endParaRPr lang="en-US" altLang="zh-CN" sz="1600">
                <a:solidFill>
                  <a:schemeClr val="tx1"/>
                </a:solidFill>
                <a:latin typeface="Arial Unicode MS" panose="020B0604020202020204" charset="-122"/>
                <a:ea typeface="Arial Unicode MS" panose="020B0604020202020204" charset="-122"/>
              </a:endParaRPr>
            </a:p>
          </p:txBody>
        </p:sp>
        <p:sp>
          <p:nvSpPr>
            <p:cNvPr id="194646" name="Text Box 30"/>
            <p:cNvSpPr txBox="1"/>
            <p:nvPr/>
          </p:nvSpPr>
          <p:spPr>
            <a:xfrm>
              <a:off x="2427" y="16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2Q</a:t>
              </a:r>
              <a:endParaRPr lang="en-US" altLang="zh-CN" sz="1600">
                <a:solidFill>
                  <a:schemeClr val="tx1"/>
                </a:solidFill>
                <a:latin typeface="Arial Unicode MS" panose="020B0604020202020204" charset="-122"/>
                <a:ea typeface="Arial Unicode MS" panose="020B0604020202020204" charset="-122"/>
              </a:endParaRPr>
            </a:p>
          </p:txBody>
        </p:sp>
        <p:sp>
          <p:nvSpPr>
            <p:cNvPr id="194647" name="Text Box 31"/>
            <p:cNvSpPr txBox="1"/>
            <p:nvPr/>
          </p:nvSpPr>
          <p:spPr>
            <a:xfrm>
              <a:off x="2427" y="233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4Q</a:t>
              </a:r>
              <a:endParaRPr lang="en-US" altLang="zh-CN" sz="1600">
                <a:solidFill>
                  <a:schemeClr val="tx1"/>
                </a:solidFill>
                <a:latin typeface="Arial Unicode MS" panose="020B0604020202020204" charset="-122"/>
                <a:ea typeface="Arial Unicode MS" panose="020B0604020202020204" charset="-122"/>
              </a:endParaRPr>
            </a:p>
          </p:txBody>
        </p:sp>
        <p:sp>
          <p:nvSpPr>
            <p:cNvPr id="194648" name="Text Box 32"/>
            <p:cNvSpPr txBox="1"/>
            <p:nvPr/>
          </p:nvSpPr>
          <p:spPr>
            <a:xfrm>
              <a:off x="2427" y="305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6Q</a:t>
              </a:r>
              <a:endParaRPr lang="en-US" altLang="zh-CN" sz="1600">
                <a:solidFill>
                  <a:schemeClr val="tx1"/>
                </a:solidFill>
                <a:latin typeface="Arial Unicode MS" panose="020B0604020202020204" charset="-122"/>
                <a:ea typeface="Arial Unicode MS" panose="020B0604020202020204" charset="-122"/>
              </a:endParaRPr>
            </a:p>
          </p:txBody>
        </p:sp>
        <p:sp>
          <p:nvSpPr>
            <p:cNvPr id="194649" name="Text Box 33"/>
            <p:cNvSpPr txBox="1"/>
            <p:nvPr/>
          </p:nvSpPr>
          <p:spPr>
            <a:xfrm>
              <a:off x="2427" y="37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8Q</a:t>
              </a:r>
              <a:endParaRPr lang="en-US" altLang="zh-CN" sz="1600">
                <a:solidFill>
                  <a:schemeClr val="tx1"/>
                </a:solidFill>
                <a:latin typeface="Arial Unicode MS" panose="020B0604020202020204" charset="-122"/>
                <a:ea typeface="Arial Unicode MS" panose="020B0604020202020204" charset="-122"/>
              </a:endParaRPr>
            </a:p>
          </p:txBody>
        </p:sp>
        <p:sp>
          <p:nvSpPr>
            <p:cNvPr id="194650" name="Line 34"/>
            <p:cNvSpPr/>
            <p:nvPr/>
          </p:nvSpPr>
          <p:spPr>
            <a:xfrm flipH="1">
              <a:off x="199" y="1799"/>
              <a:ext cx="907" cy="0"/>
            </a:xfrm>
            <a:prstGeom prst="line">
              <a:avLst/>
            </a:prstGeom>
            <a:ln w="28575" cap="flat" cmpd="sng">
              <a:solidFill>
                <a:schemeClr val="tx1"/>
              </a:solidFill>
              <a:prstDash val="solid"/>
              <a:headEnd type="none" w="med" len="med"/>
              <a:tailEnd type="none" w="med" len="med"/>
            </a:ln>
          </p:spPr>
        </p:sp>
        <p:sp>
          <p:nvSpPr>
            <p:cNvPr id="194651" name="Line 35"/>
            <p:cNvSpPr/>
            <p:nvPr/>
          </p:nvSpPr>
          <p:spPr>
            <a:xfrm flipH="1">
              <a:off x="3027" y="1799"/>
              <a:ext cx="908" cy="0"/>
            </a:xfrm>
            <a:prstGeom prst="line">
              <a:avLst/>
            </a:prstGeom>
            <a:ln w="28575" cap="flat" cmpd="sng">
              <a:solidFill>
                <a:schemeClr val="tx1"/>
              </a:solidFill>
              <a:prstDash val="solid"/>
              <a:headEnd type="none" w="med" len="med"/>
              <a:tailEnd type="none" w="med" len="med"/>
            </a:ln>
          </p:spPr>
        </p:sp>
        <p:sp>
          <p:nvSpPr>
            <p:cNvPr id="194652" name="Line 36"/>
            <p:cNvSpPr/>
            <p:nvPr/>
          </p:nvSpPr>
          <p:spPr>
            <a:xfrm flipH="1">
              <a:off x="3027" y="3959"/>
              <a:ext cx="908" cy="0"/>
            </a:xfrm>
            <a:prstGeom prst="line">
              <a:avLst/>
            </a:prstGeom>
            <a:ln w="28575" cap="flat" cmpd="sng">
              <a:solidFill>
                <a:schemeClr val="tx1"/>
              </a:solidFill>
              <a:prstDash val="solid"/>
              <a:headEnd type="none" w="med" len="med"/>
              <a:tailEnd type="none" w="med" len="med"/>
            </a:ln>
          </p:spPr>
        </p:sp>
        <p:sp>
          <p:nvSpPr>
            <p:cNvPr id="194653" name="Line 37"/>
            <p:cNvSpPr/>
            <p:nvPr/>
          </p:nvSpPr>
          <p:spPr>
            <a:xfrm flipH="1">
              <a:off x="3027" y="2519"/>
              <a:ext cx="908" cy="0"/>
            </a:xfrm>
            <a:prstGeom prst="line">
              <a:avLst/>
            </a:prstGeom>
            <a:ln w="28575" cap="flat" cmpd="sng">
              <a:solidFill>
                <a:schemeClr val="tx1"/>
              </a:solidFill>
              <a:prstDash val="solid"/>
              <a:headEnd type="none" w="med" len="med"/>
              <a:tailEnd type="none" w="med" len="med"/>
            </a:ln>
          </p:spPr>
        </p:sp>
        <p:sp>
          <p:nvSpPr>
            <p:cNvPr id="194654" name="Line 38"/>
            <p:cNvSpPr/>
            <p:nvPr/>
          </p:nvSpPr>
          <p:spPr>
            <a:xfrm flipH="1">
              <a:off x="3027" y="3237"/>
              <a:ext cx="908" cy="0"/>
            </a:xfrm>
            <a:prstGeom prst="line">
              <a:avLst/>
            </a:prstGeom>
            <a:ln w="28575" cap="flat" cmpd="sng">
              <a:solidFill>
                <a:schemeClr val="tx1"/>
              </a:solidFill>
              <a:prstDash val="solid"/>
              <a:headEnd type="none" w="med" len="med"/>
              <a:tailEnd type="none" w="med" len="med"/>
            </a:ln>
          </p:spPr>
        </p:sp>
        <p:sp>
          <p:nvSpPr>
            <p:cNvPr id="194655" name="Line 39"/>
            <p:cNvSpPr/>
            <p:nvPr/>
          </p:nvSpPr>
          <p:spPr>
            <a:xfrm flipH="1">
              <a:off x="199" y="3239"/>
              <a:ext cx="907" cy="0"/>
            </a:xfrm>
            <a:prstGeom prst="line">
              <a:avLst/>
            </a:prstGeom>
            <a:ln w="28575" cap="flat" cmpd="sng">
              <a:solidFill>
                <a:schemeClr val="tx1"/>
              </a:solidFill>
              <a:prstDash val="solid"/>
              <a:headEnd type="none" w="med" len="med"/>
              <a:tailEnd type="none" w="med" len="med"/>
            </a:ln>
          </p:spPr>
        </p:sp>
        <p:sp>
          <p:nvSpPr>
            <p:cNvPr id="194656" name="Line 40"/>
            <p:cNvSpPr/>
            <p:nvPr/>
          </p:nvSpPr>
          <p:spPr>
            <a:xfrm flipH="1">
              <a:off x="199" y="2519"/>
              <a:ext cx="907" cy="0"/>
            </a:xfrm>
            <a:prstGeom prst="line">
              <a:avLst/>
            </a:prstGeom>
            <a:ln w="28575" cap="flat" cmpd="sng">
              <a:solidFill>
                <a:schemeClr val="tx1"/>
              </a:solidFill>
              <a:prstDash val="solid"/>
              <a:headEnd type="none" w="med" len="med"/>
              <a:tailEnd type="none" w="med" len="med"/>
            </a:ln>
          </p:spPr>
        </p:sp>
        <p:sp>
          <p:nvSpPr>
            <p:cNvPr id="194657" name="Line 41"/>
            <p:cNvSpPr/>
            <p:nvPr/>
          </p:nvSpPr>
          <p:spPr>
            <a:xfrm flipH="1">
              <a:off x="199" y="3959"/>
              <a:ext cx="907" cy="0"/>
            </a:xfrm>
            <a:prstGeom prst="line">
              <a:avLst/>
            </a:prstGeom>
            <a:ln w="28575" cap="flat" cmpd="sng">
              <a:solidFill>
                <a:schemeClr val="tx1"/>
              </a:solidFill>
              <a:prstDash val="solid"/>
              <a:headEnd type="none" w="med" len="med"/>
              <a:tailEnd type="none" w="med" len="med"/>
            </a:ln>
          </p:spPr>
        </p:sp>
        <p:sp>
          <p:nvSpPr>
            <p:cNvPr id="194658" name="Text Box 42"/>
            <p:cNvSpPr txBox="1"/>
            <p:nvPr/>
          </p:nvSpPr>
          <p:spPr>
            <a:xfrm>
              <a:off x="1107" y="269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5D</a:t>
              </a:r>
              <a:endParaRPr lang="en-US" altLang="zh-CN" sz="1600">
                <a:solidFill>
                  <a:schemeClr val="tx1"/>
                </a:solidFill>
                <a:latin typeface="Arial Unicode MS" panose="020B0604020202020204" charset="-122"/>
                <a:ea typeface="Arial Unicode MS" panose="020B0604020202020204" charset="-122"/>
              </a:endParaRPr>
            </a:p>
          </p:txBody>
        </p:sp>
        <p:sp>
          <p:nvSpPr>
            <p:cNvPr id="194659" name="Text Box 43"/>
            <p:cNvSpPr txBox="1"/>
            <p:nvPr/>
          </p:nvSpPr>
          <p:spPr>
            <a:xfrm>
              <a:off x="1107" y="305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6D</a:t>
              </a:r>
              <a:endParaRPr lang="en-US" altLang="zh-CN" sz="1600">
                <a:solidFill>
                  <a:schemeClr val="tx1"/>
                </a:solidFill>
                <a:latin typeface="Arial Unicode MS" panose="020B0604020202020204" charset="-122"/>
                <a:ea typeface="Arial Unicode MS" panose="020B0604020202020204" charset="-122"/>
              </a:endParaRPr>
            </a:p>
          </p:txBody>
        </p:sp>
        <p:sp>
          <p:nvSpPr>
            <p:cNvPr id="194660" name="Text Box 44"/>
            <p:cNvSpPr txBox="1"/>
            <p:nvPr/>
          </p:nvSpPr>
          <p:spPr>
            <a:xfrm>
              <a:off x="1107" y="341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7D</a:t>
              </a:r>
              <a:endParaRPr lang="en-US" altLang="zh-CN" sz="1600">
                <a:solidFill>
                  <a:schemeClr val="tx1"/>
                </a:solidFill>
                <a:latin typeface="Arial Unicode MS" panose="020B0604020202020204" charset="-122"/>
                <a:ea typeface="Arial Unicode MS" panose="020B0604020202020204" charset="-122"/>
              </a:endParaRPr>
            </a:p>
          </p:txBody>
        </p:sp>
        <p:sp>
          <p:nvSpPr>
            <p:cNvPr id="194661" name="Text Box 45"/>
            <p:cNvSpPr txBox="1"/>
            <p:nvPr/>
          </p:nvSpPr>
          <p:spPr>
            <a:xfrm>
              <a:off x="1107" y="3779"/>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8D</a:t>
              </a:r>
              <a:endParaRPr lang="en-US" altLang="zh-CN" sz="1600">
                <a:solidFill>
                  <a:schemeClr val="tx1"/>
                </a:solidFill>
                <a:latin typeface="Arial Unicode MS" panose="020B0604020202020204" charset="-122"/>
                <a:ea typeface="Arial Unicode MS" panose="020B0604020202020204" charset="-122"/>
              </a:endParaRPr>
            </a:p>
          </p:txBody>
        </p:sp>
        <p:sp>
          <p:nvSpPr>
            <p:cNvPr id="194662" name="Text Box 46"/>
            <p:cNvSpPr txBox="1"/>
            <p:nvPr/>
          </p:nvSpPr>
          <p:spPr>
            <a:xfrm>
              <a:off x="987" y="0"/>
              <a:ext cx="21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74LS377</a:t>
              </a:r>
              <a:endParaRPr lang="en-US" altLang="zh-CN" sz="1600" b="1">
                <a:solidFill>
                  <a:schemeClr val="tx1"/>
                </a:solidFill>
                <a:latin typeface="黑体" panose="02010609060101010101" pitchFamily="2" charset="-122"/>
                <a:ea typeface="黑体" panose="02010609060101010101" pitchFamily="2" charset="-122"/>
              </a:endParaRPr>
            </a:p>
          </p:txBody>
        </p:sp>
      </p:grpSp>
      <p:grpSp>
        <p:nvGrpSpPr>
          <p:cNvPr id="194564" name="Group 128"/>
          <p:cNvGrpSpPr/>
          <p:nvPr/>
        </p:nvGrpSpPr>
        <p:grpSpPr>
          <a:xfrm>
            <a:off x="3846195" y="866140"/>
            <a:ext cx="5169535" cy="3679825"/>
            <a:chOff x="0" y="0"/>
            <a:chExt cx="3761" cy="3288"/>
          </a:xfrm>
        </p:grpSpPr>
        <p:grpSp>
          <p:nvGrpSpPr>
            <p:cNvPr id="194565" name="Group 124"/>
            <p:cNvGrpSpPr/>
            <p:nvPr/>
          </p:nvGrpSpPr>
          <p:grpSpPr>
            <a:xfrm>
              <a:off x="1536" y="216"/>
              <a:ext cx="305" cy="411"/>
              <a:chOff x="0" y="0"/>
              <a:chExt cx="305" cy="411"/>
            </a:xfrm>
          </p:grpSpPr>
          <p:sp>
            <p:nvSpPr>
              <p:cNvPr id="194622" name="Rectangle 50"/>
              <p:cNvSpPr>
                <a:spLocks noChangeArrowheads="1"/>
              </p:cNvSpPr>
              <p:nvPr/>
            </p:nvSpPr>
            <p:spPr bwMode="auto">
              <a:xfrm>
                <a:off x="0" y="0"/>
                <a:ext cx="272" cy="411"/>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3" name="Text Box 51"/>
              <p:cNvSpPr txBox="1">
                <a:spLocks noChangeArrowheads="1"/>
              </p:cNvSpPr>
              <p:nvPr/>
            </p:nvSpPr>
            <p:spPr bwMode="auto">
              <a:xfrm>
                <a:off x="22" y="47"/>
                <a:ext cx="28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grpSp>
          <p:nvGrpSpPr>
            <p:cNvPr id="194566" name="Group 125"/>
            <p:cNvGrpSpPr/>
            <p:nvPr/>
          </p:nvGrpSpPr>
          <p:grpSpPr>
            <a:xfrm>
              <a:off x="1536" y="723"/>
              <a:ext cx="321" cy="405"/>
              <a:chOff x="0" y="3"/>
              <a:chExt cx="321" cy="405"/>
            </a:xfrm>
          </p:grpSpPr>
          <p:sp>
            <p:nvSpPr>
              <p:cNvPr id="194620" name="Rectangle 53"/>
              <p:cNvSpPr>
                <a:spLocks noChangeArrowheads="1"/>
              </p:cNvSpPr>
              <p:nvPr/>
            </p:nvSpPr>
            <p:spPr bwMode="auto">
              <a:xfrm>
                <a:off x="0" y="3"/>
                <a:ext cx="272" cy="405"/>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1" name="Text Box 54"/>
              <p:cNvSpPr txBox="1">
                <a:spLocks noChangeArrowheads="1"/>
              </p:cNvSpPr>
              <p:nvPr/>
            </p:nvSpPr>
            <p:spPr bwMode="auto">
              <a:xfrm>
                <a:off x="28" y="24"/>
                <a:ext cx="29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pSp>
        <p:sp>
          <p:nvSpPr>
            <p:cNvPr id="194567" name="Rectangle 56"/>
            <p:cNvSpPr>
              <a:spLocks noChangeArrowheads="1"/>
            </p:cNvSpPr>
            <p:nvPr/>
          </p:nvSpPr>
          <p:spPr bwMode="auto">
            <a:xfrm>
              <a:off x="2690" y="480"/>
              <a:ext cx="435" cy="7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68" name="Text Box 57"/>
            <p:cNvSpPr txBox="1">
              <a:spLocks noChangeArrowheads="1"/>
            </p:cNvSpPr>
            <p:nvPr/>
          </p:nvSpPr>
          <p:spPr bwMode="auto">
            <a:xfrm>
              <a:off x="2677" y="576"/>
              <a:ext cx="1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69" name="Text Box 58"/>
            <p:cNvSpPr txBox="1">
              <a:spLocks noChangeArrowheads="1"/>
            </p:cNvSpPr>
            <p:nvPr/>
          </p:nvSpPr>
          <p:spPr bwMode="auto">
            <a:xfrm>
              <a:off x="2951" y="576"/>
              <a:ext cx="13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70" name="AutoShape 59"/>
            <p:cNvSpPr>
              <a:spLocks noChangeArrowheads="1"/>
            </p:cNvSpPr>
            <p:nvPr/>
          </p:nvSpPr>
          <p:spPr bwMode="auto">
            <a:xfrm rot="5400000">
              <a:off x="2678" y="908"/>
              <a:ext cx="70" cy="56"/>
            </a:xfrm>
            <a:prstGeom prst="flowChartExtra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1" name="Text Box 60"/>
            <p:cNvSpPr txBox="1">
              <a:spLocks noChangeArrowheads="1"/>
            </p:cNvSpPr>
            <p:nvPr/>
          </p:nvSpPr>
          <p:spPr bwMode="auto">
            <a:xfrm>
              <a:off x="2713" y="863"/>
              <a:ext cx="4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572" name="Line 61"/>
            <p:cNvSpPr>
              <a:spLocks noChangeShapeType="1"/>
            </p:cNvSpPr>
            <p:nvPr/>
          </p:nvSpPr>
          <p:spPr bwMode="auto">
            <a:xfrm flipH="1">
              <a:off x="2352" y="672"/>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3" name="Line 62"/>
            <p:cNvSpPr>
              <a:spLocks noChangeShapeType="1"/>
            </p:cNvSpPr>
            <p:nvPr/>
          </p:nvSpPr>
          <p:spPr bwMode="auto">
            <a:xfrm>
              <a:off x="3128" y="672"/>
              <a:ext cx="37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4" name="Oval 64"/>
            <p:cNvSpPr>
              <a:spLocks noChangeArrowheads="1"/>
            </p:cNvSpPr>
            <p:nvPr/>
          </p:nvSpPr>
          <p:spPr bwMode="auto">
            <a:xfrm>
              <a:off x="2614" y="902"/>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5" name="Line 65"/>
            <p:cNvSpPr>
              <a:spLocks noChangeShapeType="1"/>
            </p:cNvSpPr>
            <p:nvPr/>
          </p:nvSpPr>
          <p:spPr bwMode="auto">
            <a:xfrm flipH="1">
              <a:off x="2484" y="936"/>
              <a:ext cx="12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6" name="Rectangle 67"/>
            <p:cNvSpPr>
              <a:spLocks noChangeArrowheads="1"/>
            </p:cNvSpPr>
            <p:nvPr/>
          </p:nvSpPr>
          <p:spPr bwMode="auto">
            <a:xfrm>
              <a:off x="2064" y="480"/>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7" name="Line 71"/>
            <p:cNvSpPr>
              <a:spLocks noChangeShapeType="1"/>
            </p:cNvSpPr>
            <p:nvPr/>
          </p:nvSpPr>
          <p:spPr bwMode="auto">
            <a:xfrm rot="10800000" flipH="1">
              <a:off x="1286" y="2041"/>
              <a:ext cx="11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8" name="Line 74"/>
            <p:cNvSpPr>
              <a:spLocks noChangeShapeType="1"/>
            </p:cNvSpPr>
            <p:nvPr/>
          </p:nvSpPr>
          <p:spPr bwMode="auto">
            <a:xfrm flipH="1">
              <a:off x="528" y="836"/>
              <a:ext cx="10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9" name="Line 75"/>
            <p:cNvSpPr>
              <a:spLocks noChangeShapeType="1"/>
            </p:cNvSpPr>
            <p:nvPr/>
          </p:nvSpPr>
          <p:spPr bwMode="auto">
            <a:xfrm flipH="1">
              <a:off x="778" y="1007"/>
              <a:ext cx="752"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0" name="Line 76"/>
            <p:cNvSpPr>
              <a:spLocks noChangeShapeType="1"/>
            </p:cNvSpPr>
            <p:nvPr/>
          </p:nvSpPr>
          <p:spPr bwMode="auto">
            <a:xfrm flipH="1">
              <a:off x="1392" y="528"/>
              <a:ext cx="144"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1" name="Line 77"/>
            <p:cNvSpPr>
              <a:spLocks noChangeShapeType="1"/>
            </p:cNvSpPr>
            <p:nvPr/>
          </p:nvSpPr>
          <p:spPr bwMode="auto">
            <a:xfrm>
              <a:off x="1392" y="528"/>
              <a:ext cx="0" cy="681"/>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2" name="Line 79"/>
            <p:cNvSpPr>
              <a:spLocks noChangeShapeType="1"/>
            </p:cNvSpPr>
            <p:nvPr/>
          </p:nvSpPr>
          <p:spPr bwMode="auto">
            <a:xfrm>
              <a:off x="1392" y="1296"/>
              <a:ext cx="0" cy="453"/>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3" name="Line 81"/>
            <p:cNvSpPr>
              <a:spLocks noChangeShapeType="1"/>
            </p:cNvSpPr>
            <p:nvPr/>
          </p:nvSpPr>
          <p:spPr bwMode="auto">
            <a:xfrm flipV="1">
              <a:off x="1392" y="1799"/>
              <a:ext cx="0" cy="238"/>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4" name="Line 87"/>
            <p:cNvSpPr>
              <a:spLocks noChangeShapeType="1"/>
            </p:cNvSpPr>
            <p:nvPr/>
          </p:nvSpPr>
          <p:spPr bwMode="auto">
            <a:xfrm flipH="1">
              <a:off x="1392" y="336"/>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5" name="Line 88"/>
            <p:cNvSpPr>
              <a:spLocks noChangeShapeType="1"/>
            </p:cNvSpPr>
            <p:nvPr/>
          </p:nvSpPr>
          <p:spPr bwMode="auto">
            <a:xfrm flipV="1">
              <a:off x="1392" y="0"/>
              <a:ext cx="0" cy="3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6" name="Line 89"/>
            <p:cNvSpPr>
              <a:spLocks noChangeShapeType="1"/>
            </p:cNvSpPr>
            <p:nvPr/>
          </p:nvSpPr>
          <p:spPr bwMode="auto">
            <a:xfrm>
              <a:off x="1392" y="0"/>
              <a:ext cx="19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7" name="Line 90"/>
            <p:cNvSpPr>
              <a:spLocks noChangeShapeType="1"/>
            </p:cNvSpPr>
            <p:nvPr/>
          </p:nvSpPr>
          <p:spPr bwMode="auto">
            <a:xfrm>
              <a:off x="3312" y="0"/>
              <a:ext cx="0" cy="6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8" name="Line 101"/>
            <p:cNvSpPr>
              <a:spLocks noChangeShapeType="1"/>
            </p:cNvSpPr>
            <p:nvPr/>
          </p:nvSpPr>
          <p:spPr bwMode="auto">
            <a:xfrm>
              <a:off x="1824" y="432"/>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9" name="Line 102"/>
            <p:cNvSpPr>
              <a:spLocks noChangeShapeType="1"/>
            </p:cNvSpPr>
            <p:nvPr/>
          </p:nvSpPr>
          <p:spPr bwMode="auto">
            <a:xfrm>
              <a:off x="1920" y="432"/>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0" name="Line 103"/>
            <p:cNvSpPr>
              <a:spLocks noChangeShapeType="1"/>
            </p:cNvSpPr>
            <p:nvPr/>
          </p:nvSpPr>
          <p:spPr bwMode="auto">
            <a:xfrm>
              <a:off x="1920" y="624"/>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1" name="Line 105"/>
            <p:cNvSpPr>
              <a:spLocks noChangeShapeType="1"/>
            </p:cNvSpPr>
            <p:nvPr/>
          </p:nvSpPr>
          <p:spPr bwMode="auto">
            <a:xfrm>
              <a:off x="1824" y="936"/>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2" name="Line 106"/>
            <p:cNvSpPr>
              <a:spLocks noChangeShapeType="1"/>
            </p:cNvSpPr>
            <p:nvPr/>
          </p:nvSpPr>
          <p:spPr bwMode="auto">
            <a:xfrm>
              <a:off x="1920" y="768"/>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3" name="Line 107"/>
            <p:cNvSpPr>
              <a:spLocks noChangeShapeType="1"/>
            </p:cNvSpPr>
            <p:nvPr/>
          </p:nvSpPr>
          <p:spPr bwMode="auto">
            <a:xfrm>
              <a:off x="1920" y="7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4" name="Line 108"/>
            <p:cNvSpPr>
              <a:spLocks noChangeShapeType="1"/>
            </p:cNvSpPr>
            <p:nvPr/>
          </p:nvSpPr>
          <p:spPr bwMode="auto">
            <a:xfrm>
              <a:off x="2489" y="936"/>
              <a:ext cx="0" cy="15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5" name="Line 109"/>
            <p:cNvSpPr>
              <a:spLocks noChangeShapeType="1"/>
            </p:cNvSpPr>
            <p:nvPr/>
          </p:nvSpPr>
          <p:spPr bwMode="auto">
            <a:xfrm>
              <a:off x="750" y="2511"/>
              <a:ext cx="1746"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6" name="Text Box 110"/>
            <p:cNvSpPr txBox="1">
              <a:spLocks noChangeArrowheads="1"/>
            </p:cNvSpPr>
            <p:nvPr/>
          </p:nvSpPr>
          <p:spPr bwMode="auto">
            <a:xfrm>
              <a:off x="192" y="672"/>
              <a:ext cx="481"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597" name="Text Box 111"/>
            <p:cNvSpPr txBox="1">
              <a:spLocks noChangeArrowheads="1"/>
            </p:cNvSpPr>
            <p:nvPr/>
          </p:nvSpPr>
          <p:spPr bwMode="auto">
            <a:xfrm>
              <a:off x="0" y="2256"/>
              <a:ext cx="528"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598" name="Text Box 113"/>
            <p:cNvSpPr txBox="1">
              <a:spLocks noChangeArrowheads="1"/>
            </p:cNvSpPr>
            <p:nvPr/>
          </p:nvSpPr>
          <p:spPr bwMode="auto">
            <a:xfrm>
              <a:off x="880" y="2929"/>
              <a:ext cx="2881"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p>
              <a:pPr eaLnBrk="1" hangingPunct="1">
                <a:spcBef>
                  <a:spcPct val="50000"/>
                </a:spcBef>
              </a:pPr>
              <a:r>
                <a:rPr lang="zh-CN" altLang="en-US" b="1" dirty="0">
                  <a:solidFill>
                    <a:srgbClr val="FF0000"/>
                  </a:solidFill>
                  <a:latin typeface="Times New Roman" panose="02020603050405020304" pitchFamily="18" charset="0"/>
                  <a:ea typeface="华文新魏" panose="02010800040101010101" pitchFamily="2" charset="-122"/>
                </a:rPr>
                <a:t>时钟使能的 </a:t>
              </a:r>
              <a:r>
                <a:rPr lang="en-US" altLang="zh-CN" b="1">
                  <a:solidFill>
                    <a:srgbClr val="FF0000"/>
                  </a:solidFill>
                  <a:latin typeface="Times New Roman" panose="02020603050405020304" pitchFamily="18" charset="0"/>
                  <a:ea typeface="华文新魏" panose="02010800040101010101" pitchFamily="2" charset="-122"/>
                </a:rPr>
                <a:t>1 </a:t>
              </a:r>
              <a:r>
                <a:rPr lang="zh-CN" altLang="en-US" b="1" dirty="0">
                  <a:solidFill>
                    <a:srgbClr val="FF0000"/>
                  </a:solidFill>
                  <a:latin typeface="Times New Roman" panose="02020603050405020304" pitchFamily="18" charset="0"/>
                  <a:ea typeface="华文新魏" panose="02010800040101010101" pitchFamily="2" charset="-122"/>
                </a:rPr>
                <a:t>位等效逻辑图</a:t>
              </a:r>
              <a:endParaRPr lang="zh-CN" altLang="en-US" b="1" dirty="0">
                <a:solidFill>
                  <a:srgbClr val="FF0000"/>
                </a:solidFill>
                <a:latin typeface="Times New Roman" panose="02020603050405020304" pitchFamily="18" charset="0"/>
                <a:ea typeface="华文新魏" panose="02010800040101010101" pitchFamily="2" charset="-122"/>
              </a:endParaRPr>
            </a:p>
          </p:txBody>
        </p:sp>
        <p:sp>
          <p:nvSpPr>
            <p:cNvPr id="194599" name="Text Box 114"/>
            <p:cNvSpPr txBox="1">
              <a:spLocks noChangeArrowheads="1"/>
            </p:cNvSpPr>
            <p:nvPr/>
          </p:nvSpPr>
          <p:spPr bwMode="auto">
            <a:xfrm>
              <a:off x="2338" y="413"/>
              <a:ext cx="336"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600" name="Text Box 115"/>
            <p:cNvSpPr txBox="1">
              <a:spLocks noChangeArrowheads="1"/>
            </p:cNvSpPr>
            <p:nvPr/>
          </p:nvSpPr>
          <p:spPr bwMode="auto">
            <a:xfrm>
              <a:off x="3262" y="613"/>
              <a:ext cx="432"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1Q</a:t>
              </a:r>
              <a:endPar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endParaRPr>
            </a:p>
          </p:txBody>
        </p:sp>
        <p:sp>
          <p:nvSpPr>
            <p:cNvPr id="194601" name="Oval 119"/>
            <p:cNvSpPr>
              <a:spLocks noChangeArrowheads="1"/>
            </p:cNvSpPr>
            <p:nvPr/>
          </p:nvSpPr>
          <p:spPr bwMode="auto">
            <a:xfrm>
              <a:off x="3282" y="654"/>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2" name="Text Box 120"/>
            <p:cNvSpPr txBox="1">
              <a:spLocks noChangeArrowheads="1"/>
            </p:cNvSpPr>
            <p:nvPr/>
          </p:nvSpPr>
          <p:spPr bwMode="auto">
            <a:xfrm>
              <a:off x="2044" y="528"/>
              <a:ext cx="38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03" name="Rectangle 72"/>
            <p:cNvSpPr>
              <a:spLocks noChangeArrowheads="1"/>
            </p:cNvSpPr>
            <p:nvPr/>
          </p:nvSpPr>
          <p:spPr bwMode="auto">
            <a:xfrm>
              <a:off x="946" y="1818"/>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4" name="Text Box 73"/>
            <p:cNvSpPr txBox="1">
              <a:spLocks noChangeArrowheads="1"/>
            </p:cNvSpPr>
            <p:nvPr/>
          </p:nvSpPr>
          <p:spPr bwMode="auto">
            <a:xfrm>
              <a:off x="978" y="1842"/>
              <a:ext cx="250"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05" name="Line 83"/>
            <p:cNvSpPr>
              <a:spLocks noChangeShapeType="1"/>
            </p:cNvSpPr>
            <p:nvPr/>
          </p:nvSpPr>
          <p:spPr bwMode="auto">
            <a:xfrm>
              <a:off x="788" y="1018"/>
              <a:ext cx="0" cy="144"/>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6" name="Line 85"/>
            <p:cNvSpPr>
              <a:spLocks noChangeShapeType="1"/>
            </p:cNvSpPr>
            <p:nvPr/>
          </p:nvSpPr>
          <p:spPr bwMode="auto">
            <a:xfrm>
              <a:off x="788" y="1799"/>
              <a:ext cx="0" cy="226"/>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7" name="Line 86"/>
            <p:cNvSpPr>
              <a:spLocks noChangeShapeType="1"/>
            </p:cNvSpPr>
            <p:nvPr/>
          </p:nvSpPr>
          <p:spPr bwMode="auto">
            <a:xfrm flipH="1">
              <a:off x="644" y="2036"/>
              <a:ext cx="29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8" name="Rectangle 92"/>
            <p:cNvSpPr>
              <a:spLocks noChangeArrowheads="1"/>
            </p:cNvSpPr>
            <p:nvPr/>
          </p:nvSpPr>
          <p:spPr bwMode="auto">
            <a:xfrm>
              <a:off x="452" y="1881"/>
              <a:ext cx="219" cy="337"/>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9" name="Text Box 93"/>
            <p:cNvSpPr txBox="1">
              <a:spLocks noChangeArrowheads="1"/>
            </p:cNvSpPr>
            <p:nvPr/>
          </p:nvSpPr>
          <p:spPr bwMode="auto">
            <a:xfrm>
              <a:off x="484" y="1908"/>
              <a:ext cx="307"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10" name="Oval 94"/>
            <p:cNvSpPr>
              <a:spLocks noChangeArrowheads="1"/>
            </p:cNvSpPr>
            <p:nvPr/>
          </p:nvSpPr>
          <p:spPr bwMode="auto">
            <a:xfrm>
              <a:off x="381" y="2014"/>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1" name="Line 95"/>
            <p:cNvSpPr>
              <a:spLocks noChangeShapeType="1"/>
            </p:cNvSpPr>
            <p:nvPr/>
          </p:nvSpPr>
          <p:spPr bwMode="auto">
            <a:xfrm flipH="1">
              <a:off x="191" y="204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2" name="Rectangle 97"/>
            <p:cNvSpPr>
              <a:spLocks noChangeArrowheads="1"/>
            </p:cNvSpPr>
            <p:nvPr/>
          </p:nvSpPr>
          <p:spPr bwMode="auto">
            <a:xfrm>
              <a:off x="460" y="2352"/>
              <a:ext cx="212" cy="336"/>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3" name="Text Box 98"/>
            <p:cNvSpPr txBox="1">
              <a:spLocks noChangeArrowheads="1"/>
            </p:cNvSpPr>
            <p:nvPr/>
          </p:nvSpPr>
          <p:spPr bwMode="auto">
            <a:xfrm>
              <a:off x="492" y="2379"/>
              <a:ext cx="30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94614" name="Oval 99"/>
            <p:cNvSpPr>
              <a:spLocks noChangeArrowheads="1"/>
            </p:cNvSpPr>
            <p:nvPr/>
          </p:nvSpPr>
          <p:spPr bwMode="auto">
            <a:xfrm rot="10800000">
              <a:off x="678" y="2478"/>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5" name="Line 100"/>
            <p:cNvSpPr>
              <a:spLocks noChangeShapeType="1"/>
            </p:cNvSpPr>
            <p:nvPr/>
          </p:nvSpPr>
          <p:spPr bwMode="auto">
            <a:xfrm flipH="1">
              <a:off x="268" y="252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6" name="Text Box 112"/>
            <p:cNvSpPr txBox="1">
              <a:spLocks noChangeArrowheads="1"/>
            </p:cNvSpPr>
            <p:nvPr/>
          </p:nvSpPr>
          <p:spPr bwMode="auto">
            <a:xfrm>
              <a:off x="8" y="1776"/>
              <a:ext cx="352"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rPr>
                <a:t>/G</a:t>
              </a:r>
              <a:endParaRPr kumimoji="0" lang="en-US" altLang="zh-CN" sz="1800" b="0"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endParaRPr>
            </a:p>
          </p:txBody>
        </p:sp>
        <p:sp>
          <p:nvSpPr>
            <p:cNvPr id="194617" name="Oval 122"/>
            <p:cNvSpPr>
              <a:spLocks noChangeArrowheads="1"/>
            </p:cNvSpPr>
            <p:nvPr/>
          </p:nvSpPr>
          <p:spPr bwMode="auto">
            <a:xfrm>
              <a:off x="1216" y="2006"/>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8" name="Line 123"/>
            <p:cNvSpPr>
              <a:spLocks noChangeShapeType="1"/>
            </p:cNvSpPr>
            <p:nvPr/>
          </p:nvSpPr>
          <p:spPr bwMode="auto">
            <a:xfrm>
              <a:off x="788" y="1257"/>
              <a:ext cx="0" cy="452"/>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9" name="Oval 127"/>
            <p:cNvSpPr>
              <a:spLocks noChangeArrowheads="1"/>
            </p:cNvSpPr>
            <p:nvPr/>
          </p:nvSpPr>
          <p:spPr bwMode="auto">
            <a:xfrm>
              <a:off x="758" y="2008"/>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2" name="Text Box 113"/>
          <p:cNvSpPr txBox="1">
            <a:spLocks noChangeArrowheads="1"/>
          </p:cNvSpPr>
          <p:nvPr/>
        </p:nvSpPr>
        <p:spPr bwMode="auto">
          <a:xfrm>
            <a:off x="247015" y="4199255"/>
            <a:ext cx="4857115" cy="709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p>
            <a:pPr eaLnBrk="1" hangingPunct="1">
              <a:spcBef>
                <a:spcPct val="50000"/>
              </a:spcBef>
            </a:pPr>
            <a:r>
              <a:rPr lang="zh-CN" b="1" dirty="0">
                <a:solidFill>
                  <a:srgbClr val="FF0000"/>
                </a:solidFill>
                <a:latin typeface="Times New Roman" panose="02020603050405020304" pitchFamily="18" charset="0"/>
                <a:ea typeface="华文新魏" panose="02010800040101010101" pitchFamily="2" charset="-122"/>
              </a:rPr>
              <a:t>这类寄存器在时钟信号的有效沿存入数据，数据直接输出（透明器件）！</a:t>
            </a:r>
            <a:endParaRPr lang="zh-CN" b="1" dirty="0">
              <a:solidFill>
                <a:srgbClr val="FF0000"/>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ppt_x"/>
                                          </p:val>
                                        </p:tav>
                                        <p:tav tm="100000">
                                          <p:val>
                                            <p:strVal val="#ppt_x"/>
                                          </p:val>
                                        </p:tav>
                                      </p:tavLst>
                                    </p:anim>
                                    <p:anim calcmode="lin" valueType="num">
                                      <p:cBhvr additive="base">
                                        <p:cTn id="8" dur="500" fill="hold"/>
                                        <p:tgtEl>
                                          <p:spTgt spid="1945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64"/>
                                        </p:tgtEl>
                                        <p:attrNameLst>
                                          <p:attrName>style.visibility</p:attrName>
                                        </p:attrNameLst>
                                      </p:cBhvr>
                                      <p:to>
                                        <p:strVal val="visible"/>
                                      </p:to>
                                    </p:set>
                                    <p:anim calcmode="lin" valueType="num">
                                      <p:cBhvr additive="base">
                                        <p:cTn id="13" dur="500" fill="hold"/>
                                        <p:tgtEl>
                                          <p:spTgt spid="194564"/>
                                        </p:tgtEl>
                                        <p:attrNameLst>
                                          <p:attrName>ppt_x</p:attrName>
                                        </p:attrNameLst>
                                      </p:cBhvr>
                                      <p:tavLst>
                                        <p:tav tm="0">
                                          <p:val>
                                            <p:strVal val="#ppt_x"/>
                                          </p:val>
                                        </p:tav>
                                        <p:tav tm="100000">
                                          <p:val>
                                            <p:strVal val="#ppt_x"/>
                                          </p:val>
                                        </p:tav>
                                      </p:tavLst>
                                    </p:anim>
                                    <p:anim calcmode="lin" valueType="num">
                                      <p:cBhvr additive="base">
                                        <p:cTn id="14" dur="500" fill="hold"/>
                                        <p:tgtEl>
                                          <p:spTgt spid="1945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a:xfrm>
            <a:off x="533400" y="601663"/>
            <a:ext cx="63246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移位寄存器 </a:t>
            </a:r>
            <a:r>
              <a:rPr lang="en-US" altLang="zh-CN" sz="2000" b="1" i="1">
                <a:latin typeface="华文新魏" panose="02010800040101010101" pitchFamily="2" charset="-122"/>
                <a:ea typeface="华文新魏" panose="02010800040101010101" pitchFamily="2" charset="-122"/>
              </a:rPr>
              <a:t>Shift Registers</a:t>
            </a:r>
            <a:endParaRPr lang="en-US" altLang="zh-CN" sz="2000" b="1">
              <a:latin typeface="华文新魏" panose="02010800040101010101" pitchFamily="2" charset="-122"/>
              <a:ea typeface="华文新魏" panose="02010800040101010101" pitchFamily="2" charset="-122"/>
            </a:endParaRPr>
          </a:p>
        </p:txBody>
      </p:sp>
      <p:sp>
        <p:nvSpPr>
          <p:cNvPr id="195587" name="Text Box 4"/>
          <p:cNvSpPr txBox="1"/>
          <p:nvPr/>
        </p:nvSpPr>
        <p:spPr>
          <a:xfrm>
            <a:off x="533400" y="1173163"/>
            <a:ext cx="6553200" cy="3968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串入</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串出结构 </a:t>
            </a:r>
            <a:r>
              <a:rPr lang="en-US" altLang="zh-CN" b="1">
                <a:solidFill>
                  <a:schemeClr val="tx1"/>
                </a:solidFill>
                <a:latin typeface="华文新魏" panose="02010800040101010101" pitchFamily="2" charset="-122"/>
                <a:ea typeface="华文新魏" panose="02010800040101010101" pitchFamily="2" charset="-122"/>
              </a:rPr>
              <a:t>Serial in – Serial out</a:t>
            </a:r>
            <a:endParaRPr lang="en-US" altLang="zh-CN" b="1">
              <a:solidFill>
                <a:schemeClr val="tx1"/>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457200" y="2171700"/>
            <a:ext cx="8534400" cy="2110105"/>
            <a:chOff x="720" y="3420"/>
            <a:chExt cx="13440" cy="3323"/>
          </a:xfrm>
        </p:grpSpPr>
        <p:sp>
          <p:nvSpPr>
            <p:cNvPr id="195588" name="Text Box 6"/>
            <p:cNvSpPr txBox="1"/>
            <p:nvPr/>
          </p:nvSpPr>
          <p:spPr>
            <a:xfrm>
              <a:off x="12480" y="6210"/>
              <a:ext cx="16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589" name="Rectangle 8"/>
            <p:cNvSpPr/>
            <p:nvPr/>
          </p:nvSpPr>
          <p:spPr>
            <a:xfrm rot="-5400000">
              <a:off x="161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0" name="Text Box 9"/>
            <p:cNvSpPr txBox="1"/>
            <p:nvPr/>
          </p:nvSpPr>
          <p:spPr>
            <a:xfrm>
              <a:off x="148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1" name="Text Box 10"/>
            <p:cNvSpPr txBox="1"/>
            <p:nvPr/>
          </p:nvSpPr>
          <p:spPr>
            <a:xfrm>
              <a:off x="148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2" name="AutoShape 11"/>
            <p:cNvSpPr/>
            <p:nvPr/>
          </p:nvSpPr>
          <p:spPr>
            <a:xfrm>
              <a:off x="226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3" name="Text Box 12"/>
            <p:cNvSpPr txBox="1"/>
            <p:nvPr/>
          </p:nvSpPr>
          <p:spPr>
            <a:xfrm>
              <a:off x="200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4" name="Line 13"/>
            <p:cNvSpPr/>
            <p:nvPr/>
          </p:nvSpPr>
          <p:spPr>
            <a:xfrm rot="-5400000">
              <a:off x="1473" y="5668"/>
              <a:ext cx="532" cy="0"/>
            </a:xfrm>
            <a:prstGeom prst="line">
              <a:avLst/>
            </a:prstGeom>
            <a:ln w="28575" cap="flat" cmpd="sng">
              <a:solidFill>
                <a:schemeClr val="tx1"/>
              </a:solidFill>
              <a:prstDash val="solid"/>
              <a:headEnd type="none" w="med" len="med"/>
              <a:tailEnd type="none" w="med" len="med"/>
            </a:ln>
          </p:spPr>
        </p:sp>
        <p:sp>
          <p:nvSpPr>
            <p:cNvPr id="195595" name="Line 14"/>
            <p:cNvSpPr/>
            <p:nvPr/>
          </p:nvSpPr>
          <p:spPr>
            <a:xfrm rot="-5400000">
              <a:off x="1405" y="4144"/>
              <a:ext cx="588" cy="0"/>
            </a:xfrm>
            <a:prstGeom prst="line">
              <a:avLst/>
            </a:prstGeom>
            <a:ln w="28575" cap="flat" cmpd="sng">
              <a:solidFill>
                <a:schemeClr val="tx1"/>
              </a:solidFill>
              <a:prstDash val="solid"/>
              <a:headEnd type="none" w="med" len="med"/>
              <a:tailEnd type="none" w="med" len="med"/>
            </a:ln>
          </p:spPr>
        </p:sp>
        <p:sp>
          <p:nvSpPr>
            <p:cNvPr id="195596" name="Line 15"/>
            <p:cNvSpPr/>
            <p:nvPr/>
          </p:nvSpPr>
          <p:spPr>
            <a:xfrm rot="-5400000">
              <a:off x="1963" y="5798"/>
              <a:ext cx="800" cy="0"/>
            </a:xfrm>
            <a:prstGeom prst="line">
              <a:avLst/>
            </a:prstGeom>
            <a:ln w="28575" cap="flat" cmpd="sng">
              <a:solidFill>
                <a:schemeClr val="tx1"/>
              </a:solidFill>
              <a:prstDash val="solid"/>
              <a:headEnd type="none" w="med" len="med"/>
              <a:tailEnd type="none" w="med" len="med"/>
            </a:ln>
          </p:spPr>
        </p:sp>
        <p:sp>
          <p:nvSpPr>
            <p:cNvPr id="195597" name="Rectangle 16"/>
            <p:cNvSpPr/>
            <p:nvPr/>
          </p:nvSpPr>
          <p:spPr>
            <a:xfrm rot="-5400000">
              <a:off x="425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8" name="Text Box 17"/>
            <p:cNvSpPr txBox="1"/>
            <p:nvPr/>
          </p:nvSpPr>
          <p:spPr>
            <a:xfrm>
              <a:off x="412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599" name="Text Box 18"/>
            <p:cNvSpPr txBox="1"/>
            <p:nvPr/>
          </p:nvSpPr>
          <p:spPr>
            <a:xfrm>
              <a:off x="412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00" name="AutoShape 19"/>
            <p:cNvSpPr/>
            <p:nvPr/>
          </p:nvSpPr>
          <p:spPr>
            <a:xfrm>
              <a:off x="490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01" name="Text Box 20"/>
            <p:cNvSpPr txBox="1"/>
            <p:nvPr/>
          </p:nvSpPr>
          <p:spPr>
            <a:xfrm>
              <a:off x="464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02" name="Line 21"/>
            <p:cNvSpPr/>
            <p:nvPr/>
          </p:nvSpPr>
          <p:spPr>
            <a:xfrm rot="-5400000">
              <a:off x="4063" y="5668"/>
              <a:ext cx="532" cy="0"/>
            </a:xfrm>
            <a:prstGeom prst="line">
              <a:avLst/>
            </a:prstGeom>
            <a:ln w="28575" cap="flat" cmpd="sng">
              <a:solidFill>
                <a:schemeClr val="tx1"/>
              </a:solidFill>
              <a:prstDash val="solid"/>
              <a:headEnd type="none" w="med" len="med"/>
              <a:tailEnd type="none" w="med" len="med"/>
            </a:ln>
          </p:spPr>
        </p:sp>
        <p:sp>
          <p:nvSpPr>
            <p:cNvPr id="195603" name="Line 22"/>
            <p:cNvSpPr/>
            <p:nvPr/>
          </p:nvSpPr>
          <p:spPr>
            <a:xfrm rot="-5400000">
              <a:off x="4057" y="4144"/>
              <a:ext cx="588" cy="0"/>
            </a:xfrm>
            <a:prstGeom prst="line">
              <a:avLst/>
            </a:prstGeom>
            <a:ln w="28575" cap="flat" cmpd="sng">
              <a:solidFill>
                <a:schemeClr val="tx1"/>
              </a:solidFill>
              <a:prstDash val="solid"/>
              <a:headEnd type="none" w="med" len="med"/>
              <a:tailEnd type="none" w="med" len="med"/>
            </a:ln>
          </p:spPr>
        </p:sp>
        <p:sp>
          <p:nvSpPr>
            <p:cNvPr id="195604" name="Line 23"/>
            <p:cNvSpPr/>
            <p:nvPr/>
          </p:nvSpPr>
          <p:spPr>
            <a:xfrm rot="-5400000">
              <a:off x="4603" y="5798"/>
              <a:ext cx="800" cy="0"/>
            </a:xfrm>
            <a:prstGeom prst="line">
              <a:avLst/>
            </a:prstGeom>
            <a:ln w="28575" cap="flat" cmpd="sng">
              <a:solidFill>
                <a:schemeClr val="tx1"/>
              </a:solidFill>
              <a:prstDash val="solid"/>
              <a:headEnd type="none" w="med" len="med"/>
              <a:tailEnd type="none" w="med" len="med"/>
            </a:ln>
          </p:spPr>
        </p:sp>
        <p:sp>
          <p:nvSpPr>
            <p:cNvPr id="195605" name="Line 24"/>
            <p:cNvSpPr/>
            <p:nvPr/>
          </p:nvSpPr>
          <p:spPr>
            <a:xfrm>
              <a:off x="1760" y="5940"/>
              <a:ext cx="1620" cy="0"/>
            </a:xfrm>
            <a:prstGeom prst="line">
              <a:avLst/>
            </a:prstGeom>
            <a:ln w="28575" cap="flat" cmpd="sng">
              <a:solidFill>
                <a:schemeClr val="tx1"/>
              </a:solidFill>
              <a:prstDash val="solid"/>
              <a:headEnd type="none" w="med" len="med"/>
              <a:tailEnd type="none" w="med" len="med"/>
            </a:ln>
          </p:spPr>
        </p:sp>
        <p:sp>
          <p:nvSpPr>
            <p:cNvPr id="195606" name="Line 25"/>
            <p:cNvSpPr/>
            <p:nvPr/>
          </p:nvSpPr>
          <p:spPr>
            <a:xfrm>
              <a:off x="3360" y="3870"/>
              <a:ext cx="0" cy="2070"/>
            </a:xfrm>
            <a:prstGeom prst="line">
              <a:avLst/>
            </a:prstGeom>
            <a:ln w="28575" cap="flat" cmpd="sng">
              <a:solidFill>
                <a:schemeClr val="tx1"/>
              </a:solidFill>
              <a:prstDash val="solid"/>
              <a:headEnd type="none" w="med" len="med"/>
              <a:tailEnd type="none" w="med" len="med"/>
            </a:ln>
          </p:spPr>
        </p:sp>
        <p:sp>
          <p:nvSpPr>
            <p:cNvPr id="195607" name="Line 26"/>
            <p:cNvSpPr/>
            <p:nvPr/>
          </p:nvSpPr>
          <p:spPr>
            <a:xfrm>
              <a:off x="3350" y="3845"/>
              <a:ext cx="1020" cy="0"/>
            </a:xfrm>
            <a:prstGeom prst="line">
              <a:avLst/>
            </a:prstGeom>
            <a:ln w="28575" cap="flat" cmpd="sng">
              <a:solidFill>
                <a:schemeClr val="tx1"/>
              </a:solidFill>
              <a:prstDash val="solid"/>
              <a:headEnd type="none" w="med" len="med"/>
              <a:tailEnd type="none" w="med" len="med"/>
            </a:ln>
          </p:spPr>
        </p:sp>
        <p:sp>
          <p:nvSpPr>
            <p:cNvPr id="195608" name="Line 27"/>
            <p:cNvSpPr/>
            <p:nvPr/>
          </p:nvSpPr>
          <p:spPr>
            <a:xfrm>
              <a:off x="4345" y="5940"/>
              <a:ext cx="1620" cy="0"/>
            </a:xfrm>
            <a:prstGeom prst="line">
              <a:avLst/>
            </a:prstGeom>
            <a:ln w="28575" cap="flat" cmpd="sng">
              <a:solidFill>
                <a:schemeClr val="tx1"/>
              </a:solidFill>
              <a:prstDash val="solid"/>
              <a:headEnd type="none" w="med" len="med"/>
              <a:tailEnd type="none" w="med" len="med"/>
            </a:ln>
          </p:spPr>
        </p:sp>
        <p:sp>
          <p:nvSpPr>
            <p:cNvPr id="195609" name="Line 28"/>
            <p:cNvSpPr/>
            <p:nvPr/>
          </p:nvSpPr>
          <p:spPr>
            <a:xfrm>
              <a:off x="2365" y="6210"/>
              <a:ext cx="10440" cy="0"/>
            </a:xfrm>
            <a:prstGeom prst="line">
              <a:avLst/>
            </a:prstGeom>
            <a:ln w="28575" cap="flat" cmpd="sng">
              <a:solidFill>
                <a:schemeClr val="tx1"/>
              </a:solidFill>
              <a:prstDash val="solid"/>
              <a:headEnd type="none" w="med" len="med"/>
              <a:tailEnd type="none" w="med" len="med"/>
            </a:ln>
          </p:spPr>
        </p:sp>
        <p:sp>
          <p:nvSpPr>
            <p:cNvPr id="195610" name="Rectangle 30"/>
            <p:cNvSpPr/>
            <p:nvPr/>
          </p:nvSpPr>
          <p:spPr>
            <a:xfrm rot="-5400000">
              <a:off x="773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1" name="Text Box 31"/>
            <p:cNvSpPr txBox="1"/>
            <p:nvPr/>
          </p:nvSpPr>
          <p:spPr>
            <a:xfrm>
              <a:off x="760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2" name="Text Box 32"/>
            <p:cNvSpPr txBox="1"/>
            <p:nvPr/>
          </p:nvSpPr>
          <p:spPr>
            <a:xfrm>
              <a:off x="760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3" name="AutoShape 33"/>
            <p:cNvSpPr/>
            <p:nvPr/>
          </p:nvSpPr>
          <p:spPr>
            <a:xfrm>
              <a:off x="838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4" name="Text Box 34"/>
            <p:cNvSpPr txBox="1"/>
            <p:nvPr/>
          </p:nvSpPr>
          <p:spPr>
            <a:xfrm>
              <a:off x="812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15" name="Line 35"/>
            <p:cNvSpPr/>
            <p:nvPr/>
          </p:nvSpPr>
          <p:spPr>
            <a:xfrm rot="-5400000">
              <a:off x="7593" y="5668"/>
              <a:ext cx="532" cy="0"/>
            </a:xfrm>
            <a:prstGeom prst="line">
              <a:avLst/>
            </a:prstGeom>
            <a:ln w="28575" cap="flat" cmpd="sng">
              <a:solidFill>
                <a:schemeClr val="tx1"/>
              </a:solidFill>
              <a:prstDash val="solid"/>
              <a:headEnd type="none" w="med" len="med"/>
              <a:tailEnd type="none" w="med" len="med"/>
            </a:ln>
          </p:spPr>
        </p:sp>
        <p:sp>
          <p:nvSpPr>
            <p:cNvPr id="195616" name="Line 36"/>
            <p:cNvSpPr/>
            <p:nvPr/>
          </p:nvSpPr>
          <p:spPr>
            <a:xfrm rot="-5400000">
              <a:off x="7537" y="4156"/>
              <a:ext cx="588" cy="0"/>
            </a:xfrm>
            <a:prstGeom prst="line">
              <a:avLst/>
            </a:prstGeom>
            <a:ln w="28575" cap="flat" cmpd="sng">
              <a:solidFill>
                <a:schemeClr val="tx1"/>
              </a:solidFill>
              <a:prstDash val="solid"/>
              <a:headEnd type="none" w="med" len="med"/>
              <a:tailEnd type="none" w="med" len="med"/>
            </a:ln>
          </p:spPr>
        </p:sp>
        <p:sp>
          <p:nvSpPr>
            <p:cNvPr id="195617" name="Line 37"/>
            <p:cNvSpPr/>
            <p:nvPr/>
          </p:nvSpPr>
          <p:spPr>
            <a:xfrm rot="-5400000">
              <a:off x="8083" y="5798"/>
              <a:ext cx="800" cy="0"/>
            </a:xfrm>
            <a:prstGeom prst="line">
              <a:avLst/>
            </a:prstGeom>
            <a:ln w="28575" cap="flat" cmpd="sng">
              <a:solidFill>
                <a:schemeClr val="tx1"/>
              </a:solidFill>
              <a:prstDash val="solid"/>
              <a:headEnd type="none" w="med" len="med"/>
              <a:tailEnd type="none" w="med" len="med"/>
            </a:ln>
          </p:spPr>
        </p:sp>
        <p:sp>
          <p:nvSpPr>
            <p:cNvPr id="195618" name="Rectangle 38"/>
            <p:cNvSpPr/>
            <p:nvPr/>
          </p:nvSpPr>
          <p:spPr>
            <a:xfrm rot="-5400000">
              <a:off x="1037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9" name="Text Box 39"/>
            <p:cNvSpPr txBox="1"/>
            <p:nvPr/>
          </p:nvSpPr>
          <p:spPr>
            <a:xfrm>
              <a:off x="10248" y="4955"/>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0" name="Text Box 40"/>
            <p:cNvSpPr txBox="1"/>
            <p:nvPr/>
          </p:nvSpPr>
          <p:spPr>
            <a:xfrm>
              <a:off x="10245" y="4445"/>
              <a:ext cx="38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1" name="AutoShape 41"/>
            <p:cNvSpPr/>
            <p:nvPr/>
          </p:nvSpPr>
          <p:spPr>
            <a:xfrm>
              <a:off x="11020" y="5290"/>
              <a:ext cx="178" cy="118"/>
            </a:xfrm>
            <a:prstGeom prst="flowChartExtract">
              <a:avLst/>
            </a:prstGeom>
            <a:noFill/>
            <a:ln w="28575">
              <a:noFill/>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22" name="Text Box 42"/>
            <p:cNvSpPr txBox="1"/>
            <p:nvPr/>
          </p:nvSpPr>
          <p:spPr>
            <a:xfrm>
              <a:off x="10765" y="4845"/>
              <a:ext cx="928"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195623" name="Line 43"/>
            <p:cNvSpPr/>
            <p:nvPr/>
          </p:nvSpPr>
          <p:spPr>
            <a:xfrm rot="-5400000">
              <a:off x="10183" y="5668"/>
              <a:ext cx="532" cy="0"/>
            </a:xfrm>
            <a:prstGeom prst="line">
              <a:avLst/>
            </a:prstGeom>
            <a:ln w="28575" cap="flat" cmpd="sng">
              <a:solidFill>
                <a:schemeClr val="tx1"/>
              </a:solidFill>
              <a:prstDash val="solid"/>
              <a:headEnd type="none" w="med" len="med"/>
              <a:tailEnd type="none" w="med" len="med"/>
            </a:ln>
          </p:spPr>
        </p:sp>
        <p:sp>
          <p:nvSpPr>
            <p:cNvPr id="195624" name="Line 44"/>
            <p:cNvSpPr/>
            <p:nvPr/>
          </p:nvSpPr>
          <p:spPr>
            <a:xfrm rot="-5400000">
              <a:off x="10177" y="4156"/>
              <a:ext cx="588" cy="0"/>
            </a:xfrm>
            <a:prstGeom prst="line">
              <a:avLst/>
            </a:prstGeom>
            <a:ln w="28575" cap="flat" cmpd="sng">
              <a:solidFill>
                <a:schemeClr val="tx1"/>
              </a:solidFill>
              <a:prstDash val="solid"/>
              <a:headEnd type="none" w="med" len="med"/>
              <a:tailEnd type="none" w="med" len="med"/>
            </a:ln>
          </p:spPr>
        </p:sp>
        <p:sp>
          <p:nvSpPr>
            <p:cNvPr id="195625" name="Line 45"/>
            <p:cNvSpPr/>
            <p:nvPr/>
          </p:nvSpPr>
          <p:spPr>
            <a:xfrm rot="-5400000">
              <a:off x="10723" y="5798"/>
              <a:ext cx="800" cy="0"/>
            </a:xfrm>
            <a:prstGeom prst="line">
              <a:avLst/>
            </a:prstGeom>
            <a:ln w="28575" cap="flat" cmpd="sng">
              <a:solidFill>
                <a:schemeClr val="tx1"/>
              </a:solidFill>
              <a:prstDash val="solid"/>
              <a:headEnd type="none" w="med" len="med"/>
              <a:tailEnd type="none" w="med" len="med"/>
            </a:ln>
          </p:spPr>
        </p:sp>
        <p:sp>
          <p:nvSpPr>
            <p:cNvPr id="195626" name="Line 46"/>
            <p:cNvSpPr/>
            <p:nvPr/>
          </p:nvSpPr>
          <p:spPr>
            <a:xfrm>
              <a:off x="7855" y="5940"/>
              <a:ext cx="1620" cy="0"/>
            </a:xfrm>
            <a:prstGeom prst="line">
              <a:avLst/>
            </a:prstGeom>
            <a:ln w="28575" cap="flat" cmpd="sng">
              <a:solidFill>
                <a:schemeClr val="tx1"/>
              </a:solidFill>
              <a:prstDash val="solid"/>
              <a:headEnd type="none" w="med" len="med"/>
              <a:tailEnd type="none" w="med" len="med"/>
            </a:ln>
          </p:spPr>
        </p:sp>
        <p:sp>
          <p:nvSpPr>
            <p:cNvPr id="195627" name="Line 47"/>
            <p:cNvSpPr/>
            <p:nvPr/>
          </p:nvSpPr>
          <p:spPr>
            <a:xfrm>
              <a:off x="9480" y="3870"/>
              <a:ext cx="0" cy="2070"/>
            </a:xfrm>
            <a:prstGeom prst="line">
              <a:avLst/>
            </a:prstGeom>
            <a:ln w="28575" cap="flat" cmpd="sng">
              <a:solidFill>
                <a:schemeClr val="tx1"/>
              </a:solidFill>
              <a:prstDash val="solid"/>
              <a:headEnd type="none" w="med" len="med"/>
              <a:tailEnd type="none" w="med" len="med"/>
            </a:ln>
          </p:spPr>
        </p:sp>
        <p:sp>
          <p:nvSpPr>
            <p:cNvPr id="195628" name="Line 48"/>
            <p:cNvSpPr/>
            <p:nvPr/>
          </p:nvSpPr>
          <p:spPr>
            <a:xfrm>
              <a:off x="9470" y="3845"/>
              <a:ext cx="1020" cy="0"/>
            </a:xfrm>
            <a:prstGeom prst="line">
              <a:avLst/>
            </a:prstGeom>
            <a:ln w="28575" cap="flat" cmpd="sng">
              <a:solidFill>
                <a:schemeClr val="tx1"/>
              </a:solidFill>
              <a:prstDash val="solid"/>
              <a:headEnd type="none" w="med" len="med"/>
              <a:tailEnd type="none" w="med" len="med"/>
            </a:ln>
          </p:spPr>
        </p:sp>
        <p:sp>
          <p:nvSpPr>
            <p:cNvPr id="195629" name="Line 49"/>
            <p:cNvSpPr/>
            <p:nvPr/>
          </p:nvSpPr>
          <p:spPr>
            <a:xfrm>
              <a:off x="10440" y="5940"/>
              <a:ext cx="1620" cy="0"/>
            </a:xfrm>
            <a:prstGeom prst="line">
              <a:avLst/>
            </a:prstGeom>
            <a:ln w="28575" cap="flat" cmpd="sng">
              <a:solidFill>
                <a:schemeClr val="tx1"/>
              </a:solidFill>
              <a:prstDash val="solid"/>
              <a:headEnd type="none" w="med" len="med"/>
              <a:tailEnd type="none" w="med" len="med"/>
            </a:ln>
          </p:spPr>
        </p:sp>
        <p:sp>
          <p:nvSpPr>
            <p:cNvPr id="195630" name="Line 50"/>
            <p:cNvSpPr/>
            <p:nvPr/>
          </p:nvSpPr>
          <p:spPr>
            <a:xfrm>
              <a:off x="6120" y="5940"/>
              <a:ext cx="600" cy="0"/>
            </a:xfrm>
            <a:prstGeom prst="line">
              <a:avLst/>
            </a:prstGeom>
            <a:ln w="28575" cap="flat" cmpd="sng">
              <a:solidFill>
                <a:schemeClr val="tx1"/>
              </a:solidFill>
              <a:prstDash val="dash"/>
              <a:headEnd type="none" w="med" len="med"/>
              <a:tailEnd type="none" w="med" len="med"/>
            </a:ln>
          </p:spPr>
        </p:sp>
        <p:sp>
          <p:nvSpPr>
            <p:cNvPr id="195631" name="Text Box 53"/>
            <p:cNvSpPr txBox="1"/>
            <p:nvPr/>
          </p:nvSpPr>
          <p:spPr>
            <a:xfrm>
              <a:off x="12120" y="5670"/>
              <a:ext cx="192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SERIN</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632" name="Text Box 54"/>
            <p:cNvSpPr txBox="1"/>
            <p:nvPr/>
          </p:nvSpPr>
          <p:spPr>
            <a:xfrm>
              <a:off x="720" y="3420"/>
              <a:ext cx="21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SEROUT</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95633" name="Oval 60"/>
            <p:cNvSpPr/>
            <p:nvPr/>
          </p:nvSpPr>
          <p:spPr>
            <a:xfrm rot="10800000">
              <a:off x="8430" y="617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4" name="Oval 61"/>
            <p:cNvSpPr/>
            <p:nvPr/>
          </p:nvSpPr>
          <p:spPr>
            <a:xfrm rot="10800000">
              <a:off x="11055" y="616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5" name="Oval 62"/>
            <p:cNvSpPr/>
            <p:nvPr/>
          </p:nvSpPr>
          <p:spPr>
            <a:xfrm rot="10800000">
              <a:off x="4940" y="61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6" name="Line 63"/>
            <p:cNvSpPr/>
            <p:nvPr/>
          </p:nvSpPr>
          <p:spPr>
            <a:xfrm>
              <a:off x="6720" y="3833"/>
              <a:ext cx="623" cy="0"/>
            </a:xfrm>
            <a:prstGeom prst="line">
              <a:avLst/>
            </a:prstGeom>
            <a:ln w="28575" cap="flat" cmpd="sng">
              <a:solidFill>
                <a:schemeClr val="tx1"/>
              </a:solidFill>
              <a:prstDash val="dash"/>
              <a:headEnd type="none" w="med" len="med"/>
              <a:tailEnd type="none" w="med" len="med"/>
            </a:ln>
          </p:spPr>
        </p:sp>
        <p:sp>
          <p:nvSpPr>
            <p:cNvPr id="195637" name="Oval 64"/>
            <p:cNvSpPr/>
            <p:nvPr/>
          </p:nvSpPr>
          <p:spPr>
            <a:xfrm rot="10800000">
              <a:off x="6000"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8" name="Oval 65"/>
            <p:cNvSpPr/>
            <p:nvPr/>
          </p:nvSpPr>
          <p:spPr>
            <a:xfrm rot="10800000">
              <a:off x="6298" y="4863"/>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9" name="Oval 66"/>
            <p:cNvSpPr/>
            <p:nvPr/>
          </p:nvSpPr>
          <p:spPr>
            <a:xfrm rot="10800000">
              <a:off x="6623"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40" name="Line 67"/>
            <p:cNvSpPr/>
            <p:nvPr/>
          </p:nvSpPr>
          <p:spPr>
            <a:xfrm>
              <a:off x="7490" y="3833"/>
              <a:ext cx="360" cy="0"/>
            </a:xfrm>
            <a:prstGeom prst="line">
              <a:avLst/>
            </a:prstGeom>
            <a:ln w="28575" cap="flat" cmpd="sng">
              <a:solidFill>
                <a:schemeClr val="tx1"/>
              </a:solidFill>
              <a:prstDash val="solid"/>
              <a:headEnd type="none" w="med" len="med"/>
              <a:tailEnd type="none" w="med" len="med"/>
            </a:ln>
          </p:spPr>
        </p:sp>
        <p:sp>
          <p:nvSpPr>
            <p:cNvPr id="195641" name="AutoShape 33"/>
            <p:cNvSpPr/>
            <p:nvPr/>
          </p:nvSpPr>
          <p:spPr>
            <a:xfrm>
              <a:off x="8398" y="5260"/>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2" name="AutoShape 33"/>
            <p:cNvSpPr/>
            <p:nvPr/>
          </p:nvSpPr>
          <p:spPr>
            <a:xfrm>
              <a:off x="4910"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3" name="AutoShape 33"/>
            <p:cNvSpPr/>
            <p:nvPr/>
          </p:nvSpPr>
          <p:spPr>
            <a:xfrm>
              <a:off x="11028"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4" name="AutoShape 33"/>
            <p:cNvSpPr/>
            <p:nvPr/>
          </p:nvSpPr>
          <p:spPr>
            <a:xfrm>
              <a:off x="2280" y="5278"/>
              <a:ext cx="170" cy="9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5587"/>
                                        </p:tgtEl>
                                        <p:attrNameLst>
                                          <p:attrName>style.visibility</p:attrName>
                                        </p:attrNameLst>
                                      </p:cBhvr>
                                      <p:to>
                                        <p:strVal val="visible"/>
                                      </p:to>
                                    </p:set>
                                    <p:anim calcmode="lin" valueType="num">
                                      <p:cBhvr additive="base">
                                        <p:cTn id="7" dur="500" fill="hold"/>
                                        <p:tgtEl>
                                          <p:spTgt spid="195587"/>
                                        </p:tgtEl>
                                        <p:attrNameLst>
                                          <p:attrName>ppt_x</p:attrName>
                                        </p:attrNameLst>
                                      </p:cBhvr>
                                      <p:tavLst>
                                        <p:tav tm="0">
                                          <p:val>
                                            <p:strVal val="#ppt_x"/>
                                          </p:val>
                                        </p:tav>
                                        <p:tav tm="100000">
                                          <p:val>
                                            <p:strVal val="#ppt_x"/>
                                          </p:val>
                                        </p:tav>
                                      </p:tavLst>
                                    </p:anim>
                                    <p:anim calcmode="lin" valueType="num">
                                      <p:cBhvr additive="base">
                                        <p:cTn id="8" dur="500" fill="hold"/>
                                        <p:tgtEl>
                                          <p:spTgt spid="1955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p:nvPr>
        </p:nvSpPr>
        <p:spPr>
          <a:xfrm>
            <a:off x="250825" y="673100"/>
            <a:ext cx="6934200" cy="571500"/>
          </a:xfrm>
          <a:prstGeom prst="rect">
            <a:avLst/>
          </a:prstGeom>
          <a:noFill/>
          <a:ln w="952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串入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Serial in – Parallel out</a:t>
            </a:r>
            <a:endParaRPr lang="en-US" altLang="zh-CN" sz="2000" b="1">
              <a:latin typeface="华文新魏" panose="02010800040101010101" pitchFamily="2" charset="-122"/>
              <a:ea typeface="华文新魏" panose="02010800040101010101" pitchFamily="2" charset="-122"/>
            </a:endParaRPr>
          </a:p>
        </p:txBody>
      </p:sp>
      <p:grpSp>
        <p:nvGrpSpPr>
          <p:cNvPr id="196611" name="Group 3"/>
          <p:cNvGrpSpPr/>
          <p:nvPr/>
        </p:nvGrpSpPr>
        <p:grpSpPr>
          <a:xfrm>
            <a:off x="475933" y="1201738"/>
            <a:ext cx="8155622" cy="3529012"/>
            <a:chOff x="-1" y="0"/>
            <a:chExt cx="12843" cy="5556"/>
          </a:xfrm>
        </p:grpSpPr>
        <p:sp>
          <p:nvSpPr>
            <p:cNvPr id="196612" name="Text Box 5"/>
            <p:cNvSpPr txBox="1"/>
            <p:nvPr/>
          </p:nvSpPr>
          <p:spPr>
            <a:xfrm>
              <a:off x="11642" y="5023"/>
              <a:ext cx="120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CLK</a:t>
              </a:r>
              <a:endParaRPr lang="en-US" altLang="zh-CN" sz="1600" b="1">
                <a:solidFill>
                  <a:schemeClr val="tx1"/>
                </a:solidFill>
                <a:latin typeface="Arial Unicode MS" panose="020B0604020202020204" charset="-122"/>
                <a:ea typeface="Arial Unicode MS" panose="020B0604020202020204" charset="-122"/>
              </a:endParaRPr>
            </a:p>
          </p:txBody>
        </p:sp>
        <p:sp>
          <p:nvSpPr>
            <p:cNvPr id="196613" name="Text Box 6"/>
            <p:cNvSpPr txBox="1"/>
            <p:nvPr/>
          </p:nvSpPr>
          <p:spPr>
            <a:xfrm>
              <a:off x="11042" y="4680"/>
              <a:ext cx="1680"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SERIN</a:t>
              </a:r>
              <a:endParaRPr lang="en-US" altLang="zh-CN" sz="1600" b="1">
                <a:solidFill>
                  <a:schemeClr val="tx1"/>
                </a:solidFill>
                <a:latin typeface="Arial Unicode MS" panose="020B0604020202020204" charset="-122"/>
                <a:ea typeface="Arial Unicode MS" panose="020B0604020202020204" charset="-122"/>
              </a:endParaRPr>
            </a:p>
          </p:txBody>
        </p:sp>
        <p:sp>
          <p:nvSpPr>
            <p:cNvPr id="196614" name="Line 11"/>
            <p:cNvSpPr/>
            <p:nvPr/>
          </p:nvSpPr>
          <p:spPr>
            <a:xfrm rot="-5400000">
              <a:off x="275" y="4709"/>
              <a:ext cx="531" cy="0"/>
            </a:xfrm>
            <a:prstGeom prst="line">
              <a:avLst/>
            </a:prstGeom>
            <a:ln w="28575" cap="flat" cmpd="sng">
              <a:solidFill>
                <a:schemeClr val="tx1"/>
              </a:solidFill>
              <a:prstDash val="solid"/>
              <a:headEnd type="none" w="med" len="med"/>
              <a:tailEnd type="none" w="med" len="med"/>
            </a:ln>
          </p:spPr>
        </p:sp>
        <p:sp>
          <p:nvSpPr>
            <p:cNvPr id="196615" name="Line 12"/>
            <p:cNvSpPr/>
            <p:nvPr/>
          </p:nvSpPr>
          <p:spPr>
            <a:xfrm rot="-5400000">
              <a:off x="765" y="4838"/>
              <a:ext cx="799" cy="0"/>
            </a:xfrm>
            <a:prstGeom prst="line">
              <a:avLst/>
            </a:prstGeom>
            <a:ln w="28575" cap="flat" cmpd="sng">
              <a:solidFill>
                <a:srgbClr val="FF0000"/>
              </a:solidFill>
              <a:prstDash val="solid"/>
              <a:headEnd type="none" w="med" len="med"/>
              <a:tailEnd type="none" w="med" len="med"/>
            </a:ln>
          </p:spPr>
        </p:sp>
        <p:sp>
          <p:nvSpPr>
            <p:cNvPr id="196616" name="Line 18"/>
            <p:cNvSpPr/>
            <p:nvPr/>
          </p:nvSpPr>
          <p:spPr>
            <a:xfrm rot="-5400000">
              <a:off x="2865" y="4709"/>
              <a:ext cx="531" cy="0"/>
            </a:xfrm>
            <a:prstGeom prst="line">
              <a:avLst/>
            </a:prstGeom>
            <a:ln w="28575" cap="flat" cmpd="sng">
              <a:solidFill>
                <a:schemeClr val="tx1"/>
              </a:solidFill>
              <a:prstDash val="solid"/>
              <a:headEnd type="none" w="med" len="med"/>
              <a:tailEnd type="none" w="med" len="med"/>
            </a:ln>
          </p:spPr>
        </p:sp>
        <p:sp>
          <p:nvSpPr>
            <p:cNvPr id="196617" name="Line 19"/>
            <p:cNvSpPr/>
            <p:nvPr/>
          </p:nvSpPr>
          <p:spPr>
            <a:xfrm rot="-5400000">
              <a:off x="3405" y="4838"/>
              <a:ext cx="799" cy="0"/>
            </a:xfrm>
            <a:prstGeom prst="line">
              <a:avLst/>
            </a:prstGeom>
            <a:ln w="28575" cap="flat" cmpd="sng">
              <a:solidFill>
                <a:srgbClr val="FF0000"/>
              </a:solidFill>
              <a:prstDash val="solid"/>
              <a:headEnd type="none" w="med" len="med"/>
              <a:tailEnd type="none" w="med" len="med"/>
            </a:ln>
          </p:spPr>
        </p:sp>
        <p:sp>
          <p:nvSpPr>
            <p:cNvPr id="196618" name="Line 20"/>
            <p:cNvSpPr/>
            <p:nvPr/>
          </p:nvSpPr>
          <p:spPr>
            <a:xfrm>
              <a:off x="537" y="4981"/>
              <a:ext cx="1620" cy="0"/>
            </a:xfrm>
            <a:prstGeom prst="line">
              <a:avLst/>
            </a:prstGeom>
            <a:ln w="28575" cap="flat" cmpd="sng">
              <a:solidFill>
                <a:schemeClr val="tx1"/>
              </a:solidFill>
              <a:prstDash val="solid"/>
              <a:headEnd type="none" w="med" len="med"/>
              <a:tailEnd type="none" w="med" len="med"/>
            </a:ln>
          </p:spPr>
        </p:sp>
        <p:sp>
          <p:nvSpPr>
            <p:cNvPr id="196619" name="Line 21"/>
            <p:cNvSpPr/>
            <p:nvPr/>
          </p:nvSpPr>
          <p:spPr>
            <a:xfrm>
              <a:off x="2162" y="2910"/>
              <a:ext cx="0" cy="2071"/>
            </a:xfrm>
            <a:prstGeom prst="line">
              <a:avLst/>
            </a:prstGeom>
            <a:ln w="28575" cap="flat" cmpd="sng">
              <a:solidFill>
                <a:schemeClr val="tx1"/>
              </a:solidFill>
              <a:prstDash val="solid"/>
              <a:headEnd type="none" w="med" len="med"/>
              <a:tailEnd type="none" w="med" len="med"/>
            </a:ln>
          </p:spPr>
        </p:sp>
        <p:sp>
          <p:nvSpPr>
            <p:cNvPr id="196620" name="Line 22"/>
            <p:cNvSpPr/>
            <p:nvPr/>
          </p:nvSpPr>
          <p:spPr>
            <a:xfrm>
              <a:off x="2152" y="2910"/>
              <a:ext cx="975" cy="0"/>
            </a:xfrm>
            <a:prstGeom prst="line">
              <a:avLst/>
            </a:prstGeom>
            <a:ln w="28575" cap="flat" cmpd="sng">
              <a:solidFill>
                <a:schemeClr val="tx1"/>
              </a:solidFill>
              <a:prstDash val="solid"/>
              <a:headEnd type="none" w="med" len="med"/>
              <a:tailEnd type="none" w="med" len="med"/>
            </a:ln>
          </p:spPr>
        </p:sp>
        <p:sp>
          <p:nvSpPr>
            <p:cNvPr id="196621" name="Line 23"/>
            <p:cNvSpPr/>
            <p:nvPr/>
          </p:nvSpPr>
          <p:spPr>
            <a:xfrm>
              <a:off x="3122" y="4981"/>
              <a:ext cx="1620" cy="0"/>
            </a:xfrm>
            <a:prstGeom prst="line">
              <a:avLst/>
            </a:prstGeom>
            <a:ln w="28575" cap="flat" cmpd="sng">
              <a:solidFill>
                <a:schemeClr val="tx1"/>
              </a:solidFill>
              <a:prstDash val="solid"/>
              <a:headEnd type="none" w="med" len="med"/>
              <a:tailEnd type="none" w="med" len="med"/>
            </a:ln>
          </p:spPr>
        </p:sp>
        <p:sp>
          <p:nvSpPr>
            <p:cNvPr id="196622" name="Line 24"/>
            <p:cNvSpPr/>
            <p:nvPr/>
          </p:nvSpPr>
          <p:spPr>
            <a:xfrm>
              <a:off x="1167" y="5251"/>
              <a:ext cx="10440" cy="0"/>
            </a:xfrm>
            <a:prstGeom prst="line">
              <a:avLst/>
            </a:prstGeom>
            <a:ln w="28575" cap="flat" cmpd="sng">
              <a:solidFill>
                <a:srgbClr val="FF0000"/>
              </a:solidFill>
              <a:prstDash val="solid"/>
              <a:headEnd type="none" w="med" len="med"/>
              <a:tailEnd type="none" w="med" len="med"/>
            </a:ln>
          </p:spPr>
        </p:sp>
        <p:sp>
          <p:nvSpPr>
            <p:cNvPr id="196623" name="Line 30"/>
            <p:cNvSpPr/>
            <p:nvPr/>
          </p:nvSpPr>
          <p:spPr>
            <a:xfrm rot="-5400000">
              <a:off x="6395" y="4709"/>
              <a:ext cx="531" cy="0"/>
            </a:xfrm>
            <a:prstGeom prst="line">
              <a:avLst/>
            </a:prstGeom>
            <a:ln w="28575" cap="flat" cmpd="sng">
              <a:solidFill>
                <a:schemeClr val="tx1"/>
              </a:solidFill>
              <a:prstDash val="solid"/>
              <a:headEnd type="none" w="med" len="med"/>
              <a:tailEnd type="none" w="med" len="med"/>
            </a:ln>
          </p:spPr>
        </p:sp>
        <p:sp>
          <p:nvSpPr>
            <p:cNvPr id="196624" name="Line 31"/>
            <p:cNvSpPr/>
            <p:nvPr/>
          </p:nvSpPr>
          <p:spPr>
            <a:xfrm rot="-5400000">
              <a:off x="6885" y="4838"/>
              <a:ext cx="799" cy="0"/>
            </a:xfrm>
            <a:prstGeom prst="line">
              <a:avLst/>
            </a:prstGeom>
            <a:ln w="28575" cap="flat" cmpd="sng">
              <a:solidFill>
                <a:srgbClr val="FF0000"/>
              </a:solidFill>
              <a:prstDash val="solid"/>
              <a:headEnd type="none" w="med" len="med"/>
              <a:tailEnd type="none" w="med" len="med"/>
            </a:ln>
          </p:spPr>
        </p:sp>
        <p:sp>
          <p:nvSpPr>
            <p:cNvPr id="196625" name="Line 37"/>
            <p:cNvSpPr/>
            <p:nvPr/>
          </p:nvSpPr>
          <p:spPr>
            <a:xfrm rot="-5400000">
              <a:off x="8985" y="4709"/>
              <a:ext cx="531" cy="0"/>
            </a:xfrm>
            <a:prstGeom prst="line">
              <a:avLst/>
            </a:prstGeom>
            <a:ln w="28575" cap="flat" cmpd="sng">
              <a:solidFill>
                <a:schemeClr val="tx1"/>
              </a:solidFill>
              <a:prstDash val="solid"/>
              <a:headEnd type="none" w="med" len="med"/>
              <a:tailEnd type="none" w="med" len="med"/>
            </a:ln>
          </p:spPr>
        </p:sp>
        <p:sp>
          <p:nvSpPr>
            <p:cNvPr id="196626" name="Line 38"/>
            <p:cNvSpPr/>
            <p:nvPr/>
          </p:nvSpPr>
          <p:spPr>
            <a:xfrm rot="-5400000">
              <a:off x="9525" y="4838"/>
              <a:ext cx="799" cy="0"/>
            </a:xfrm>
            <a:prstGeom prst="line">
              <a:avLst/>
            </a:prstGeom>
            <a:ln w="28575" cap="flat" cmpd="sng">
              <a:solidFill>
                <a:srgbClr val="FF0000"/>
              </a:solidFill>
              <a:prstDash val="solid"/>
              <a:headEnd type="none" w="med" len="med"/>
              <a:tailEnd type="none" w="med" len="med"/>
            </a:ln>
          </p:spPr>
        </p:sp>
        <p:sp>
          <p:nvSpPr>
            <p:cNvPr id="196627" name="Line 39"/>
            <p:cNvSpPr/>
            <p:nvPr/>
          </p:nvSpPr>
          <p:spPr>
            <a:xfrm>
              <a:off x="6657" y="4981"/>
              <a:ext cx="1620" cy="0"/>
            </a:xfrm>
            <a:prstGeom prst="line">
              <a:avLst/>
            </a:prstGeom>
            <a:ln w="28575" cap="flat" cmpd="sng">
              <a:solidFill>
                <a:schemeClr val="tx1"/>
              </a:solidFill>
              <a:prstDash val="solid"/>
              <a:headEnd type="none" w="med" len="med"/>
              <a:tailEnd type="none" w="med" len="med"/>
            </a:ln>
          </p:spPr>
        </p:sp>
        <p:sp>
          <p:nvSpPr>
            <p:cNvPr id="196628" name="Line 40"/>
            <p:cNvSpPr/>
            <p:nvPr/>
          </p:nvSpPr>
          <p:spPr>
            <a:xfrm>
              <a:off x="8282" y="2910"/>
              <a:ext cx="0" cy="2071"/>
            </a:xfrm>
            <a:prstGeom prst="line">
              <a:avLst/>
            </a:prstGeom>
            <a:ln w="28575" cap="flat" cmpd="sng">
              <a:solidFill>
                <a:schemeClr val="tx1"/>
              </a:solidFill>
              <a:prstDash val="solid"/>
              <a:headEnd type="none" w="med" len="med"/>
              <a:tailEnd type="none" w="med" len="med"/>
            </a:ln>
          </p:spPr>
        </p:sp>
        <p:sp>
          <p:nvSpPr>
            <p:cNvPr id="196629" name="Line 41"/>
            <p:cNvSpPr/>
            <p:nvPr/>
          </p:nvSpPr>
          <p:spPr>
            <a:xfrm>
              <a:off x="8272" y="2910"/>
              <a:ext cx="975" cy="0"/>
            </a:xfrm>
            <a:prstGeom prst="line">
              <a:avLst/>
            </a:prstGeom>
            <a:ln w="28575" cap="flat" cmpd="sng">
              <a:solidFill>
                <a:schemeClr val="tx1"/>
              </a:solidFill>
              <a:prstDash val="solid"/>
              <a:headEnd type="none" w="med" len="med"/>
              <a:tailEnd type="none" w="med" len="med"/>
            </a:ln>
          </p:spPr>
        </p:sp>
        <p:sp>
          <p:nvSpPr>
            <p:cNvPr id="196630" name="Line 42"/>
            <p:cNvSpPr/>
            <p:nvPr/>
          </p:nvSpPr>
          <p:spPr>
            <a:xfrm>
              <a:off x="9242" y="4981"/>
              <a:ext cx="1620" cy="0"/>
            </a:xfrm>
            <a:prstGeom prst="line">
              <a:avLst/>
            </a:prstGeom>
            <a:ln w="28575" cap="flat" cmpd="sng">
              <a:solidFill>
                <a:schemeClr val="tx1"/>
              </a:solidFill>
              <a:prstDash val="solid"/>
              <a:headEnd type="none" w="med" len="med"/>
              <a:tailEnd type="none" w="med" len="med"/>
            </a:ln>
          </p:spPr>
        </p:sp>
        <p:sp>
          <p:nvSpPr>
            <p:cNvPr id="196631" name="Line 43"/>
            <p:cNvSpPr/>
            <p:nvPr/>
          </p:nvSpPr>
          <p:spPr>
            <a:xfrm>
              <a:off x="4802" y="4981"/>
              <a:ext cx="600" cy="0"/>
            </a:xfrm>
            <a:prstGeom prst="line">
              <a:avLst/>
            </a:prstGeom>
            <a:ln w="28575" cap="flat" cmpd="sng">
              <a:solidFill>
                <a:schemeClr val="tx1"/>
              </a:solidFill>
              <a:prstDash val="dash"/>
              <a:headEnd type="none" w="med" len="med"/>
              <a:tailEnd type="none" w="med" len="med"/>
            </a:ln>
          </p:spPr>
        </p:sp>
        <p:sp>
          <p:nvSpPr>
            <p:cNvPr id="196632" name="Line 44"/>
            <p:cNvSpPr/>
            <p:nvPr/>
          </p:nvSpPr>
          <p:spPr>
            <a:xfrm>
              <a:off x="4922" y="2910"/>
              <a:ext cx="600" cy="0"/>
            </a:xfrm>
            <a:prstGeom prst="line">
              <a:avLst/>
            </a:prstGeom>
            <a:ln w="28575" cap="flat" cmpd="sng">
              <a:solidFill>
                <a:schemeClr val="tx1"/>
              </a:solidFill>
              <a:prstDash val="dash"/>
              <a:headEnd type="none" w="med" len="med"/>
              <a:tailEnd type="none" w="med" len="med"/>
            </a:ln>
          </p:spPr>
        </p:sp>
        <p:sp>
          <p:nvSpPr>
            <p:cNvPr id="196633" name="Line 53"/>
            <p:cNvSpPr/>
            <p:nvPr/>
          </p:nvSpPr>
          <p:spPr>
            <a:xfrm rot="5400000" flipH="1">
              <a:off x="490" y="782"/>
              <a:ext cx="456" cy="0"/>
            </a:xfrm>
            <a:prstGeom prst="line">
              <a:avLst/>
            </a:prstGeom>
            <a:ln w="28575" cap="flat" cmpd="sng">
              <a:solidFill>
                <a:schemeClr val="tx1"/>
              </a:solidFill>
              <a:prstDash val="solid"/>
              <a:headEnd type="none" w="med" len="med"/>
              <a:tailEnd type="none" w="med" len="med"/>
            </a:ln>
          </p:spPr>
        </p:sp>
        <p:sp>
          <p:nvSpPr>
            <p:cNvPr id="196634" name="Line 54"/>
            <p:cNvSpPr/>
            <p:nvPr/>
          </p:nvSpPr>
          <p:spPr>
            <a:xfrm flipV="1">
              <a:off x="482" y="1560"/>
              <a:ext cx="0" cy="1934"/>
            </a:xfrm>
            <a:prstGeom prst="line">
              <a:avLst/>
            </a:prstGeom>
            <a:ln w="28575" cap="flat" cmpd="sng">
              <a:solidFill>
                <a:schemeClr val="tx1"/>
              </a:solidFill>
              <a:prstDash val="solid"/>
              <a:headEnd type="none" w="med" len="med"/>
              <a:tailEnd type="none" w="med" len="med"/>
            </a:ln>
          </p:spPr>
        </p:sp>
        <p:sp>
          <p:nvSpPr>
            <p:cNvPr id="196635" name="Line 55"/>
            <p:cNvSpPr/>
            <p:nvPr/>
          </p:nvSpPr>
          <p:spPr>
            <a:xfrm>
              <a:off x="962" y="1560"/>
              <a:ext cx="0" cy="540"/>
            </a:xfrm>
            <a:prstGeom prst="line">
              <a:avLst/>
            </a:prstGeom>
            <a:ln w="28575" cap="flat" cmpd="sng">
              <a:solidFill>
                <a:srgbClr val="0000CC"/>
              </a:solidFill>
              <a:prstDash val="solid"/>
              <a:headEnd type="none" w="med" len="med"/>
              <a:tailEnd type="none" w="med" len="med"/>
            </a:ln>
          </p:spPr>
        </p:sp>
        <p:sp>
          <p:nvSpPr>
            <p:cNvPr id="196636" name="Line 61"/>
            <p:cNvSpPr/>
            <p:nvPr/>
          </p:nvSpPr>
          <p:spPr>
            <a:xfrm rot="5400000" flipH="1">
              <a:off x="3130" y="812"/>
              <a:ext cx="456" cy="0"/>
            </a:xfrm>
            <a:prstGeom prst="line">
              <a:avLst/>
            </a:prstGeom>
            <a:ln w="28575" cap="flat" cmpd="sng">
              <a:solidFill>
                <a:schemeClr val="tx1"/>
              </a:solidFill>
              <a:prstDash val="solid"/>
              <a:headEnd type="none" w="med" len="med"/>
              <a:tailEnd type="none" w="med" len="med"/>
            </a:ln>
          </p:spPr>
        </p:sp>
        <p:sp>
          <p:nvSpPr>
            <p:cNvPr id="196637" name="Line 62"/>
            <p:cNvSpPr/>
            <p:nvPr/>
          </p:nvSpPr>
          <p:spPr>
            <a:xfrm flipV="1">
              <a:off x="3122" y="1590"/>
              <a:ext cx="0" cy="1934"/>
            </a:xfrm>
            <a:prstGeom prst="line">
              <a:avLst/>
            </a:prstGeom>
            <a:ln w="28575" cap="flat" cmpd="sng">
              <a:solidFill>
                <a:schemeClr val="tx1"/>
              </a:solidFill>
              <a:prstDash val="solid"/>
              <a:headEnd type="none" w="med" len="med"/>
              <a:tailEnd type="none" w="med" len="med"/>
            </a:ln>
          </p:spPr>
        </p:sp>
        <p:sp>
          <p:nvSpPr>
            <p:cNvPr id="196638" name="Line 63"/>
            <p:cNvSpPr/>
            <p:nvPr/>
          </p:nvSpPr>
          <p:spPr>
            <a:xfrm>
              <a:off x="3602" y="1590"/>
              <a:ext cx="0" cy="540"/>
            </a:xfrm>
            <a:prstGeom prst="line">
              <a:avLst/>
            </a:prstGeom>
            <a:ln w="28575" cap="flat" cmpd="sng">
              <a:solidFill>
                <a:srgbClr val="0000CC"/>
              </a:solidFill>
              <a:prstDash val="solid"/>
              <a:headEnd type="none" w="med" len="med"/>
              <a:tailEnd type="none" w="med" len="med"/>
            </a:ln>
          </p:spPr>
        </p:sp>
        <p:sp>
          <p:nvSpPr>
            <p:cNvPr id="196639" name="Line 69"/>
            <p:cNvSpPr/>
            <p:nvPr/>
          </p:nvSpPr>
          <p:spPr>
            <a:xfrm rot="5400000" flipH="1">
              <a:off x="6610" y="812"/>
              <a:ext cx="456" cy="0"/>
            </a:xfrm>
            <a:prstGeom prst="line">
              <a:avLst/>
            </a:prstGeom>
            <a:ln w="28575" cap="flat" cmpd="sng">
              <a:solidFill>
                <a:schemeClr val="tx1"/>
              </a:solidFill>
              <a:prstDash val="solid"/>
              <a:headEnd type="none" w="med" len="med"/>
              <a:tailEnd type="none" w="med" len="med"/>
            </a:ln>
          </p:spPr>
        </p:sp>
        <p:sp>
          <p:nvSpPr>
            <p:cNvPr id="196640" name="Line 70"/>
            <p:cNvSpPr/>
            <p:nvPr/>
          </p:nvSpPr>
          <p:spPr>
            <a:xfrm flipV="1">
              <a:off x="6602" y="1590"/>
              <a:ext cx="0" cy="1934"/>
            </a:xfrm>
            <a:prstGeom prst="line">
              <a:avLst/>
            </a:prstGeom>
            <a:ln w="28575" cap="flat" cmpd="sng">
              <a:solidFill>
                <a:schemeClr val="tx1"/>
              </a:solidFill>
              <a:prstDash val="solid"/>
              <a:headEnd type="none" w="med" len="med"/>
              <a:tailEnd type="none" w="med" len="med"/>
            </a:ln>
          </p:spPr>
        </p:sp>
        <p:sp>
          <p:nvSpPr>
            <p:cNvPr id="196641" name="Line 71"/>
            <p:cNvSpPr/>
            <p:nvPr/>
          </p:nvSpPr>
          <p:spPr>
            <a:xfrm>
              <a:off x="7082" y="1590"/>
              <a:ext cx="0" cy="540"/>
            </a:xfrm>
            <a:prstGeom prst="line">
              <a:avLst/>
            </a:prstGeom>
            <a:ln w="28575" cap="flat" cmpd="sng">
              <a:solidFill>
                <a:srgbClr val="0000CC"/>
              </a:solidFill>
              <a:prstDash val="solid"/>
              <a:headEnd type="none" w="med" len="med"/>
              <a:tailEnd type="none" w="med" len="med"/>
            </a:ln>
          </p:spPr>
        </p:sp>
        <p:sp>
          <p:nvSpPr>
            <p:cNvPr id="196642" name="Line 77"/>
            <p:cNvSpPr/>
            <p:nvPr/>
          </p:nvSpPr>
          <p:spPr>
            <a:xfrm rot="5400000" flipH="1">
              <a:off x="9250" y="812"/>
              <a:ext cx="456" cy="0"/>
            </a:xfrm>
            <a:prstGeom prst="line">
              <a:avLst/>
            </a:prstGeom>
            <a:ln w="28575" cap="flat" cmpd="sng">
              <a:solidFill>
                <a:schemeClr val="tx1"/>
              </a:solidFill>
              <a:prstDash val="solid"/>
              <a:headEnd type="none" w="med" len="med"/>
              <a:tailEnd type="none" w="med" len="med"/>
            </a:ln>
          </p:spPr>
        </p:sp>
        <p:sp>
          <p:nvSpPr>
            <p:cNvPr id="196643" name="Line 78"/>
            <p:cNvSpPr/>
            <p:nvPr/>
          </p:nvSpPr>
          <p:spPr>
            <a:xfrm flipV="1">
              <a:off x="9242" y="1590"/>
              <a:ext cx="0" cy="1934"/>
            </a:xfrm>
            <a:prstGeom prst="line">
              <a:avLst/>
            </a:prstGeom>
            <a:ln w="28575" cap="flat" cmpd="sng">
              <a:solidFill>
                <a:schemeClr val="tx1"/>
              </a:solidFill>
              <a:prstDash val="solid"/>
              <a:headEnd type="none" w="med" len="med"/>
              <a:tailEnd type="none" w="med" len="med"/>
            </a:ln>
          </p:spPr>
        </p:sp>
        <p:sp>
          <p:nvSpPr>
            <p:cNvPr id="196644" name="Line 79"/>
            <p:cNvSpPr/>
            <p:nvPr/>
          </p:nvSpPr>
          <p:spPr>
            <a:xfrm>
              <a:off x="9722" y="1590"/>
              <a:ext cx="0" cy="540"/>
            </a:xfrm>
            <a:prstGeom prst="line">
              <a:avLst/>
            </a:prstGeom>
            <a:ln w="28575" cap="flat" cmpd="sng">
              <a:solidFill>
                <a:srgbClr val="0000CC"/>
              </a:solidFill>
              <a:prstDash val="solid"/>
              <a:headEnd type="none" w="med" len="med"/>
              <a:tailEnd type="none" w="med" len="med"/>
            </a:ln>
          </p:spPr>
        </p:sp>
        <p:sp>
          <p:nvSpPr>
            <p:cNvPr id="196645" name="Line 80"/>
            <p:cNvSpPr/>
            <p:nvPr/>
          </p:nvSpPr>
          <p:spPr>
            <a:xfrm>
              <a:off x="962" y="2100"/>
              <a:ext cx="3600" cy="0"/>
            </a:xfrm>
            <a:prstGeom prst="line">
              <a:avLst/>
            </a:prstGeom>
            <a:ln w="28575" cap="flat" cmpd="sng">
              <a:solidFill>
                <a:srgbClr val="0000CC"/>
              </a:solidFill>
              <a:prstDash val="solid"/>
              <a:headEnd type="none" w="med" len="med"/>
              <a:tailEnd type="none" w="med" len="med"/>
            </a:ln>
          </p:spPr>
        </p:sp>
        <p:sp>
          <p:nvSpPr>
            <p:cNvPr id="196646" name="Line 81"/>
            <p:cNvSpPr/>
            <p:nvPr/>
          </p:nvSpPr>
          <p:spPr>
            <a:xfrm>
              <a:off x="5762" y="2100"/>
              <a:ext cx="4987" cy="0"/>
            </a:xfrm>
            <a:prstGeom prst="line">
              <a:avLst/>
            </a:prstGeom>
            <a:ln w="28575" cap="flat" cmpd="sng">
              <a:solidFill>
                <a:schemeClr val="tx1"/>
              </a:solidFill>
              <a:prstDash val="solid"/>
              <a:headEnd type="none" w="med" len="med"/>
              <a:tailEnd type="none" w="med" len="med"/>
            </a:ln>
          </p:spPr>
        </p:sp>
        <p:sp>
          <p:nvSpPr>
            <p:cNvPr id="196647" name="Text Box 82"/>
            <p:cNvSpPr txBox="1"/>
            <p:nvPr/>
          </p:nvSpPr>
          <p:spPr>
            <a:xfrm>
              <a:off x="10922" y="1871"/>
              <a:ext cx="720" cy="533"/>
            </a:xfrm>
            <a:prstGeom prst="rect">
              <a:avLst/>
            </a:prstGeom>
            <a:noFill/>
            <a:ln w="28575" cap="flat" cmpd="sng">
              <a:solidFill>
                <a:schemeClr val="tx1"/>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a:t>
              </a:r>
              <a:endParaRPr lang="en-US" altLang="zh-CN" sz="1600" b="1">
                <a:solidFill>
                  <a:schemeClr val="tx1"/>
                </a:solidFill>
                <a:latin typeface="Arial Unicode MS" panose="020B0604020202020204" charset="-122"/>
                <a:ea typeface="Arial Unicode MS" panose="020B0604020202020204" charset="-122"/>
              </a:endParaRPr>
            </a:p>
          </p:txBody>
        </p:sp>
        <p:sp>
          <p:nvSpPr>
            <p:cNvPr id="196648" name="Line 83"/>
            <p:cNvSpPr/>
            <p:nvPr/>
          </p:nvSpPr>
          <p:spPr>
            <a:xfrm>
              <a:off x="4682" y="2091"/>
              <a:ext cx="600" cy="0"/>
            </a:xfrm>
            <a:prstGeom prst="line">
              <a:avLst/>
            </a:prstGeom>
            <a:ln w="28575" cap="flat" cmpd="sng">
              <a:solidFill>
                <a:srgbClr val="0000CC"/>
              </a:solidFill>
              <a:prstDash val="dash"/>
              <a:headEnd type="none" w="med" len="med"/>
              <a:tailEnd type="none" w="med" len="med"/>
            </a:ln>
          </p:spPr>
        </p:sp>
        <p:sp>
          <p:nvSpPr>
            <p:cNvPr id="196649" name="Text Box 84"/>
            <p:cNvSpPr txBox="1"/>
            <p:nvPr/>
          </p:nvSpPr>
          <p:spPr>
            <a:xfrm>
              <a:off x="36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0" name="Text Box 85"/>
            <p:cNvSpPr txBox="1"/>
            <p:nvPr/>
          </p:nvSpPr>
          <p:spPr>
            <a:xfrm>
              <a:off x="2762" y="0"/>
              <a:ext cx="16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(N-1)Q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1" name="Text Box 86"/>
            <p:cNvSpPr txBox="1"/>
            <p:nvPr/>
          </p:nvSpPr>
          <p:spPr>
            <a:xfrm>
              <a:off x="648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2Q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2" name="Text Box 87"/>
            <p:cNvSpPr txBox="1"/>
            <p:nvPr/>
          </p:nvSpPr>
          <p:spPr>
            <a:xfrm>
              <a:off x="9122" y="0"/>
              <a:ext cx="12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1Q</a:t>
              </a:r>
              <a:endParaRPr lang="en-US" altLang="zh-CN" sz="1600" b="1">
                <a:solidFill>
                  <a:srgbClr val="FF0000"/>
                </a:solidFill>
                <a:latin typeface="Arial Unicode MS" panose="020B0604020202020204" charset="-122"/>
                <a:ea typeface="Arial Unicode MS" panose="020B0604020202020204" charset="-122"/>
              </a:endParaRPr>
            </a:p>
          </p:txBody>
        </p:sp>
        <p:sp>
          <p:nvSpPr>
            <p:cNvPr id="196653" name="Oval 90"/>
            <p:cNvSpPr/>
            <p:nvPr/>
          </p:nvSpPr>
          <p:spPr>
            <a:xfrm>
              <a:off x="3752"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4" name="Oval 91"/>
            <p:cNvSpPr/>
            <p:nvPr/>
          </p:nvSpPr>
          <p:spPr>
            <a:xfrm>
              <a:off x="722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5" name="Oval 92"/>
            <p:cNvSpPr/>
            <p:nvPr/>
          </p:nvSpPr>
          <p:spPr>
            <a:xfrm>
              <a:off x="986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6" name="Oval 93"/>
            <p:cNvSpPr/>
            <p:nvPr/>
          </p:nvSpPr>
          <p:spPr>
            <a:xfrm>
              <a:off x="305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7" name="Oval 94"/>
            <p:cNvSpPr/>
            <p:nvPr/>
          </p:nvSpPr>
          <p:spPr>
            <a:xfrm>
              <a:off x="653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8" name="Oval 95"/>
            <p:cNvSpPr/>
            <p:nvPr/>
          </p:nvSpPr>
          <p:spPr>
            <a:xfrm>
              <a:off x="917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9" name="Line 96"/>
            <p:cNvSpPr/>
            <p:nvPr/>
          </p:nvSpPr>
          <p:spPr>
            <a:xfrm>
              <a:off x="5627" y="2918"/>
              <a:ext cx="975" cy="0"/>
            </a:xfrm>
            <a:prstGeom prst="line">
              <a:avLst/>
            </a:prstGeom>
            <a:ln w="28575" cap="flat" cmpd="sng">
              <a:solidFill>
                <a:schemeClr val="tx1"/>
              </a:solidFill>
              <a:prstDash val="solid"/>
              <a:headEnd type="none" w="med" len="med"/>
              <a:tailEnd type="none" w="med" len="med"/>
            </a:ln>
          </p:spPr>
        </p:sp>
        <p:sp>
          <p:nvSpPr>
            <p:cNvPr id="196660" name="Rectangle 7"/>
            <p:cNvSpPr/>
            <p:nvPr/>
          </p:nvSpPr>
          <p:spPr>
            <a:xfrm rot="-5400000">
              <a:off x="42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1" name="Text Box 8"/>
            <p:cNvSpPr txBox="1"/>
            <p:nvPr/>
          </p:nvSpPr>
          <p:spPr>
            <a:xfrm>
              <a:off x="28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62" name="AutoShape 9"/>
            <p:cNvSpPr/>
            <p:nvPr/>
          </p:nvSpPr>
          <p:spPr>
            <a:xfrm>
              <a:off x="106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3" name="Text Box 10"/>
            <p:cNvSpPr txBox="1"/>
            <p:nvPr/>
          </p:nvSpPr>
          <p:spPr>
            <a:xfrm>
              <a:off x="807" y="3765"/>
              <a:ext cx="1706"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64" name="Rectangle 13"/>
            <p:cNvSpPr/>
            <p:nvPr/>
          </p:nvSpPr>
          <p:spPr>
            <a:xfrm rot="-5400000">
              <a:off x="306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5" name="Text Box 14"/>
            <p:cNvSpPr txBox="1"/>
            <p:nvPr/>
          </p:nvSpPr>
          <p:spPr>
            <a:xfrm>
              <a:off x="292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66" name="Text Box 15"/>
            <p:cNvSpPr txBox="1"/>
            <p:nvPr/>
          </p:nvSpPr>
          <p:spPr>
            <a:xfrm>
              <a:off x="292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67" name="AutoShape 16"/>
            <p:cNvSpPr/>
            <p:nvPr/>
          </p:nvSpPr>
          <p:spPr>
            <a:xfrm>
              <a:off x="370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8" name="Text Box 17"/>
            <p:cNvSpPr txBox="1"/>
            <p:nvPr/>
          </p:nvSpPr>
          <p:spPr>
            <a:xfrm>
              <a:off x="344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69" name="Rectangle 25"/>
            <p:cNvSpPr/>
            <p:nvPr/>
          </p:nvSpPr>
          <p:spPr>
            <a:xfrm rot="-5400000">
              <a:off x="654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0" name="Text Box 26"/>
            <p:cNvSpPr txBox="1"/>
            <p:nvPr/>
          </p:nvSpPr>
          <p:spPr>
            <a:xfrm>
              <a:off x="640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71" name="Text Box 27"/>
            <p:cNvSpPr txBox="1"/>
            <p:nvPr/>
          </p:nvSpPr>
          <p:spPr>
            <a:xfrm>
              <a:off x="640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72" name="AutoShape 28"/>
            <p:cNvSpPr/>
            <p:nvPr/>
          </p:nvSpPr>
          <p:spPr>
            <a:xfrm>
              <a:off x="718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3" name="Text Box 29"/>
            <p:cNvSpPr txBox="1"/>
            <p:nvPr/>
          </p:nvSpPr>
          <p:spPr>
            <a:xfrm>
              <a:off x="692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74" name="Rectangle 32"/>
            <p:cNvSpPr/>
            <p:nvPr/>
          </p:nvSpPr>
          <p:spPr>
            <a:xfrm rot="-5400000">
              <a:off x="918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5" name="Text Box 33"/>
            <p:cNvSpPr txBox="1"/>
            <p:nvPr/>
          </p:nvSpPr>
          <p:spPr>
            <a:xfrm>
              <a:off x="9049" y="3996"/>
              <a:ext cx="38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endParaRPr lang="en-US" altLang="zh-CN" sz="1600">
                <a:solidFill>
                  <a:schemeClr val="tx1"/>
                </a:solidFill>
                <a:latin typeface="Arial Unicode MS" panose="020B0604020202020204" charset="-122"/>
                <a:ea typeface="Arial Unicode MS" panose="020B0604020202020204" charset="-122"/>
              </a:endParaRPr>
            </a:p>
          </p:txBody>
        </p:sp>
        <p:sp>
          <p:nvSpPr>
            <p:cNvPr id="196676" name="Text Box 34"/>
            <p:cNvSpPr txBox="1"/>
            <p:nvPr/>
          </p:nvSpPr>
          <p:spPr>
            <a:xfrm>
              <a:off x="904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77" name="AutoShape 35"/>
            <p:cNvSpPr/>
            <p:nvPr/>
          </p:nvSpPr>
          <p:spPr>
            <a:xfrm>
              <a:off x="982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8" name="Text Box 36"/>
            <p:cNvSpPr txBox="1"/>
            <p:nvPr/>
          </p:nvSpPr>
          <p:spPr>
            <a:xfrm>
              <a:off x="9567" y="3765"/>
              <a:ext cx="92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endParaRPr lang="en-US" altLang="zh-CN" sz="1600">
                <a:solidFill>
                  <a:schemeClr val="tx1"/>
                </a:solidFill>
                <a:latin typeface="Arial Unicode MS" panose="020B0604020202020204" charset="-122"/>
                <a:ea typeface="Arial Unicode MS" panose="020B0604020202020204" charset="-122"/>
              </a:endParaRPr>
            </a:p>
          </p:txBody>
        </p:sp>
        <p:sp>
          <p:nvSpPr>
            <p:cNvPr id="196679" name="Text Box 45"/>
            <p:cNvSpPr txBox="1"/>
            <p:nvPr/>
          </p:nvSpPr>
          <p:spPr>
            <a:xfrm>
              <a:off x="4802" y="3721"/>
              <a:ext cx="108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sym typeface="Arial Unicode MS" panose="020B0604020202020204" charset="-122"/>
                </a:rPr>
                <a:t>•••</a:t>
              </a:r>
              <a:endParaRPr lang="en-US" altLang="zh-CN" sz="1600">
                <a:solidFill>
                  <a:schemeClr val="tx1"/>
                </a:solidFill>
                <a:latin typeface="Calibri" panose="020F0502020204030204" pitchFamily="34" charset="0"/>
                <a:sym typeface="Arial Unicode MS" panose="020B0604020202020204" charset="-122"/>
              </a:endParaRPr>
            </a:p>
          </p:txBody>
        </p:sp>
        <p:sp>
          <p:nvSpPr>
            <p:cNvPr id="196680" name="Text Box 47"/>
            <p:cNvSpPr txBox="1"/>
            <p:nvPr/>
          </p:nvSpPr>
          <p:spPr>
            <a:xfrm>
              <a:off x="287" y="3486"/>
              <a:ext cx="387"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endParaRPr lang="en-US" altLang="zh-CN" sz="1600">
                <a:solidFill>
                  <a:schemeClr val="tx1"/>
                </a:solidFill>
                <a:latin typeface="Arial Unicode MS" panose="020B0604020202020204" charset="-122"/>
                <a:ea typeface="Arial Unicode MS" panose="020B0604020202020204" charset="-122"/>
              </a:endParaRPr>
            </a:p>
          </p:txBody>
        </p:sp>
        <p:sp>
          <p:nvSpPr>
            <p:cNvPr id="196681" name="Oval 97"/>
            <p:cNvSpPr/>
            <p:nvPr/>
          </p:nvSpPr>
          <p:spPr>
            <a:xfrm>
              <a:off x="3532"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2" name="Oval 98"/>
            <p:cNvSpPr/>
            <p:nvPr/>
          </p:nvSpPr>
          <p:spPr>
            <a:xfrm>
              <a:off x="703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3" name="Oval 99"/>
            <p:cNvSpPr/>
            <p:nvPr/>
          </p:nvSpPr>
          <p:spPr>
            <a:xfrm>
              <a:off x="967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4" name="Rectangle 49"/>
            <p:cNvSpPr/>
            <p:nvPr/>
          </p:nvSpPr>
          <p:spPr>
            <a:xfrm>
              <a:off x="242" y="102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5" name="Text Box 50"/>
            <p:cNvSpPr txBox="1"/>
            <p:nvPr/>
          </p:nvSpPr>
          <p:spPr>
            <a:xfrm>
              <a:off x="417" y="102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86" name="Rectangle 57"/>
            <p:cNvSpPr/>
            <p:nvPr/>
          </p:nvSpPr>
          <p:spPr>
            <a:xfrm>
              <a:off x="288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7" name="Text Box 58"/>
            <p:cNvSpPr txBox="1"/>
            <p:nvPr/>
          </p:nvSpPr>
          <p:spPr>
            <a:xfrm>
              <a:off x="305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88" name="Rectangle 65"/>
            <p:cNvSpPr/>
            <p:nvPr/>
          </p:nvSpPr>
          <p:spPr>
            <a:xfrm>
              <a:off x="636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9" name="Text Box 66"/>
            <p:cNvSpPr txBox="1"/>
            <p:nvPr/>
          </p:nvSpPr>
          <p:spPr>
            <a:xfrm>
              <a:off x="653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sp>
          <p:nvSpPr>
            <p:cNvPr id="196690" name="Rectangle 73"/>
            <p:cNvSpPr/>
            <p:nvPr/>
          </p:nvSpPr>
          <p:spPr>
            <a:xfrm>
              <a:off x="900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91" name="Text Box 74"/>
            <p:cNvSpPr txBox="1"/>
            <p:nvPr/>
          </p:nvSpPr>
          <p:spPr>
            <a:xfrm>
              <a:off x="9177" y="1050"/>
              <a:ext cx="60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endParaRPr lang="en-US" altLang="zh-CN" sz="1600">
                <a:solidFill>
                  <a:schemeClr val="tx1"/>
                </a:solidFill>
                <a:latin typeface="Arial Unicode MS" panose="020B0604020202020204" charset="-122"/>
                <a:ea typeface="Arial Unicode MS" panose="020B0604020202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6611"/>
                                        </p:tgtEl>
                                        <p:attrNameLst>
                                          <p:attrName>style.visibility</p:attrName>
                                        </p:attrNameLst>
                                      </p:cBhvr>
                                      <p:to>
                                        <p:strVal val="visible"/>
                                      </p:to>
                                    </p:set>
                                    <p:anim calcmode="lin" valueType="num">
                                      <p:cBhvr additive="base">
                                        <p:cTn id="7" dur="500" fill="hold"/>
                                        <p:tgtEl>
                                          <p:spTgt spid="196611"/>
                                        </p:tgtEl>
                                        <p:attrNameLst>
                                          <p:attrName>ppt_x</p:attrName>
                                        </p:attrNameLst>
                                      </p:cBhvr>
                                      <p:tavLst>
                                        <p:tav tm="0">
                                          <p:val>
                                            <p:strVal val="#ppt_x"/>
                                          </p:val>
                                        </p:tav>
                                        <p:tav tm="100000">
                                          <p:val>
                                            <p:strVal val="#ppt_x"/>
                                          </p:val>
                                        </p:tav>
                                      </p:tavLst>
                                    </p:anim>
                                    <p:anim calcmode="lin" valueType="num">
                                      <p:cBhvr additive="base">
                                        <p:cTn id="8" dur="500" fill="hold"/>
                                        <p:tgtEl>
                                          <p:spTgt spid="1966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a:xfrm>
            <a:off x="395605" y="555308"/>
            <a:ext cx="7391400" cy="457200"/>
          </a:xfrm>
          <a:prstGeom prst="rect">
            <a:avLst/>
          </a:prstGeom>
          <a:noFill/>
          <a:ln w="9525">
            <a:noFill/>
          </a:ln>
        </p:spPr>
        <p:txBody>
          <a:bodyPr/>
          <a:p>
            <a:pPr eaLnBrk="1" hangingPunct="1"/>
            <a:r>
              <a:rPr lang="en-US" altLang="zh-CN" sz="2000" b="1">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串出结构  </a:t>
            </a:r>
            <a:r>
              <a:rPr lang="en-US" altLang="zh-CN" sz="2000" b="1">
                <a:latin typeface="华文新魏" panose="02010800040101010101" pitchFamily="2" charset="-122"/>
                <a:ea typeface="华文新魏" panose="02010800040101010101" pitchFamily="2" charset="-122"/>
              </a:rPr>
              <a:t>Parallel in – serial out </a:t>
            </a:r>
            <a:endParaRPr lang="en-US" altLang="zh-CN" sz="2000" b="1">
              <a:latin typeface="华文新魏" panose="02010800040101010101" pitchFamily="2" charset="-122"/>
              <a:ea typeface="华文新魏" panose="02010800040101010101" pitchFamily="2" charset="-122"/>
            </a:endParaRPr>
          </a:p>
        </p:txBody>
      </p:sp>
      <p:sp>
        <p:nvSpPr>
          <p:cNvPr id="197635" name="Text Box 7"/>
          <p:cNvSpPr txBox="1"/>
          <p:nvPr/>
        </p:nvSpPr>
        <p:spPr>
          <a:xfrm>
            <a:off x="3749675" y="514350"/>
            <a:ext cx="1143000" cy="400050"/>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3" name="组合 2"/>
          <p:cNvGrpSpPr/>
          <p:nvPr/>
        </p:nvGrpSpPr>
        <p:grpSpPr>
          <a:xfrm>
            <a:off x="164465" y="917575"/>
            <a:ext cx="8307070" cy="3961130"/>
            <a:chOff x="259" y="1445"/>
            <a:chExt cx="13082" cy="6238"/>
          </a:xfrm>
        </p:grpSpPr>
        <p:grpSp>
          <p:nvGrpSpPr>
            <p:cNvPr id="197636" name="Group 4"/>
            <p:cNvGrpSpPr/>
            <p:nvPr/>
          </p:nvGrpSpPr>
          <p:grpSpPr>
            <a:xfrm>
              <a:off x="259" y="1445"/>
              <a:ext cx="13082" cy="6238"/>
              <a:chOff x="0" y="0"/>
              <a:chExt cx="14160" cy="7178"/>
            </a:xfrm>
          </p:grpSpPr>
          <p:sp>
            <p:nvSpPr>
              <p:cNvPr id="197637" name="Rectangle 6"/>
              <p:cNvSpPr/>
              <p:nvPr/>
            </p:nvSpPr>
            <p:spPr>
              <a:xfrm>
                <a:off x="5665" y="48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38" name="Text Box 8"/>
              <p:cNvSpPr txBox="1"/>
              <p:nvPr/>
            </p:nvSpPr>
            <p:spPr>
              <a:xfrm>
                <a:off x="5640" y="427"/>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39" name="Rectangle 13"/>
              <p:cNvSpPr/>
              <p:nvPr/>
            </p:nvSpPr>
            <p:spPr>
              <a:xfrm>
                <a:off x="5665" y="147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0" name="Text Box 14"/>
              <p:cNvSpPr txBox="1"/>
              <p:nvPr/>
            </p:nvSpPr>
            <p:spPr>
              <a:xfrm>
                <a:off x="5640" y="1418"/>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41" name="Rectangle 16"/>
              <p:cNvSpPr/>
              <p:nvPr/>
            </p:nvSpPr>
            <p:spPr>
              <a:xfrm>
                <a:off x="7825" y="66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2" name="Text Box 17"/>
              <p:cNvSpPr txBox="1"/>
              <p:nvPr/>
            </p:nvSpPr>
            <p:spPr>
              <a:xfrm>
                <a:off x="7775" y="664"/>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43" name="Line 18"/>
              <p:cNvSpPr/>
              <p:nvPr/>
            </p:nvSpPr>
            <p:spPr>
              <a:xfrm>
                <a:off x="6385" y="844"/>
                <a:ext cx="1440" cy="0"/>
              </a:xfrm>
              <a:prstGeom prst="line">
                <a:avLst/>
              </a:prstGeom>
              <a:ln w="28575" cap="flat" cmpd="sng">
                <a:solidFill>
                  <a:schemeClr val="tx1"/>
                </a:solidFill>
                <a:prstDash val="solid"/>
                <a:headEnd type="none" w="med" len="med"/>
                <a:tailEnd type="none" w="med" len="med"/>
              </a:ln>
            </p:spPr>
          </p:sp>
          <p:sp>
            <p:nvSpPr>
              <p:cNvPr id="197644" name="Line 20"/>
              <p:cNvSpPr/>
              <p:nvPr/>
            </p:nvSpPr>
            <p:spPr>
              <a:xfrm>
                <a:off x="7105" y="1204"/>
                <a:ext cx="720" cy="0"/>
              </a:xfrm>
              <a:prstGeom prst="line">
                <a:avLst/>
              </a:prstGeom>
              <a:ln w="28575" cap="flat" cmpd="sng">
                <a:solidFill>
                  <a:schemeClr val="tx1"/>
                </a:solidFill>
                <a:prstDash val="solid"/>
                <a:headEnd type="none" w="med" len="med"/>
                <a:tailEnd type="none" w="med" len="med"/>
              </a:ln>
            </p:spPr>
          </p:sp>
          <p:sp>
            <p:nvSpPr>
              <p:cNvPr id="197645" name="Line 21"/>
              <p:cNvSpPr/>
              <p:nvPr/>
            </p:nvSpPr>
            <p:spPr>
              <a:xfrm>
                <a:off x="7105" y="1204"/>
                <a:ext cx="0" cy="630"/>
              </a:xfrm>
              <a:prstGeom prst="line">
                <a:avLst/>
              </a:prstGeom>
              <a:ln w="28575" cap="flat" cmpd="sng">
                <a:solidFill>
                  <a:schemeClr val="tx1"/>
                </a:solidFill>
                <a:prstDash val="solid"/>
                <a:headEnd type="none" w="med" len="med"/>
                <a:tailEnd type="none" w="med" len="med"/>
              </a:ln>
            </p:spPr>
          </p:sp>
          <p:sp>
            <p:nvSpPr>
              <p:cNvPr id="197646" name="Line 22"/>
              <p:cNvSpPr/>
              <p:nvPr/>
            </p:nvSpPr>
            <p:spPr>
              <a:xfrm>
                <a:off x="6385" y="1815"/>
                <a:ext cx="720" cy="0"/>
              </a:xfrm>
              <a:prstGeom prst="line">
                <a:avLst/>
              </a:prstGeom>
              <a:ln w="28575" cap="flat" cmpd="sng">
                <a:solidFill>
                  <a:schemeClr val="tx1"/>
                </a:solidFill>
                <a:prstDash val="solid"/>
                <a:headEnd type="none" w="med" len="med"/>
                <a:tailEnd type="none" w="med" len="med"/>
              </a:ln>
            </p:spPr>
          </p:sp>
          <p:sp>
            <p:nvSpPr>
              <p:cNvPr id="197647" name="Line 24"/>
              <p:cNvSpPr/>
              <p:nvPr/>
            </p:nvSpPr>
            <p:spPr>
              <a:xfrm>
                <a:off x="8545" y="1024"/>
                <a:ext cx="1560" cy="0"/>
              </a:xfrm>
              <a:prstGeom prst="line">
                <a:avLst/>
              </a:prstGeom>
              <a:ln w="28575" cap="flat" cmpd="sng">
                <a:solidFill>
                  <a:schemeClr val="tx1"/>
                </a:solidFill>
                <a:prstDash val="solid"/>
                <a:headEnd type="none" w="med" len="med"/>
                <a:tailEnd type="none" w="med" len="med"/>
              </a:ln>
            </p:spPr>
          </p:sp>
          <p:sp>
            <p:nvSpPr>
              <p:cNvPr id="197648" name="Rectangle 23"/>
              <p:cNvSpPr/>
              <p:nvPr/>
            </p:nvSpPr>
            <p:spPr>
              <a:xfrm>
                <a:off x="10105" y="795"/>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9" name="Oval 25"/>
              <p:cNvSpPr/>
              <p:nvPr/>
            </p:nvSpPr>
            <p:spPr>
              <a:xfrm>
                <a:off x="9915" y="1549"/>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50" name="Text Box 26"/>
              <p:cNvSpPr txBox="1"/>
              <p:nvPr/>
            </p:nvSpPr>
            <p:spPr>
              <a:xfrm>
                <a:off x="9965" y="1291"/>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51" name="Text Box 27"/>
              <p:cNvSpPr txBox="1"/>
              <p:nvPr/>
            </p:nvSpPr>
            <p:spPr>
              <a:xfrm>
                <a:off x="10875" y="699"/>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52" name="Text Box 28"/>
              <p:cNvSpPr txBox="1"/>
              <p:nvPr/>
            </p:nvSpPr>
            <p:spPr>
              <a:xfrm>
                <a:off x="10060" y="733"/>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53" name="Line 29"/>
              <p:cNvSpPr/>
              <p:nvPr/>
            </p:nvSpPr>
            <p:spPr>
              <a:xfrm>
                <a:off x="11305" y="1009"/>
                <a:ext cx="600" cy="0"/>
              </a:xfrm>
              <a:prstGeom prst="line">
                <a:avLst/>
              </a:prstGeom>
              <a:ln w="28575" cap="flat" cmpd="sng">
                <a:solidFill>
                  <a:schemeClr val="tx1"/>
                </a:solidFill>
                <a:prstDash val="solid"/>
                <a:headEnd type="none" w="med" len="med"/>
                <a:tailEnd type="none" w="med" len="med"/>
              </a:ln>
            </p:spPr>
          </p:sp>
          <p:sp>
            <p:nvSpPr>
              <p:cNvPr id="197654" name="Line 31"/>
              <p:cNvSpPr/>
              <p:nvPr/>
            </p:nvSpPr>
            <p:spPr>
              <a:xfrm>
                <a:off x="9435" y="1616"/>
                <a:ext cx="480" cy="0"/>
              </a:xfrm>
              <a:prstGeom prst="line">
                <a:avLst/>
              </a:prstGeom>
              <a:ln w="28575" cap="flat" cmpd="sng">
                <a:solidFill>
                  <a:schemeClr val="tx1"/>
                </a:solidFill>
                <a:prstDash val="solid"/>
                <a:headEnd type="none" w="med" len="med"/>
                <a:tailEnd type="none" w="med" len="med"/>
              </a:ln>
            </p:spPr>
          </p:sp>
          <p:sp>
            <p:nvSpPr>
              <p:cNvPr id="197655" name="Line 32"/>
              <p:cNvSpPr/>
              <p:nvPr/>
            </p:nvSpPr>
            <p:spPr>
              <a:xfrm>
                <a:off x="11880" y="1005"/>
                <a:ext cx="0" cy="1403"/>
              </a:xfrm>
              <a:prstGeom prst="line">
                <a:avLst/>
              </a:prstGeom>
              <a:ln w="28575" cap="flat" cmpd="sng">
                <a:solidFill>
                  <a:schemeClr val="tx1"/>
                </a:solidFill>
                <a:prstDash val="solid"/>
                <a:headEnd type="none" w="med" len="med"/>
                <a:tailEnd type="none" w="med" len="med"/>
              </a:ln>
            </p:spPr>
          </p:sp>
          <p:sp>
            <p:nvSpPr>
              <p:cNvPr id="197656" name="Line 33"/>
              <p:cNvSpPr/>
              <p:nvPr/>
            </p:nvSpPr>
            <p:spPr>
              <a:xfrm>
                <a:off x="5185" y="2374"/>
                <a:ext cx="6720" cy="0"/>
              </a:xfrm>
              <a:prstGeom prst="line">
                <a:avLst/>
              </a:prstGeom>
              <a:ln w="28575" cap="flat" cmpd="sng">
                <a:solidFill>
                  <a:schemeClr val="tx1"/>
                </a:solidFill>
                <a:prstDash val="solid"/>
                <a:headEnd type="none" w="med" len="med"/>
                <a:tailEnd type="none" w="med" len="med"/>
              </a:ln>
            </p:spPr>
          </p:sp>
          <p:sp>
            <p:nvSpPr>
              <p:cNvPr id="197657" name="Line 34"/>
              <p:cNvSpPr/>
              <p:nvPr/>
            </p:nvSpPr>
            <p:spPr>
              <a:xfrm>
                <a:off x="3505" y="2010"/>
                <a:ext cx="2160" cy="0"/>
              </a:xfrm>
              <a:prstGeom prst="line">
                <a:avLst/>
              </a:prstGeom>
              <a:ln w="28575" cap="flat" cmpd="sng">
                <a:solidFill>
                  <a:schemeClr val="tx1"/>
                </a:solidFill>
                <a:prstDash val="solid"/>
                <a:headEnd type="none" w="med" len="med"/>
                <a:tailEnd type="none" w="med" len="med"/>
              </a:ln>
            </p:spPr>
          </p:sp>
          <p:sp>
            <p:nvSpPr>
              <p:cNvPr id="197658" name="Line 35"/>
              <p:cNvSpPr/>
              <p:nvPr/>
            </p:nvSpPr>
            <p:spPr>
              <a:xfrm>
                <a:off x="4825" y="1039"/>
                <a:ext cx="840" cy="0"/>
              </a:xfrm>
              <a:prstGeom prst="line">
                <a:avLst/>
              </a:prstGeom>
              <a:ln w="28575" cap="flat" cmpd="sng">
                <a:solidFill>
                  <a:schemeClr val="tx1"/>
                </a:solidFill>
                <a:prstDash val="solid"/>
                <a:headEnd type="none" w="med" len="med"/>
                <a:tailEnd type="none" w="med" len="med"/>
              </a:ln>
            </p:spPr>
          </p:sp>
          <p:sp>
            <p:nvSpPr>
              <p:cNvPr id="197659" name="Line 36"/>
              <p:cNvSpPr/>
              <p:nvPr/>
            </p:nvSpPr>
            <p:spPr>
              <a:xfrm>
                <a:off x="2545" y="1676"/>
                <a:ext cx="3120" cy="0"/>
              </a:xfrm>
              <a:prstGeom prst="line">
                <a:avLst/>
              </a:prstGeom>
              <a:ln w="28575" cap="flat" cmpd="sng">
                <a:solidFill>
                  <a:schemeClr val="tx1"/>
                </a:solidFill>
                <a:prstDash val="solid"/>
                <a:headEnd type="none" w="med" len="med"/>
                <a:tailEnd type="none" w="med" len="med"/>
              </a:ln>
            </p:spPr>
          </p:sp>
          <p:sp>
            <p:nvSpPr>
              <p:cNvPr id="197660" name="Rectangle 40"/>
              <p:cNvSpPr/>
              <p:nvPr/>
            </p:nvSpPr>
            <p:spPr>
              <a:xfrm>
                <a:off x="5665" y="252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1" name="Text Box 41"/>
              <p:cNvSpPr txBox="1"/>
              <p:nvPr/>
            </p:nvSpPr>
            <p:spPr>
              <a:xfrm>
                <a:off x="5640" y="2464"/>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62" name="Rectangle 43"/>
              <p:cNvSpPr/>
              <p:nvPr/>
            </p:nvSpPr>
            <p:spPr>
              <a:xfrm>
                <a:off x="5665" y="35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3" name="Text Box 44"/>
              <p:cNvSpPr txBox="1"/>
              <p:nvPr/>
            </p:nvSpPr>
            <p:spPr>
              <a:xfrm>
                <a:off x="5640" y="3454"/>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64" name="Rectangle 46"/>
              <p:cNvSpPr/>
              <p:nvPr/>
            </p:nvSpPr>
            <p:spPr>
              <a:xfrm>
                <a:off x="7825" y="270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5" name="Text Box 47"/>
              <p:cNvSpPr txBox="1"/>
              <p:nvPr/>
            </p:nvSpPr>
            <p:spPr>
              <a:xfrm>
                <a:off x="7775" y="2700"/>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66" name="Line 48"/>
              <p:cNvSpPr/>
              <p:nvPr/>
            </p:nvSpPr>
            <p:spPr>
              <a:xfrm>
                <a:off x="6385" y="2881"/>
                <a:ext cx="1440" cy="0"/>
              </a:xfrm>
              <a:prstGeom prst="line">
                <a:avLst/>
              </a:prstGeom>
              <a:ln w="28575" cap="flat" cmpd="sng">
                <a:solidFill>
                  <a:schemeClr val="tx1"/>
                </a:solidFill>
                <a:prstDash val="solid"/>
                <a:headEnd type="none" w="med" len="med"/>
                <a:tailEnd type="none" w="med" len="med"/>
              </a:ln>
            </p:spPr>
          </p:sp>
          <p:sp>
            <p:nvSpPr>
              <p:cNvPr id="197667" name="Line 49"/>
              <p:cNvSpPr/>
              <p:nvPr/>
            </p:nvSpPr>
            <p:spPr>
              <a:xfrm>
                <a:off x="7105" y="3241"/>
                <a:ext cx="720" cy="0"/>
              </a:xfrm>
              <a:prstGeom prst="line">
                <a:avLst/>
              </a:prstGeom>
              <a:ln w="28575" cap="flat" cmpd="sng">
                <a:solidFill>
                  <a:schemeClr val="tx1"/>
                </a:solidFill>
                <a:prstDash val="solid"/>
                <a:headEnd type="none" w="med" len="med"/>
                <a:tailEnd type="none" w="med" len="med"/>
              </a:ln>
            </p:spPr>
          </p:sp>
          <p:sp>
            <p:nvSpPr>
              <p:cNvPr id="197668" name="Line 50"/>
              <p:cNvSpPr/>
              <p:nvPr/>
            </p:nvSpPr>
            <p:spPr>
              <a:xfrm>
                <a:off x="7105" y="3241"/>
                <a:ext cx="0" cy="630"/>
              </a:xfrm>
              <a:prstGeom prst="line">
                <a:avLst/>
              </a:prstGeom>
              <a:ln w="28575" cap="flat" cmpd="sng">
                <a:solidFill>
                  <a:schemeClr val="tx1"/>
                </a:solidFill>
                <a:prstDash val="solid"/>
                <a:headEnd type="none" w="med" len="med"/>
                <a:tailEnd type="none" w="med" len="med"/>
              </a:ln>
            </p:spPr>
          </p:sp>
          <p:sp>
            <p:nvSpPr>
              <p:cNvPr id="197669" name="Line 51"/>
              <p:cNvSpPr/>
              <p:nvPr/>
            </p:nvSpPr>
            <p:spPr>
              <a:xfrm>
                <a:off x="6385" y="3852"/>
                <a:ext cx="720" cy="0"/>
              </a:xfrm>
              <a:prstGeom prst="line">
                <a:avLst/>
              </a:prstGeom>
              <a:ln w="28575" cap="flat" cmpd="sng">
                <a:solidFill>
                  <a:schemeClr val="tx1"/>
                </a:solidFill>
                <a:prstDash val="solid"/>
                <a:headEnd type="none" w="med" len="med"/>
                <a:tailEnd type="none" w="med" len="med"/>
              </a:ln>
            </p:spPr>
          </p:sp>
          <p:sp>
            <p:nvSpPr>
              <p:cNvPr id="197670" name="Line 52"/>
              <p:cNvSpPr/>
              <p:nvPr/>
            </p:nvSpPr>
            <p:spPr>
              <a:xfrm>
                <a:off x="8545" y="3061"/>
                <a:ext cx="1560" cy="0"/>
              </a:xfrm>
              <a:prstGeom prst="line">
                <a:avLst/>
              </a:prstGeom>
              <a:ln w="28575" cap="flat" cmpd="sng">
                <a:solidFill>
                  <a:schemeClr val="tx1"/>
                </a:solidFill>
                <a:prstDash val="solid"/>
                <a:headEnd type="none" w="med" len="med"/>
                <a:tailEnd type="none" w="med" len="med"/>
              </a:ln>
            </p:spPr>
          </p:sp>
          <p:sp>
            <p:nvSpPr>
              <p:cNvPr id="197671" name="Rectangle 54"/>
              <p:cNvSpPr/>
              <p:nvPr/>
            </p:nvSpPr>
            <p:spPr>
              <a:xfrm>
                <a:off x="10105" y="2832"/>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2" name="Oval 55"/>
              <p:cNvSpPr/>
              <p:nvPr/>
            </p:nvSpPr>
            <p:spPr>
              <a:xfrm>
                <a:off x="9915" y="3586"/>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3" name="Text Box 56"/>
              <p:cNvSpPr txBox="1"/>
              <p:nvPr/>
            </p:nvSpPr>
            <p:spPr>
              <a:xfrm>
                <a:off x="9965" y="3328"/>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74" name="Text Box 57"/>
              <p:cNvSpPr txBox="1"/>
              <p:nvPr/>
            </p:nvSpPr>
            <p:spPr>
              <a:xfrm>
                <a:off x="10875" y="2736"/>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75" name="Text Box 58"/>
              <p:cNvSpPr txBox="1"/>
              <p:nvPr/>
            </p:nvSpPr>
            <p:spPr>
              <a:xfrm>
                <a:off x="10060" y="2769"/>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76" name="Line 59"/>
              <p:cNvSpPr/>
              <p:nvPr/>
            </p:nvSpPr>
            <p:spPr>
              <a:xfrm>
                <a:off x="11305" y="3046"/>
                <a:ext cx="600" cy="0"/>
              </a:xfrm>
              <a:prstGeom prst="line">
                <a:avLst/>
              </a:prstGeom>
              <a:ln w="28575" cap="flat" cmpd="sng">
                <a:solidFill>
                  <a:schemeClr val="tx1"/>
                </a:solidFill>
                <a:prstDash val="solid"/>
                <a:headEnd type="none" w="med" len="med"/>
                <a:tailEnd type="none" w="med" len="med"/>
              </a:ln>
            </p:spPr>
          </p:sp>
          <p:sp>
            <p:nvSpPr>
              <p:cNvPr id="197677" name="Line 60"/>
              <p:cNvSpPr/>
              <p:nvPr/>
            </p:nvSpPr>
            <p:spPr>
              <a:xfrm>
                <a:off x="9435" y="3653"/>
                <a:ext cx="480" cy="0"/>
              </a:xfrm>
              <a:prstGeom prst="line">
                <a:avLst/>
              </a:prstGeom>
              <a:ln w="28575" cap="flat" cmpd="sng">
                <a:solidFill>
                  <a:schemeClr val="tx1"/>
                </a:solidFill>
                <a:prstDash val="solid"/>
                <a:headEnd type="none" w="med" len="med"/>
                <a:tailEnd type="none" w="med" len="med"/>
              </a:ln>
            </p:spPr>
          </p:sp>
          <p:sp>
            <p:nvSpPr>
              <p:cNvPr id="197678" name="Line 61"/>
              <p:cNvSpPr/>
              <p:nvPr/>
            </p:nvSpPr>
            <p:spPr>
              <a:xfrm>
                <a:off x="11880" y="3042"/>
                <a:ext cx="0" cy="1403"/>
              </a:xfrm>
              <a:prstGeom prst="line">
                <a:avLst/>
              </a:prstGeom>
              <a:ln w="28575" cap="flat" cmpd="sng">
                <a:solidFill>
                  <a:schemeClr val="tx1"/>
                </a:solidFill>
                <a:prstDash val="solid"/>
                <a:headEnd type="none" w="med" len="med"/>
                <a:tailEnd type="none" w="med" len="med"/>
              </a:ln>
            </p:spPr>
          </p:sp>
          <p:sp>
            <p:nvSpPr>
              <p:cNvPr id="197679" name="Line 62"/>
              <p:cNvSpPr/>
              <p:nvPr/>
            </p:nvSpPr>
            <p:spPr>
              <a:xfrm>
                <a:off x="5185" y="4411"/>
                <a:ext cx="6720" cy="0"/>
              </a:xfrm>
              <a:prstGeom prst="line">
                <a:avLst/>
              </a:prstGeom>
              <a:ln w="28575">
                <a:noFill/>
              </a:ln>
            </p:spPr>
          </p:sp>
          <p:sp>
            <p:nvSpPr>
              <p:cNvPr id="197680" name="Line 63"/>
              <p:cNvSpPr/>
              <p:nvPr/>
            </p:nvSpPr>
            <p:spPr>
              <a:xfrm>
                <a:off x="3505" y="4047"/>
                <a:ext cx="2160" cy="0"/>
              </a:xfrm>
              <a:prstGeom prst="line">
                <a:avLst/>
              </a:prstGeom>
              <a:ln w="28575" cap="flat" cmpd="sng">
                <a:solidFill>
                  <a:schemeClr val="tx1"/>
                </a:solidFill>
                <a:prstDash val="solid"/>
                <a:headEnd type="none" w="med" len="med"/>
                <a:tailEnd type="none" w="med" len="med"/>
              </a:ln>
            </p:spPr>
          </p:sp>
          <p:sp>
            <p:nvSpPr>
              <p:cNvPr id="197681" name="Line 64"/>
              <p:cNvSpPr/>
              <p:nvPr/>
            </p:nvSpPr>
            <p:spPr>
              <a:xfrm>
                <a:off x="4825" y="3076"/>
                <a:ext cx="840" cy="0"/>
              </a:xfrm>
              <a:prstGeom prst="line">
                <a:avLst/>
              </a:prstGeom>
              <a:ln w="28575" cap="flat" cmpd="sng">
                <a:solidFill>
                  <a:schemeClr val="tx1"/>
                </a:solidFill>
                <a:prstDash val="solid"/>
                <a:headEnd type="none" w="med" len="med"/>
                <a:tailEnd type="none" w="med" len="med"/>
              </a:ln>
            </p:spPr>
          </p:sp>
          <p:sp>
            <p:nvSpPr>
              <p:cNvPr id="197682" name="Line 65"/>
              <p:cNvSpPr/>
              <p:nvPr/>
            </p:nvSpPr>
            <p:spPr>
              <a:xfrm>
                <a:off x="2545" y="3713"/>
                <a:ext cx="3120" cy="0"/>
              </a:xfrm>
              <a:prstGeom prst="line">
                <a:avLst/>
              </a:prstGeom>
              <a:ln w="28575" cap="flat" cmpd="sng">
                <a:solidFill>
                  <a:schemeClr val="tx1"/>
                </a:solidFill>
                <a:prstDash val="solid"/>
                <a:headEnd type="none" w="med" len="med"/>
                <a:tailEnd type="none" w="med" len="med"/>
              </a:ln>
            </p:spPr>
          </p:sp>
          <p:sp>
            <p:nvSpPr>
              <p:cNvPr id="197683" name="Rectangle 68"/>
              <p:cNvSpPr/>
              <p:nvPr/>
            </p:nvSpPr>
            <p:spPr>
              <a:xfrm>
                <a:off x="5665" y="513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4" name="Text Box 69"/>
              <p:cNvSpPr txBox="1"/>
              <p:nvPr/>
            </p:nvSpPr>
            <p:spPr>
              <a:xfrm>
                <a:off x="5640" y="5075"/>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85" name="Rectangle 71"/>
              <p:cNvSpPr/>
              <p:nvPr/>
            </p:nvSpPr>
            <p:spPr>
              <a:xfrm>
                <a:off x="5665" y="6121"/>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6" name="Text Box 72"/>
              <p:cNvSpPr txBox="1"/>
              <p:nvPr/>
            </p:nvSpPr>
            <p:spPr>
              <a:xfrm>
                <a:off x="5753" y="6178"/>
                <a:ext cx="72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endParaRPr lang="en-US" altLang="zh-CN" sz="1600">
                  <a:solidFill>
                    <a:schemeClr val="tx1"/>
                  </a:solidFill>
                  <a:latin typeface="Calibri" panose="020F0502020204030204" pitchFamily="34" charset="0"/>
                </a:endParaRPr>
              </a:p>
            </p:txBody>
          </p:sp>
          <p:sp>
            <p:nvSpPr>
              <p:cNvPr id="197687" name="Rectangle 74"/>
              <p:cNvSpPr/>
              <p:nvPr/>
            </p:nvSpPr>
            <p:spPr>
              <a:xfrm>
                <a:off x="7825" y="53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8" name="Text Box 75"/>
              <p:cNvSpPr txBox="1"/>
              <p:nvPr/>
            </p:nvSpPr>
            <p:spPr>
              <a:xfrm>
                <a:off x="7775" y="5311"/>
                <a:ext cx="1105"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7689" name="Line 76"/>
              <p:cNvSpPr/>
              <p:nvPr/>
            </p:nvSpPr>
            <p:spPr>
              <a:xfrm>
                <a:off x="6385" y="5491"/>
                <a:ext cx="1440" cy="0"/>
              </a:xfrm>
              <a:prstGeom prst="line">
                <a:avLst/>
              </a:prstGeom>
              <a:ln w="28575" cap="flat" cmpd="sng">
                <a:solidFill>
                  <a:schemeClr val="tx1"/>
                </a:solidFill>
                <a:prstDash val="solid"/>
                <a:headEnd type="none" w="med" len="med"/>
                <a:tailEnd type="none" w="med" len="med"/>
              </a:ln>
            </p:spPr>
          </p:sp>
          <p:sp>
            <p:nvSpPr>
              <p:cNvPr id="197690" name="Line 77"/>
              <p:cNvSpPr/>
              <p:nvPr/>
            </p:nvSpPr>
            <p:spPr>
              <a:xfrm>
                <a:off x="7105" y="5851"/>
                <a:ext cx="720" cy="0"/>
              </a:xfrm>
              <a:prstGeom prst="line">
                <a:avLst/>
              </a:prstGeom>
              <a:ln w="28575" cap="flat" cmpd="sng">
                <a:solidFill>
                  <a:schemeClr val="tx1"/>
                </a:solidFill>
                <a:prstDash val="solid"/>
                <a:headEnd type="none" w="med" len="med"/>
                <a:tailEnd type="none" w="med" len="med"/>
              </a:ln>
            </p:spPr>
          </p:sp>
          <p:sp>
            <p:nvSpPr>
              <p:cNvPr id="197691" name="Line 78"/>
              <p:cNvSpPr/>
              <p:nvPr/>
            </p:nvSpPr>
            <p:spPr>
              <a:xfrm>
                <a:off x="7105" y="5851"/>
                <a:ext cx="0" cy="630"/>
              </a:xfrm>
              <a:prstGeom prst="line">
                <a:avLst/>
              </a:prstGeom>
              <a:ln w="28575" cap="flat" cmpd="sng">
                <a:solidFill>
                  <a:schemeClr val="tx1"/>
                </a:solidFill>
                <a:prstDash val="solid"/>
                <a:headEnd type="none" w="med" len="med"/>
                <a:tailEnd type="none" w="med" len="med"/>
              </a:ln>
            </p:spPr>
          </p:sp>
          <p:sp>
            <p:nvSpPr>
              <p:cNvPr id="197692" name="Line 79"/>
              <p:cNvSpPr/>
              <p:nvPr/>
            </p:nvSpPr>
            <p:spPr>
              <a:xfrm>
                <a:off x="6385" y="6463"/>
                <a:ext cx="720" cy="0"/>
              </a:xfrm>
              <a:prstGeom prst="line">
                <a:avLst/>
              </a:prstGeom>
              <a:ln w="28575" cap="flat" cmpd="sng">
                <a:solidFill>
                  <a:schemeClr val="tx1"/>
                </a:solidFill>
                <a:prstDash val="solid"/>
                <a:headEnd type="none" w="med" len="med"/>
                <a:tailEnd type="none" w="med" len="med"/>
              </a:ln>
            </p:spPr>
          </p:sp>
          <p:sp>
            <p:nvSpPr>
              <p:cNvPr id="197693" name="Line 80"/>
              <p:cNvSpPr/>
              <p:nvPr/>
            </p:nvSpPr>
            <p:spPr>
              <a:xfrm>
                <a:off x="8545" y="5671"/>
                <a:ext cx="1560" cy="0"/>
              </a:xfrm>
              <a:prstGeom prst="line">
                <a:avLst/>
              </a:prstGeom>
              <a:ln w="28575" cap="flat" cmpd="sng">
                <a:solidFill>
                  <a:schemeClr val="tx1"/>
                </a:solidFill>
                <a:prstDash val="solid"/>
                <a:headEnd type="none" w="med" len="med"/>
                <a:tailEnd type="none" w="med" len="med"/>
              </a:ln>
            </p:spPr>
          </p:sp>
          <p:sp>
            <p:nvSpPr>
              <p:cNvPr id="197694" name="Rectangle 82"/>
              <p:cNvSpPr/>
              <p:nvPr/>
            </p:nvSpPr>
            <p:spPr>
              <a:xfrm>
                <a:off x="10105" y="5442"/>
                <a:ext cx="1200" cy="108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5" name="Oval 83"/>
              <p:cNvSpPr/>
              <p:nvPr/>
            </p:nvSpPr>
            <p:spPr>
              <a:xfrm>
                <a:off x="9915" y="6196"/>
                <a:ext cx="175" cy="132"/>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6" name="Text Box 84"/>
              <p:cNvSpPr txBox="1"/>
              <p:nvPr/>
            </p:nvSpPr>
            <p:spPr>
              <a:xfrm>
                <a:off x="9960" y="5951"/>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endParaRPr lang="en-US" altLang="zh-CN" sz="1600">
                  <a:solidFill>
                    <a:schemeClr val="tx1"/>
                  </a:solidFill>
                  <a:latin typeface="Calibri" panose="020F0502020204030204" pitchFamily="34" charset="0"/>
                </a:endParaRPr>
              </a:p>
            </p:txBody>
          </p:sp>
          <p:sp>
            <p:nvSpPr>
              <p:cNvPr id="197697" name="Text Box 85"/>
              <p:cNvSpPr txBox="1"/>
              <p:nvPr/>
            </p:nvSpPr>
            <p:spPr>
              <a:xfrm>
                <a:off x="10875" y="5346"/>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endParaRPr lang="en-US" altLang="zh-CN" sz="1600">
                  <a:solidFill>
                    <a:schemeClr val="tx1"/>
                  </a:solidFill>
                  <a:latin typeface="Calibri" panose="020F0502020204030204" pitchFamily="34" charset="0"/>
                </a:endParaRPr>
              </a:p>
            </p:txBody>
          </p:sp>
          <p:sp>
            <p:nvSpPr>
              <p:cNvPr id="197698" name="Text Box 86"/>
              <p:cNvSpPr txBox="1"/>
              <p:nvPr/>
            </p:nvSpPr>
            <p:spPr>
              <a:xfrm>
                <a:off x="10060" y="5380"/>
                <a:ext cx="67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endParaRPr lang="en-US" altLang="zh-CN" sz="1600">
                  <a:solidFill>
                    <a:schemeClr val="tx1"/>
                  </a:solidFill>
                  <a:latin typeface="Calibri" panose="020F0502020204030204" pitchFamily="34" charset="0"/>
                </a:endParaRPr>
              </a:p>
            </p:txBody>
          </p:sp>
          <p:sp>
            <p:nvSpPr>
              <p:cNvPr id="197699" name="Line 87"/>
              <p:cNvSpPr/>
              <p:nvPr/>
            </p:nvSpPr>
            <p:spPr>
              <a:xfrm>
                <a:off x="11305" y="5656"/>
                <a:ext cx="600" cy="0"/>
              </a:xfrm>
              <a:prstGeom prst="line">
                <a:avLst/>
              </a:prstGeom>
              <a:ln w="28575" cap="flat" cmpd="sng">
                <a:solidFill>
                  <a:schemeClr val="tx1"/>
                </a:solidFill>
                <a:prstDash val="solid"/>
                <a:headEnd type="none" w="med" len="med"/>
                <a:tailEnd type="none" w="med" len="med"/>
              </a:ln>
            </p:spPr>
          </p:sp>
          <p:sp>
            <p:nvSpPr>
              <p:cNvPr id="197700" name="Line 88"/>
              <p:cNvSpPr/>
              <p:nvPr/>
            </p:nvSpPr>
            <p:spPr>
              <a:xfrm>
                <a:off x="9396" y="6253"/>
                <a:ext cx="518" cy="12"/>
              </a:xfrm>
              <a:prstGeom prst="line">
                <a:avLst/>
              </a:prstGeom>
              <a:ln w="28575" cap="flat" cmpd="sng">
                <a:solidFill>
                  <a:schemeClr val="tx1"/>
                </a:solidFill>
                <a:prstDash val="solid"/>
                <a:headEnd type="none" w="med" len="med"/>
                <a:tailEnd type="none" w="med" len="med"/>
              </a:ln>
            </p:spPr>
          </p:sp>
          <p:sp>
            <p:nvSpPr>
              <p:cNvPr id="197701" name="Line 91"/>
              <p:cNvSpPr/>
              <p:nvPr/>
            </p:nvSpPr>
            <p:spPr>
              <a:xfrm>
                <a:off x="3505" y="6658"/>
                <a:ext cx="2160" cy="0"/>
              </a:xfrm>
              <a:prstGeom prst="line">
                <a:avLst/>
              </a:prstGeom>
              <a:ln w="28575" cap="flat" cmpd="sng">
                <a:solidFill>
                  <a:schemeClr val="tx1"/>
                </a:solidFill>
                <a:prstDash val="solid"/>
                <a:headEnd type="none" w="med" len="med"/>
                <a:tailEnd type="none" w="med" len="med"/>
              </a:ln>
            </p:spPr>
          </p:sp>
          <p:sp>
            <p:nvSpPr>
              <p:cNvPr id="197702" name="Line 92"/>
              <p:cNvSpPr/>
              <p:nvPr/>
            </p:nvSpPr>
            <p:spPr>
              <a:xfrm>
                <a:off x="4825" y="5686"/>
                <a:ext cx="840" cy="0"/>
              </a:xfrm>
              <a:prstGeom prst="line">
                <a:avLst/>
              </a:prstGeom>
              <a:ln w="28575" cap="flat" cmpd="sng">
                <a:solidFill>
                  <a:schemeClr val="tx1"/>
                </a:solidFill>
                <a:prstDash val="solid"/>
                <a:headEnd type="none" w="med" len="med"/>
                <a:tailEnd type="none" w="med" len="med"/>
              </a:ln>
            </p:spPr>
          </p:sp>
          <p:sp>
            <p:nvSpPr>
              <p:cNvPr id="197703" name="Line 93"/>
              <p:cNvSpPr/>
              <p:nvPr/>
            </p:nvSpPr>
            <p:spPr>
              <a:xfrm>
                <a:off x="2545" y="6324"/>
                <a:ext cx="3120" cy="0"/>
              </a:xfrm>
              <a:prstGeom prst="line">
                <a:avLst/>
              </a:prstGeom>
              <a:ln w="28575" cap="flat" cmpd="sng">
                <a:solidFill>
                  <a:schemeClr val="tx1"/>
                </a:solidFill>
                <a:prstDash val="solid"/>
                <a:headEnd type="none" w="med" len="med"/>
                <a:tailEnd type="none" w="med" len="med"/>
              </a:ln>
            </p:spPr>
          </p:sp>
          <p:sp>
            <p:nvSpPr>
              <p:cNvPr id="197704" name="Rectangle 94"/>
              <p:cNvSpPr/>
              <p:nvPr/>
            </p:nvSpPr>
            <p:spPr>
              <a:xfrm>
                <a:off x="3952" y="34"/>
                <a:ext cx="488" cy="540"/>
              </a:xfrm>
              <a:prstGeom prst="rect">
                <a:avLst/>
              </a:prstGeom>
              <a:solidFill>
                <a:schemeClr val="accent1"/>
              </a:solidFill>
              <a:ln w="28575">
                <a:noFill/>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5" name="Oval 95"/>
              <p:cNvSpPr/>
              <p:nvPr/>
            </p:nvSpPr>
            <p:spPr>
              <a:xfrm>
                <a:off x="3782" y="214"/>
                <a:ext cx="175" cy="131"/>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6" name="Line 97"/>
              <p:cNvSpPr/>
              <p:nvPr/>
            </p:nvSpPr>
            <p:spPr>
              <a:xfrm>
                <a:off x="2685" y="285"/>
                <a:ext cx="1132" cy="0"/>
              </a:xfrm>
              <a:prstGeom prst="line">
                <a:avLst/>
              </a:prstGeom>
              <a:ln w="28575" cap="flat" cmpd="sng">
                <a:solidFill>
                  <a:schemeClr val="tx1"/>
                </a:solidFill>
                <a:prstDash val="solid"/>
                <a:headEnd type="none" w="med" len="med"/>
                <a:tailEnd type="none" w="med" len="med"/>
              </a:ln>
            </p:spPr>
          </p:sp>
          <p:sp>
            <p:nvSpPr>
              <p:cNvPr id="197707" name="Text Box 98"/>
              <p:cNvSpPr txBox="1"/>
              <p:nvPr/>
            </p:nvSpPr>
            <p:spPr>
              <a:xfrm>
                <a:off x="0" y="37"/>
                <a:ext cx="276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LOAD/SHIFT</a:t>
                </a:r>
                <a:endParaRPr lang="en-US" altLang="zh-CN" sz="1600" b="1">
                  <a:solidFill>
                    <a:schemeClr val="tx1"/>
                  </a:solidFill>
                  <a:latin typeface="Calibri" panose="020F0502020204030204" pitchFamily="34" charset="0"/>
                </a:endParaRPr>
              </a:p>
            </p:txBody>
          </p:sp>
          <p:sp>
            <p:nvSpPr>
              <p:cNvPr id="197708" name="Line 99"/>
              <p:cNvSpPr/>
              <p:nvPr/>
            </p:nvSpPr>
            <p:spPr>
              <a:xfrm>
                <a:off x="4800" y="304"/>
                <a:ext cx="0" cy="5401"/>
              </a:xfrm>
              <a:prstGeom prst="line">
                <a:avLst/>
              </a:prstGeom>
              <a:ln w="28575" cap="flat" cmpd="sng">
                <a:solidFill>
                  <a:schemeClr val="tx1"/>
                </a:solidFill>
                <a:prstDash val="solid"/>
                <a:headEnd type="none" w="med" len="med"/>
                <a:tailEnd type="none" w="med" len="med"/>
              </a:ln>
            </p:spPr>
          </p:sp>
          <p:sp>
            <p:nvSpPr>
              <p:cNvPr id="197709" name="Line 100"/>
              <p:cNvSpPr/>
              <p:nvPr/>
            </p:nvSpPr>
            <p:spPr>
              <a:xfrm>
                <a:off x="4487" y="304"/>
                <a:ext cx="313" cy="0"/>
              </a:xfrm>
              <a:prstGeom prst="line">
                <a:avLst/>
              </a:prstGeom>
              <a:ln w="28575" cap="flat" cmpd="sng">
                <a:solidFill>
                  <a:schemeClr val="tx1"/>
                </a:solidFill>
                <a:prstDash val="solid"/>
                <a:headEnd type="none" w="med" len="med"/>
                <a:tailEnd type="none" w="med" len="med"/>
              </a:ln>
            </p:spPr>
          </p:sp>
          <p:sp>
            <p:nvSpPr>
              <p:cNvPr id="197710" name="Line 101"/>
              <p:cNvSpPr/>
              <p:nvPr/>
            </p:nvSpPr>
            <p:spPr>
              <a:xfrm flipH="1">
                <a:off x="9396" y="188"/>
                <a:ext cx="50" cy="6095"/>
              </a:xfrm>
              <a:prstGeom prst="line">
                <a:avLst/>
              </a:prstGeom>
              <a:ln w="28575" cap="flat" cmpd="sng">
                <a:solidFill>
                  <a:schemeClr val="tx1"/>
                </a:solidFill>
                <a:prstDash val="solid"/>
                <a:headEnd type="none" w="med" len="med"/>
                <a:tailEnd type="none" w="med" len="med"/>
              </a:ln>
            </p:spPr>
          </p:sp>
          <p:sp>
            <p:nvSpPr>
              <p:cNvPr id="197711" name="Line 102"/>
              <p:cNvSpPr/>
              <p:nvPr/>
            </p:nvSpPr>
            <p:spPr>
              <a:xfrm>
                <a:off x="8355" y="208"/>
                <a:ext cx="1080" cy="0"/>
              </a:xfrm>
              <a:prstGeom prst="line">
                <a:avLst/>
              </a:prstGeom>
              <a:ln w="28575" cap="flat" cmpd="sng">
                <a:solidFill>
                  <a:schemeClr val="tx1"/>
                </a:solidFill>
                <a:prstDash val="solid"/>
                <a:headEnd type="none" w="med" len="med"/>
                <a:tailEnd type="none" w="med" len="med"/>
              </a:ln>
            </p:spPr>
          </p:sp>
          <p:sp>
            <p:nvSpPr>
              <p:cNvPr id="197712" name="Text Box 103"/>
              <p:cNvSpPr txBox="1"/>
              <p:nvPr/>
            </p:nvSpPr>
            <p:spPr>
              <a:xfrm>
                <a:off x="7180" y="0"/>
                <a:ext cx="144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CLK</a:t>
                </a:r>
                <a:endParaRPr lang="en-US" altLang="zh-CN" sz="1600" b="1">
                  <a:solidFill>
                    <a:schemeClr val="tx1"/>
                  </a:solidFill>
                  <a:latin typeface="Calibri" panose="020F0502020204030204" pitchFamily="34" charset="0"/>
                </a:endParaRPr>
              </a:p>
            </p:txBody>
          </p:sp>
          <p:sp>
            <p:nvSpPr>
              <p:cNvPr id="197713" name="Line 104"/>
              <p:cNvSpPr/>
              <p:nvPr/>
            </p:nvSpPr>
            <p:spPr>
              <a:xfrm>
                <a:off x="5160" y="5334"/>
                <a:ext cx="480" cy="0"/>
              </a:xfrm>
              <a:prstGeom prst="line">
                <a:avLst/>
              </a:prstGeom>
              <a:ln w="28575" cap="flat" cmpd="sng">
                <a:solidFill>
                  <a:schemeClr val="tx1"/>
                </a:solidFill>
                <a:prstDash val="solid"/>
                <a:headEnd type="none" w="med" len="med"/>
                <a:tailEnd type="none" w="med" len="med"/>
              </a:ln>
            </p:spPr>
          </p:sp>
          <p:sp>
            <p:nvSpPr>
              <p:cNvPr id="197714" name="Line 105"/>
              <p:cNvSpPr/>
              <p:nvPr/>
            </p:nvSpPr>
            <p:spPr>
              <a:xfrm>
                <a:off x="5212" y="2374"/>
                <a:ext cx="0" cy="360"/>
              </a:xfrm>
              <a:prstGeom prst="line">
                <a:avLst/>
              </a:prstGeom>
              <a:ln w="28575" cap="flat" cmpd="sng">
                <a:solidFill>
                  <a:schemeClr val="tx1"/>
                </a:solidFill>
                <a:prstDash val="solid"/>
                <a:headEnd type="none" w="med" len="med"/>
                <a:tailEnd type="none" w="med" len="med"/>
              </a:ln>
            </p:spPr>
          </p:sp>
          <p:sp>
            <p:nvSpPr>
              <p:cNvPr id="197715" name="Line 106"/>
              <p:cNvSpPr/>
              <p:nvPr/>
            </p:nvSpPr>
            <p:spPr>
              <a:xfrm>
                <a:off x="2785" y="664"/>
                <a:ext cx="2872" cy="0"/>
              </a:xfrm>
              <a:prstGeom prst="line">
                <a:avLst/>
              </a:prstGeom>
              <a:ln w="28575" cap="flat" cmpd="sng">
                <a:solidFill>
                  <a:schemeClr val="tx1"/>
                </a:solidFill>
                <a:prstDash val="solid"/>
                <a:headEnd type="none" w="med" len="med"/>
                <a:tailEnd type="none" w="med" len="med"/>
              </a:ln>
            </p:spPr>
          </p:sp>
          <p:sp>
            <p:nvSpPr>
              <p:cNvPr id="197716" name="Text Box 107"/>
              <p:cNvSpPr txBox="1"/>
              <p:nvPr/>
            </p:nvSpPr>
            <p:spPr>
              <a:xfrm>
                <a:off x="1080" y="446"/>
                <a:ext cx="156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SERIN</a:t>
                </a:r>
                <a:endParaRPr lang="en-US" altLang="zh-CN" sz="1600" b="1">
                  <a:solidFill>
                    <a:schemeClr val="tx1"/>
                  </a:solidFill>
                  <a:latin typeface="Calibri" panose="020F0502020204030204" pitchFamily="34" charset="0"/>
                </a:endParaRPr>
              </a:p>
            </p:txBody>
          </p:sp>
          <p:sp>
            <p:nvSpPr>
              <p:cNvPr id="197717" name="Text Box 108"/>
              <p:cNvSpPr txBox="1"/>
              <p:nvPr/>
            </p:nvSpPr>
            <p:spPr>
              <a:xfrm>
                <a:off x="1440" y="1436"/>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1D</a:t>
                </a:r>
                <a:endParaRPr lang="en-US" altLang="zh-CN" sz="1600" b="1">
                  <a:solidFill>
                    <a:schemeClr val="tx1"/>
                  </a:solidFill>
                  <a:latin typeface="Calibri" panose="020F0502020204030204" pitchFamily="34" charset="0"/>
                </a:endParaRPr>
              </a:p>
            </p:txBody>
          </p:sp>
          <p:sp>
            <p:nvSpPr>
              <p:cNvPr id="197718" name="Text Box 109"/>
              <p:cNvSpPr txBox="1"/>
              <p:nvPr/>
            </p:nvSpPr>
            <p:spPr>
              <a:xfrm>
                <a:off x="1465" y="3439"/>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2D</a:t>
                </a:r>
                <a:endParaRPr lang="en-US" altLang="zh-CN" sz="1600" b="1">
                  <a:solidFill>
                    <a:schemeClr val="tx1"/>
                  </a:solidFill>
                  <a:latin typeface="Calibri" panose="020F0502020204030204" pitchFamily="34" charset="0"/>
                </a:endParaRPr>
              </a:p>
            </p:txBody>
          </p:sp>
          <p:sp>
            <p:nvSpPr>
              <p:cNvPr id="197719" name="Text Box 110"/>
              <p:cNvSpPr txBox="1"/>
              <p:nvPr/>
            </p:nvSpPr>
            <p:spPr>
              <a:xfrm>
                <a:off x="1440" y="6065"/>
                <a:ext cx="120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ND</a:t>
                </a:r>
                <a:endParaRPr lang="en-US" altLang="zh-CN" sz="1600" b="1">
                  <a:solidFill>
                    <a:schemeClr val="tx1"/>
                  </a:solidFill>
                  <a:latin typeface="Calibri" panose="020F0502020204030204" pitchFamily="34" charset="0"/>
                </a:endParaRPr>
              </a:p>
            </p:txBody>
          </p:sp>
          <p:sp>
            <p:nvSpPr>
              <p:cNvPr id="197720" name="Line 111"/>
              <p:cNvSpPr/>
              <p:nvPr/>
            </p:nvSpPr>
            <p:spPr>
              <a:xfrm>
                <a:off x="3480" y="285"/>
                <a:ext cx="0" cy="6391"/>
              </a:xfrm>
              <a:prstGeom prst="line">
                <a:avLst/>
              </a:prstGeom>
              <a:ln w="28575" cap="flat" cmpd="sng">
                <a:solidFill>
                  <a:schemeClr val="tx1"/>
                </a:solidFill>
                <a:prstDash val="solid"/>
                <a:headEnd type="none" w="med" len="med"/>
                <a:tailEnd type="none" w="med" len="med"/>
              </a:ln>
            </p:spPr>
          </p:sp>
          <p:sp>
            <p:nvSpPr>
              <p:cNvPr id="197721" name="Line 112"/>
              <p:cNvSpPr/>
              <p:nvPr/>
            </p:nvSpPr>
            <p:spPr>
              <a:xfrm>
                <a:off x="5185" y="5345"/>
                <a:ext cx="480" cy="0"/>
              </a:xfrm>
              <a:prstGeom prst="line">
                <a:avLst/>
              </a:prstGeom>
              <a:ln w="28575">
                <a:noFill/>
              </a:ln>
            </p:spPr>
          </p:sp>
          <p:sp>
            <p:nvSpPr>
              <p:cNvPr id="197722" name="Text Box 113"/>
              <p:cNvSpPr txBox="1"/>
              <p:nvPr/>
            </p:nvSpPr>
            <p:spPr>
              <a:xfrm>
                <a:off x="3879" y="4286"/>
                <a:ext cx="682" cy="2892"/>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3" name="Text Box 114"/>
              <p:cNvSpPr txBox="1"/>
              <p:nvPr/>
            </p:nvSpPr>
            <p:spPr>
              <a:xfrm>
                <a:off x="10409" y="4211"/>
                <a:ext cx="682" cy="2855"/>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4" name="Text Box 115"/>
              <p:cNvSpPr txBox="1"/>
              <p:nvPr/>
            </p:nvSpPr>
            <p:spPr>
              <a:xfrm>
                <a:off x="5706" y="4286"/>
                <a:ext cx="682" cy="243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endParaRPr lang="en-US" altLang="zh-CN" sz="1600">
                  <a:solidFill>
                    <a:schemeClr val="tx1"/>
                  </a:solidFill>
                  <a:latin typeface="Calibri" panose="020F0502020204030204" pitchFamily="34" charset="0"/>
                </a:endParaRPr>
              </a:p>
            </p:txBody>
          </p:sp>
          <p:sp>
            <p:nvSpPr>
              <p:cNvPr id="197725" name="Text Box 116"/>
              <p:cNvSpPr txBox="1"/>
              <p:nvPr/>
            </p:nvSpPr>
            <p:spPr>
              <a:xfrm>
                <a:off x="11880" y="5435"/>
                <a:ext cx="2280" cy="614"/>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SEROUT</a:t>
                </a:r>
                <a:endParaRPr lang="en-US" altLang="zh-CN" sz="1600" b="1">
                  <a:solidFill>
                    <a:schemeClr val="tx1"/>
                  </a:solidFill>
                  <a:latin typeface="Calibri" panose="020F0502020204030204" pitchFamily="34" charset="0"/>
                </a:endParaRPr>
              </a:p>
            </p:txBody>
          </p:sp>
          <p:sp>
            <p:nvSpPr>
              <p:cNvPr id="197726" name="Oval 118"/>
              <p:cNvSpPr/>
              <p:nvPr/>
            </p:nvSpPr>
            <p:spPr>
              <a:xfrm>
                <a:off x="3432" y="251"/>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7" name="Oval 119"/>
              <p:cNvSpPr/>
              <p:nvPr/>
            </p:nvSpPr>
            <p:spPr>
              <a:xfrm>
                <a:off x="3422" y="196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8" name="Oval 120"/>
              <p:cNvSpPr/>
              <p:nvPr/>
            </p:nvSpPr>
            <p:spPr>
              <a:xfrm>
                <a:off x="3430" y="3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9" name="Oval 121"/>
              <p:cNvSpPr/>
              <p:nvPr/>
            </p:nvSpPr>
            <p:spPr>
              <a:xfrm>
                <a:off x="4741" y="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0" name="Oval 122"/>
              <p:cNvSpPr/>
              <p:nvPr/>
            </p:nvSpPr>
            <p:spPr>
              <a:xfrm>
                <a:off x="4751" y="302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1" name="Oval 123"/>
              <p:cNvSpPr/>
              <p:nvPr/>
            </p:nvSpPr>
            <p:spPr>
              <a:xfrm>
                <a:off x="9360" y="1576"/>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2" name="Oval 124"/>
              <p:cNvSpPr/>
              <p:nvPr/>
            </p:nvSpPr>
            <p:spPr>
              <a:xfrm>
                <a:off x="9360" y="361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3" name="Text Box 125"/>
              <p:cNvSpPr txBox="1"/>
              <p:nvPr/>
            </p:nvSpPr>
            <p:spPr>
              <a:xfrm>
                <a:off x="3982" y="17"/>
                <a:ext cx="480" cy="614"/>
              </a:xfrm>
              <a:prstGeom prst="rect">
                <a:avLst/>
              </a:prstGeom>
              <a:noFill/>
              <a:ln w="28575" cap="flat" cmpd="sng">
                <a:solidFill>
                  <a:schemeClr val="tx1"/>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grpSp>
        <p:sp>
          <p:nvSpPr>
            <p:cNvPr id="2" name="Line 105"/>
            <p:cNvSpPr/>
            <p:nvPr/>
          </p:nvSpPr>
          <p:spPr>
            <a:xfrm>
              <a:off x="5048" y="5766"/>
              <a:ext cx="0" cy="313"/>
            </a:xfrm>
            <a:prstGeom prst="line">
              <a:avLst/>
            </a:prstGeom>
            <a:ln w="28575" cap="flat" cmpd="sng">
              <a:solidFill>
                <a:schemeClr val="tx1"/>
              </a:solidFill>
              <a:prstDash val="solid"/>
              <a:headEnd type="none" w="med" len="med"/>
              <a:tailEnd type="none" w="med" len="med"/>
            </a:ln>
          </p:spPr>
        </p:sp>
      </p:grpSp>
      <p:sp>
        <p:nvSpPr>
          <p:cNvPr id="4" name="Line 112"/>
          <p:cNvSpPr/>
          <p:nvPr/>
        </p:nvSpPr>
        <p:spPr>
          <a:xfrm>
            <a:off x="3223863" y="2415330"/>
            <a:ext cx="281606" cy="0"/>
          </a:xfrm>
          <a:prstGeom prst="line">
            <a:avLst/>
          </a:prstGeom>
          <a:ln w="28575"/>
        </p:spPr>
        <p:style>
          <a:lnRef idx="1">
            <a:schemeClr val="accent4"/>
          </a:lnRef>
          <a:fillRef idx="0">
            <a:schemeClr val="accent4"/>
          </a:fillRef>
          <a:effectRef idx="0">
            <a:schemeClr val="accent4"/>
          </a:effectRef>
          <a:fontRef idx="minor">
            <a:schemeClr val="tx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p:cNvSpPr>
          <p:nvPr>
            <p:ph type="title"/>
          </p:nvPr>
        </p:nvSpPr>
        <p:spPr>
          <a:xfrm>
            <a:off x="534988" y="768350"/>
            <a:ext cx="6702425" cy="1228725"/>
          </a:xfrm>
          <a:prstGeom prst="rect">
            <a:avLst/>
          </a:prstGeom>
          <a:noFill/>
          <a:ln w="9525">
            <a:noFill/>
          </a:ln>
        </p:spPr>
        <p:txBody>
          <a:bodyPr/>
          <a:p>
            <a:pPr eaLnBrk="1" hangingPunct="1">
              <a:lnSpc>
                <a:spcPct val="150000"/>
              </a:lnSpc>
            </a:pP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Parallel in – parallel out </a:t>
            </a:r>
            <a:endParaRPr lang="en-US" altLang="zh-CN" sz="2000" b="1">
              <a:latin typeface="华文新魏" panose="02010800040101010101" pitchFamily="2" charset="-122"/>
              <a:ea typeface="华文新魏" panose="02010800040101010101" pitchFamily="2" charset="-122"/>
            </a:endParaRPr>
          </a:p>
        </p:txBody>
      </p:sp>
      <p:sp>
        <p:nvSpPr>
          <p:cNvPr id="198659" name="Text Box 4"/>
          <p:cNvSpPr txBox="1"/>
          <p:nvPr/>
        </p:nvSpPr>
        <p:spPr>
          <a:xfrm>
            <a:off x="962025" y="1658938"/>
            <a:ext cx="6994525" cy="1938020"/>
          </a:xfrm>
          <a:prstGeom prst="rect">
            <a:avLst/>
          </a:prstGeom>
          <a:noFill/>
          <a:ln w="9525">
            <a:noFill/>
          </a:ln>
        </p:spPr>
        <p:txBody>
          <a:bodyPr>
            <a:spAutoFit/>
          </a:bodyPr>
          <a:p>
            <a:pPr eaLnBrk="1" hangingPunct="1">
              <a:lnSpc>
                <a:spcPct val="15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该结构即是将上页图中的各个触发器</a:t>
            </a:r>
            <a:r>
              <a:rPr lang="en-US" altLang="zh-CN" b="1">
                <a:solidFill>
                  <a:srgbClr val="FF0000"/>
                </a:solidFill>
                <a:latin typeface="华文新魏" panose="02010800040101010101" pitchFamily="2" charset="-122"/>
                <a:ea typeface="华文新魏" panose="02010800040101010101" pitchFamily="2" charset="-122"/>
              </a:rPr>
              <a:t>Q</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均引出，其它部分完全相同。当需要并行输出功能时，只需要外</a:t>
            </a:r>
            <a:r>
              <a:rPr lang="zh-CN" altLang="en-US" b="1" dirty="0">
                <a:solidFill>
                  <a:srgbClr val="FF0000"/>
                </a:solidFill>
                <a:latin typeface="华文新魏" panose="02010800040101010101" pitchFamily="2" charset="-122"/>
                <a:ea typeface="华文新魏" panose="02010800040101010101" pitchFamily="2" charset="-122"/>
              </a:rPr>
              <a:t>加读出控制门，</a:t>
            </a:r>
            <a:r>
              <a:rPr lang="zh-CN" altLang="en-US" b="1" dirty="0">
                <a:solidFill>
                  <a:schemeClr val="tx1"/>
                </a:solidFill>
                <a:latin typeface="华文新魏" panose="02010800040101010101" pitchFamily="2" charset="-122"/>
                <a:ea typeface="华文新魏" panose="02010800040101010101" pitchFamily="2" charset="-122"/>
              </a:rPr>
              <a:t>在读出控制脉冲的作用下将寄存器中数据并行输出。</a:t>
            </a:r>
            <a:r>
              <a:rPr lang="zh-CN" altLang="en-US" b="1" u="sng" dirty="0">
                <a:solidFill>
                  <a:schemeClr val="tx1"/>
                </a:solidFill>
                <a:latin typeface="华文新魏" panose="02010800040101010101" pitchFamily="2" charset="-122"/>
                <a:ea typeface="华文新魏" panose="02010800040101010101" pitchFamily="2" charset="-122"/>
              </a:rPr>
              <a:t>这种结构的移位寄存器的功能覆盖了前三种，因此通用性更强。</a:t>
            </a:r>
            <a:endParaRPr lang="zh-CN" altLang="en-US" b="1" u="sng"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Text Box 108"/>
          <p:cNvSpPr txBox="1"/>
          <p:nvPr/>
        </p:nvSpPr>
        <p:spPr>
          <a:xfrm>
            <a:off x="6026150" y="4183063"/>
            <a:ext cx="376238" cy="33337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C</a:t>
            </a:r>
            <a:endParaRPr lang="en-US" altLang="zh-CN" b="1">
              <a:solidFill>
                <a:schemeClr val="tx1"/>
              </a:solidFill>
              <a:latin typeface="Calibri" panose="020F0502020204030204" pitchFamily="34" charset="0"/>
            </a:endParaRPr>
          </a:p>
        </p:txBody>
      </p:sp>
      <p:grpSp>
        <p:nvGrpSpPr>
          <p:cNvPr id="199683" name="Group 3"/>
          <p:cNvGrpSpPr/>
          <p:nvPr/>
        </p:nvGrpSpPr>
        <p:grpSpPr>
          <a:xfrm>
            <a:off x="252413" y="555625"/>
            <a:ext cx="6838950" cy="3960813"/>
            <a:chOff x="0" y="0"/>
            <a:chExt cx="10771" cy="6239"/>
          </a:xfrm>
        </p:grpSpPr>
        <p:sp>
          <p:nvSpPr>
            <p:cNvPr id="199687" name="Text Box 5"/>
            <p:cNvSpPr txBox="1"/>
            <p:nvPr/>
          </p:nvSpPr>
          <p:spPr>
            <a:xfrm>
              <a:off x="3775" y="241"/>
              <a:ext cx="1482" cy="582"/>
            </a:xfrm>
            <a:prstGeom prst="rect">
              <a:avLst/>
            </a:prstGeom>
            <a:noFill/>
            <a:ln w="28575">
              <a:noFill/>
            </a:ln>
          </p:spPr>
          <p:txBody>
            <a:bodyPr>
              <a:spAutoFit/>
            </a:bodyPr>
            <a:p>
              <a:pPr eaLnBrk="1" hangingPunct="1">
                <a:spcBef>
                  <a:spcPct val="50000"/>
                </a:spcBef>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8" name="Rectangle 6"/>
            <p:cNvSpPr/>
            <p:nvPr/>
          </p:nvSpPr>
          <p:spPr>
            <a:xfrm>
              <a:off x="3775" y="76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9" name="Text Box 7"/>
            <p:cNvSpPr txBox="1"/>
            <p:nvPr/>
          </p:nvSpPr>
          <p:spPr>
            <a:xfrm>
              <a:off x="3754" y="718"/>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690" name="Rectangle 8"/>
            <p:cNvSpPr/>
            <p:nvPr/>
          </p:nvSpPr>
          <p:spPr>
            <a:xfrm>
              <a:off x="3775" y="158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1" name="Text Box 9"/>
            <p:cNvSpPr txBox="1"/>
            <p:nvPr/>
          </p:nvSpPr>
          <p:spPr>
            <a:xfrm>
              <a:off x="3754" y="1542"/>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692" name="Rectangle 10"/>
            <p:cNvSpPr/>
            <p:nvPr/>
          </p:nvSpPr>
          <p:spPr>
            <a:xfrm>
              <a:off x="5554" y="91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3" name="Text Box 11"/>
            <p:cNvSpPr txBox="1"/>
            <p:nvPr/>
          </p:nvSpPr>
          <p:spPr>
            <a:xfrm>
              <a:off x="5513" y="915"/>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694" name="Line 12"/>
            <p:cNvSpPr/>
            <p:nvPr/>
          </p:nvSpPr>
          <p:spPr>
            <a:xfrm>
              <a:off x="4368" y="1065"/>
              <a:ext cx="1186" cy="0"/>
            </a:xfrm>
            <a:prstGeom prst="line">
              <a:avLst/>
            </a:prstGeom>
            <a:ln w="28575" cap="flat" cmpd="sng">
              <a:solidFill>
                <a:schemeClr val="tx1"/>
              </a:solidFill>
              <a:prstDash val="solid"/>
              <a:headEnd type="none" w="med" len="med"/>
              <a:tailEnd type="none" w="med" len="med"/>
            </a:ln>
          </p:spPr>
        </p:sp>
        <p:sp>
          <p:nvSpPr>
            <p:cNvPr id="199695" name="Line 13"/>
            <p:cNvSpPr/>
            <p:nvPr/>
          </p:nvSpPr>
          <p:spPr>
            <a:xfrm>
              <a:off x="4961" y="1364"/>
              <a:ext cx="593" cy="0"/>
            </a:xfrm>
            <a:prstGeom prst="line">
              <a:avLst/>
            </a:prstGeom>
            <a:ln w="28575" cap="flat" cmpd="sng">
              <a:solidFill>
                <a:schemeClr val="tx1"/>
              </a:solidFill>
              <a:prstDash val="solid"/>
              <a:headEnd type="none" w="med" len="med"/>
              <a:tailEnd type="none" w="med" len="med"/>
            </a:ln>
          </p:spPr>
        </p:sp>
        <p:sp>
          <p:nvSpPr>
            <p:cNvPr id="199696" name="Line 14"/>
            <p:cNvSpPr/>
            <p:nvPr/>
          </p:nvSpPr>
          <p:spPr>
            <a:xfrm>
              <a:off x="4961" y="1364"/>
              <a:ext cx="0" cy="525"/>
            </a:xfrm>
            <a:prstGeom prst="line">
              <a:avLst/>
            </a:prstGeom>
            <a:ln w="28575" cap="flat" cmpd="sng">
              <a:solidFill>
                <a:schemeClr val="tx1"/>
              </a:solidFill>
              <a:prstDash val="solid"/>
              <a:headEnd type="none" w="med" len="med"/>
              <a:tailEnd type="none" w="med" len="med"/>
            </a:ln>
          </p:spPr>
        </p:sp>
        <p:sp>
          <p:nvSpPr>
            <p:cNvPr id="199697" name="Line 15"/>
            <p:cNvSpPr/>
            <p:nvPr/>
          </p:nvSpPr>
          <p:spPr>
            <a:xfrm>
              <a:off x="4368" y="1873"/>
              <a:ext cx="593" cy="0"/>
            </a:xfrm>
            <a:prstGeom prst="line">
              <a:avLst/>
            </a:prstGeom>
            <a:ln w="28575" cap="flat" cmpd="sng">
              <a:solidFill>
                <a:schemeClr val="tx1"/>
              </a:solidFill>
              <a:prstDash val="solid"/>
              <a:headEnd type="none" w="med" len="med"/>
              <a:tailEnd type="none" w="med" len="med"/>
            </a:ln>
          </p:spPr>
        </p:sp>
        <p:sp>
          <p:nvSpPr>
            <p:cNvPr id="199698" name="Line 16"/>
            <p:cNvSpPr/>
            <p:nvPr/>
          </p:nvSpPr>
          <p:spPr>
            <a:xfrm>
              <a:off x="6147" y="1215"/>
              <a:ext cx="1285" cy="0"/>
            </a:xfrm>
            <a:prstGeom prst="line">
              <a:avLst/>
            </a:prstGeom>
            <a:ln w="28575" cap="flat" cmpd="sng">
              <a:solidFill>
                <a:schemeClr val="tx1"/>
              </a:solidFill>
              <a:prstDash val="solid"/>
              <a:headEnd type="none" w="med" len="med"/>
              <a:tailEnd type="none" w="med" len="med"/>
            </a:ln>
          </p:spPr>
        </p:sp>
        <p:sp>
          <p:nvSpPr>
            <p:cNvPr id="199699" name="Rectangle 17"/>
            <p:cNvSpPr/>
            <p:nvPr/>
          </p:nvSpPr>
          <p:spPr>
            <a:xfrm>
              <a:off x="7432" y="1024"/>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0" name="Oval 18"/>
            <p:cNvSpPr/>
            <p:nvPr/>
          </p:nvSpPr>
          <p:spPr>
            <a:xfrm>
              <a:off x="7275" y="1651"/>
              <a:ext cx="144" cy="11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1" name="Text Box 19"/>
            <p:cNvSpPr txBox="1"/>
            <p:nvPr/>
          </p:nvSpPr>
          <p:spPr>
            <a:xfrm>
              <a:off x="7296" y="1446"/>
              <a:ext cx="98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02" name="Text Box 20"/>
            <p:cNvSpPr txBox="1"/>
            <p:nvPr/>
          </p:nvSpPr>
          <p:spPr>
            <a:xfrm>
              <a:off x="8066" y="1052"/>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03" name="Text Box 21"/>
            <p:cNvSpPr txBox="1"/>
            <p:nvPr/>
          </p:nvSpPr>
          <p:spPr>
            <a:xfrm>
              <a:off x="7395" y="1080"/>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04" name="Line 22"/>
            <p:cNvSpPr/>
            <p:nvPr/>
          </p:nvSpPr>
          <p:spPr>
            <a:xfrm>
              <a:off x="8420" y="1202"/>
              <a:ext cx="1400" cy="0"/>
            </a:xfrm>
            <a:prstGeom prst="line">
              <a:avLst/>
            </a:prstGeom>
            <a:ln w="28575" cap="flat" cmpd="sng">
              <a:solidFill>
                <a:schemeClr val="tx1"/>
              </a:solidFill>
              <a:prstDash val="solid"/>
              <a:headEnd type="none" w="med" len="med"/>
              <a:tailEnd type="none" w="med" len="med"/>
            </a:ln>
          </p:spPr>
        </p:sp>
        <p:sp>
          <p:nvSpPr>
            <p:cNvPr id="199705" name="Line 23"/>
            <p:cNvSpPr/>
            <p:nvPr/>
          </p:nvSpPr>
          <p:spPr>
            <a:xfrm>
              <a:off x="6880" y="1708"/>
              <a:ext cx="395" cy="0"/>
            </a:xfrm>
            <a:prstGeom prst="line">
              <a:avLst/>
            </a:prstGeom>
            <a:ln w="28575" cap="flat" cmpd="sng">
              <a:solidFill>
                <a:schemeClr val="tx1"/>
              </a:solidFill>
              <a:prstDash val="solid"/>
              <a:headEnd type="none" w="med" len="med"/>
              <a:tailEnd type="none" w="med" len="med"/>
            </a:ln>
          </p:spPr>
        </p:sp>
        <p:sp>
          <p:nvSpPr>
            <p:cNvPr id="199706" name="Line 24"/>
            <p:cNvSpPr/>
            <p:nvPr/>
          </p:nvSpPr>
          <p:spPr>
            <a:xfrm>
              <a:off x="8696" y="1199"/>
              <a:ext cx="0" cy="1167"/>
            </a:xfrm>
            <a:prstGeom prst="line">
              <a:avLst/>
            </a:prstGeom>
            <a:ln w="28575" cap="flat" cmpd="sng">
              <a:solidFill>
                <a:schemeClr val="tx1"/>
              </a:solidFill>
              <a:prstDash val="solid"/>
              <a:headEnd type="none" w="med" len="med"/>
              <a:tailEnd type="none" w="med" len="med"/>
            </a:ln>
          </p:spPr>
        </p:sp>
        <p:sp>
          <p:nvSpPr>
            <p:cNvPr id="199707" name="Line 25"/>
            <p:cNvSpPr/>
            <p:nvPr/>
          </p:nvSpPr>
          <p:spPr>
            <a:xfrm>
              <a:off x="3379" y="2338"/>
              <a:ext cx="5350" cy="0"/>
            </a:xfrm>
            <a:prstGeom prst="line">
              <a:avLst/>
            </a:prstGeom>
            <a:ln w="28575" cap="flat" cmpd="sng">
              <a:solidFill>
                <a:schemeClr val="tx1"/>
              </a:solidFill>
              <a:prstDash val="solid"/>
              <a:headEnd type="none" w="med" len="med"/>
              <a:tailEnd type="none" w="med" len="med"/>
            </a:ln>
          </p:spPr>
        </p:sp>
        <p:sp>
          <p:nvSpPr>
            <p:cNvPr id="199708" name="Line 26"/>
            <p:cNvSpPr/>
            <p:nvPr/>
          </p:nvSpPr>
          <p:spPr>
            <a:xfrm>
              <a:off x="1996" y="2035"/>
              <a:ext cx="1779" cy="0"/>
            </a:xfrm>
            <a:prstGeom prst="line">
              <a:avLst/>
            </a:prstGeom>
            <a:ln w="28575" cap="flat" cmpd="sng">
              <a:solidFill>
                <a:srgbClr val="FF0000"/>
              </a:solidFill>
              <a:prstDash val="solid"/>
              <a:headEnd type="none" w="med" len="med"/>
              <a:tailEnd type="none" w="med" len="med"/>
            </a:ln>
          </p:spPr>
        </p:sp>
        <p:sp>
          <p:nvSpPr>
            <p:cNvPr id="199709" name="Line 27"/>
            <p:cNvSpPr/>
            <p:nvPr/>
          </p:nvSpPr>
          <p:spPr>
            <a:xfrm>
              <a:off x="3083" y="1227"/>
              <a:ext cx="692" cy="0"/>
            </a:xfrm>
            <a:prstGeom prst="line">
              <a:avLst/>
            </a:prstGeom>
            <a:ln w="28575" cap="flat" cmpd="sng">
              <a:solidFill>
                <a:srgbClr val="FF0000"/>
              </a:solidFill>
              <a:prstDash val="solid"/>
              <a:headEnd type="none" w="med" len="med"/>
              <a:tailEnd type="none" w="med" len="med"/>
            </a:ln>
          </p:spPr>
        </p:sp>
        <p:sp>
          <p:nvSpPr>
            <p:cNvPr id="199710" name="Line 28"/>
            <p:cNvSpPr/>
            <p:nvPr/>
          </p:nvSpPr>
          <p:spPr>
            <a:xfrm>
              <a:off x="1205" y="1757"/>
              <a:ext cx="2570" cy="0"/>
            </a:xfrm>
            <a:prstGeom prst="line">
              <a:avLst/>
            </a:prstGeom>
            <a:ln w="28575" cap="flat" cmpd="sng">
              <a:solidFill>
                <a:schemeClr val="tx1"/>
              </a:solidFill>
              <a:prstDash val="solid"/>
              <a:headEnd type="none" w="med" len="med"/>
              <a:tailEnd type="none" w="med" len="med"/>
            </a:ln>
          </p:spPr>
        </p:sp>
        <p:sp>
          <p:nvSpPr>
            <p:cNvPr id="199711" name="Rectangle 29"/>
            <p:cNvSpPr/>
            <p:nvPr/>
          </p:nvSpPr>
          <p:spPr>
            <a:xfrm>
              <a:off x="3775" y="2460"/>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2" name="Text Box 30"/>
            <p:cNvSpPr txBox="1"/>
            <p:nvPr/>
          </p:nvSpPr>
          <p:spPr>
            <a:xfrm>
              <a:off x="3754" y="2413"/>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713" name="Rectangle 31"/>
            <p:cNvSpPr/>
            <p:nvPr/>
          </p:nvSpPr>
          <p:spPr>
            <a:xfrm>
              <a:off x="3775" y="3283"/>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4" name="Text Box 32"/>
            <p:cNvSpPr txBox="1"/>
            <p:nvPr/>
          </p:nvSpPr>
          <p:spPr>
            <a:xfrm>
              <a:off x="3754" y="3236"/>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715" name="Rectangle 33"/>
            <p:cNvSpPr/>
            <p:nvPr/>
          </p:nvSpPr>
          <p:spPr>
            <a:xfrm>
              <a:off x="5554" y="260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6" name="Text Box 34"/>
            <p:cNvSpPr txBox="1"/>
            <p:nvPr/>
          </p:nvSpPr>
          <p:spPr>
            <a:xfrm>
              <a:off x="5513" y="2609"/>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717" name="Line 35"/>
            <p:cNvSpPr/>
            <p:nvPr/>
          </p:nvSpPr>
          <p:spPr>
            <a:xfrm>
              <a:off x="4368" y="2759"/>
              <a:ext cx="1186" cy="0"/>
            </a:xfrm>
            <a:prstGeom prst="line">
              <a:avLst/>
            </a:prstGeom>
            <a:ln w="28575" cap="flat" cmpd="sng">
              <a:solidFill>
                <a:schemeClr val="tx1"/>
              </a:solidFill>
              <a:prstDash val="solid"/>
              <a:headEnd type="none" w="med" len="med"/>
              <a:tailEnd type="none" w="med" len="med"/>
            </a:ln>
          </p:spPr>
        </p:sp>
        <p:sp>
          <p:nvSpPr>
            <p:cNvPr id="199718" name="Line 36"/>
            <p:cNvSpPr/>
            <p:nvPr/>
          </p:nvSpPr>
          <p:spPr>
            <a:xfrm>
              <a:off x="4961" y="3059"/>
              <a:ext cx="593" cy="0"/>
            </a:xfrm>
            <a:prstGeom prst="line">
              <a:avLst/>
            </a:prstGeom>
            <a:ln w="28575" cap="flat" cmpd="sng">
              <a:solidFill>
                <a:schemeClr val="tx1"/>
              </a:solidFill>
              <a:prstDash val="solid"/>
              <a:headEnd type="none" w="med" len="med"/>
              <a:tailEnd type="none" w="med" len="med"/>
            </a:ln>
          </p:spPr>
        </p:sp>
        <p:sp>
          <p:nvSpPr>
            <p:cNvPr id="199719" name="Line 37"/>
            <p:cNvSpPr/>
            <p:nvPr/>
          </p:nvSpPr>
          <p:spPr>
            <a:xfrm>
              <a:off x="4961" y="3059"/>
              <a:ext cx="0" cy="524"/>
            </a:xfrm>
            <a:prstGeom prst="line">
              <a:avLst/>
            </a:prstGeom>
            <a:ln w="28575" cap="flat" cmpd="sng">
              <a:solidFill>
                <a:schemeClr val="tx1"/>
              </a:solidFill>
              <a:prstDash val="solid"/>
              <a:headEnd type="none" w="med" len="med"/>
              <a:tailEnd type="none" w="med" len="med"/>
            </a:ln>
          </p:spPr>
        </p:sp>
        <p:sp>
          <p:nvSpPr>
            <p:cNvPr id="199720" name="Line 38"/>
            <p:cNvSpPr/>
            <p:nvPr/>
          </p:nvSpPr>
          <p:spPr>
            <a:xfrm>
              <a:off x="4368" y="3567"/>
              <a:ext cx="593" cy="0"/>
            </a:xfrm>
            <a:prstGeom prst="line">
              <a:avLst/>
            </a:prstGeom>
            <a:ln w="28575" cap="flat" cmpd="sng">
              <a:solidFill>
                <a:schemeClr val="tx1"/>
              </a:solidFill>
              <a:prstDash val="solid"/>
              <a:headEnd type="none" w="med" len="med"/>
              <a:tailEnd type="none" w="med" len="med"/>
            </a:ln>
          </p:spPr>
        </p:sp>
        <p:sp>
          <p:nvSpPr>
            <p:cNvPr id="199721" name="Line 39"/>
            <p:cNvSpPr/>
            <p:nvPr/>
          </p:nvSpPr>
          <p:spPr>
            <a:xfrm>
              <a:off x="6147" y="2909"/>
              <a:ext cx="1285" cy="0"/>
            </a:xfrm>
            <a:prstGeom prst="line">
              <a:avLst/>
            </a:prstGeom>
            <a:ln w="28575" cap="flat" cmpd="sng">
              <a:solidFill>
                <a:schemeClr val="tx1"/>
              </a:solidFill>
              <a:prstDash val="solid"/>
              <a:headEnd type="none" w="med" len="med"/>
              <a:tailEnd type="none" w="med" len="med"/>
            </a:ln>
          </p:spPr>
        </p:sp>
        <p:sp>
          <p:nvSpPr>
            <p:cNvPr id="199722" name="Rectangle 40"/>
            <p:cNvSpPr/>
            <p:nvPr/>
          </p:nvSpPr>
          <p:spPr>
            <a:xfrm>
              <a:off x="7432" y="2718"/>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3" name="Oval 41"/>
            <p:cNvSpPr/>
            <p:nvPr/>
          </p:nvSpPr>
          <p:spPr>
            <a:xfrm>
              <a:off x="7275" y="3346"/>
              <a:ext cx="144" cy="109"/>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4" name="Text Box 42"/>
            <p:cNvSpPr txBox="1"/>
            <p:nvPr/>
          </p:nvSpPr>
          <p:spPr>
            <a:xfrm>
              <a:off x="7288" y="3144"/>
              <a:ext cx="98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25" name="Text Box 43"/>
            <p:cNvSpPr txBox="1"/>
            <p:nvPr/>
          </p:nvSpPr>
          <p:spPr>
            <a:xfrm>
              <a:off x="8066" y="2747"/>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26" name="Text Box 44"/>
            <p:cNvSpPr txBox="1"/>
            <p:nvPr/>
          </p:nvSpPr>
          <p:spPr>
            <a:xfrm>
              <a:off x="7395" y="2775"/>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27" name="Line 45"/>
            <p:cNvSpPr/>
            <p:nvPr/>
          </p:nvSpPr>
          <p:spPr>
            <a:xfrm>
              <a:off x="8420" y="2896"/>
              <a:ext cx="1400" cy="0"/>
            </a:xfrm>
            <a:prstGeom prst="line">
              <a:avLst/>
            </a:prstGeom>
            <a:ln w="28575" cap="flat" cmpd="sng">
              <a:solidFill>
                <a:schemeClr val="tx1"/>
              </a:solidFill>
              <a:prstDash val="solid"/>
              <a:headEnd type="none" w="med" len="med"/>
              <a:tailEnd type="none" w="med" len="med"/>
            </a:ln>
          </p:spPr>
        </p:sp>
        <p:sp>
          <p:nvSpPr>
            <p:cNvPr id="199728" name="Line 46"/>
            <p:cNvSpPr/>
            <p:nvPr/>
          </p:nvSpPr>
          <p:spPr>
            <a:xfrm>
              <a:off x="6880" y="3402"/>
              <a:ext cx="395" cy="0"/>
            </a:xfrm>
            <a:prstGeom prst="line">
              <a:avLst/>
            </a:prstGeom>
            <a:ln w="28575" cap="flat" cmpd="sng">
              <a:solidFill>
                <a:schemeClr val="tx1"/>
              </a:solidFill>
              <a:prstDash val="solid"/>
              <a:headEnd type="none" w="med" len="med"/>
              <a:tailEnd type="none" w="med" len="med"/>
            </a:ln>
          </p:spPr>
        </p:sp>
        <p:sp>
          <p:nvSpPr>
            <p:cNvPr id="199729" name="Line 47"/>
            <p:cNvSpPr/>
            <p:nvPr/>
          </p:nvSpPr>
          <p:spPr>
            <a:xfrm>
              <a:off x="8696" y="2893"/>
              <a:ext cx="0" cy="1167"/>
            </a:xfrm>
            <a:prstGeom prst="line">
              <a:avLst/>
            </a:prstGeom>
            <a:ln w="28575" cap="flat" cmpd="sng">
              <a:solidFill>
                <a:schemeClr val="tx1"/>
              </a:solidFill>
              <a:prstDash val="solid"/>
              <a:headEnd type="none" w="med" len="med"/>
              <a:tailEnd type="none" w="med" len="med"/>
            </a:ln>
          </p:spPr>
        </p:sp>
        <p:sp>
          <p:nvSpPr>
            <p:cNvPr id="199730" name="Line 48"/>
            <p:cNvSpPr/>
            <p:nvPr/>
          </p:nvSpPr>
          <p:spPr>
            <a:xfrm>
              <a:off x="3379" y="4032"/>
              <a:ext cx="5350" cy="0"/>
            </a:xfrm>
            <a:prstGeom prst="line">
              <a:avLst/>
            </a:prstGeom>
            <a:ln w="28575" cap="flat" cmpd="sng">
              <a:solidFill>
                <a:schemeClr val="tx1"/>
              </a:solidFill>
              <a:prstDash val="solid"/>
              <a:headEnd type="none" w="med" len="med"/>
              <a:tailEnd type="none" w="med" len="med"/>
            </a:ln>
          </p:spPr>
        </p:sp>
        <p:sp>
          <p:nvSpPr>
            <p:cNvPr id="199731" name="Line 49"/>
            <p:cNvSpPr/>
            <p:nvPr/>
          </p:nvSpPr>
          <p:spPr>
            <a:xfrm>
              <a:off x="1996" y="3729"/>
              <a:ext cx="1779" cy="0"/>
            </a:xfrm>
            <a:prstGeom prst="line">
              <a:avLst/>
            </a:prstGeom>
            <a:ln w="28575" cap="flat" cmpd="sng">
              <a:solidFill>
                <a:srgbClr val="FF0000"/>
              </a:solidFill>
              <a:prstDash val="solid"/>
              <a:headEnd type="none" w="med" len="med"/>
              <a:tailEnd type="none" w="med" len="med"/>
            </a:ln>
          </p:spPr>
        </p:sp>
        <p:sp>
          <p:nvSpPr>
            <p:cNvPr id="199732" name="Line 50"/>
            <p:cNvSpPr/>
            <p:nvPr/>
          </p:nvSpPr>
          <p:spPr>
            <a:xfrm>
              <a:off x="3083" y="2921"/>
              <a:ext cx="692" cy="0"/>
            </a:xfrm>
            <a:prstGeom prst="line">
              <a:avLst/>
            </a:prstGeom>
            <a:ln w="28575" cap="flat" cmpd="sng">
              <a:solidFill>
                <a:srgbClr val="FF0000"/>
              </a:solidFill>
              <a:prstDash val="solid"/>
              <a:headEnd type="none" w="med" len="med"/>
              <a:tailEnd type="none" w="med" len="med"/>
            </a:ln>
          </p:spPr>
        </p:sp>
        <p:sp>
          <p:nvSpPr>
            <p:cNvPr id="199733" name="Line 51"/>
            <p:cNvSpPr/>
            <p:nvPr/>
          </p:nvSpPr>
          <p:spPr>
            <a:xfrm>
              <a:off x="1205" y="3452"/>
              <a:ext cx="2570" cy="0"/>
            </a:xfrm>
            <a:prstGeom prst="line">
              <a:avLst/>
            </a:prstGeom>
            <a:ln w="28575" cap="flat" cmpd="sng">
              <a:solidFill>
                <a:schemeClr val="tx1"/>
              </a:solidFill>
              <a:prstDash val="solid"/>
              <a:headEnd type="none" w="med" len="med"/>
              <a:tailEnd type="none" w="med" len="med"/>
            </a:ln>
          </p:spPr>
        </p:sp>
        <p:sp>
          <p:nvSpPr>
            <p:cNvPr id="199734" name="Rectangle 52"/>
            <p:cNvSpPr/>
            <p:nvPr/>
          </p:nvSpPr>
          <p:spPr>
            <a:xfrm>
              <a:off x="3775" y="463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5" name="Text Box 53"/>
            <p:cNvSpPr txBox="1"/>
            <p:nvPr/>
          </p:nvSpPr>
          <p:spPr>
            <a:xfrm>
              <a:off x="3754" y="4584"/>
              <a:ext cx="593"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nvGrpSpPr>
            <p:cNvPr id="199736" name="Group 54"/>
            <p:cNvGrpSpPr/>
            <p:nvPr/>
          </p:nvGrpSpPr>
          <p:grpSpPr>
            <a:xfrm>
              <a:off x="3754" y="5408"/>
              <a:ext cx="614" cy="646"/>
              <a:chOff x="0" y="0"/>
              <a:chExt cx="298" cy="414"/>
            </a:xfrm>
          </p:grpSpPr>
          <p:sp>
            <p:nvSpPr>
              <p:cNvPr id="199811" name="Rectangle 55"/>
              <p:cNvSpPr/>
              <p:nvPr/>
            </p:nvSpPr>
            <p:spPr>
              <a:xfrm>
                <a:off x="10" y="30"/>
                <a:ext cx="288"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12" name="Text Box 56"/>
              <p:cNvSpPr txBox="1"/>
              <p:nvPr/>
            </p:nvSpPr>
            <p:spPr>
              <a:xfrm>
                <a:off x="0" y="0"/>
                <a:ext cx="288" cy="37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sp>
          <p:nvSpPr>
            <p:cNvPr id="199737" name="Rectangle 57"/>
            <p:cNvSpPr/>
            <p:nvPr/>
          </p:nvSpPr>
          <p:spPr>
            <a:xfrm>
              <a:off x="5554" y="478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8" name="Text Box 58"/>
            <p:cNvSpPr txBox="1"/>
            <p:nvPr/>
          </p:nvSpPr>
          <p:spPr>
            <a:xfrm>
              <a:off x="5513" y="4781"/>
              <a:ext cx="91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endParaRPr lang="en-US" altLang="zh-CN" sz="1400">
                <a:solidFill>
                  <a:schemeClr val="tx1"/>
                </a:solidFill>
                <a:latin typeface="Calibri" panose="020F0502020204030204" pitchFamily="34" charset="0"/>
              </a:endParaRPr>
            </a:p>
          </p:txBody>
        </p:sp>
        <p:sp>
          <p:nvSpPr>
            <p:cNvPr id="199739" name="Line 59"/>
            <p:cNvSpPr/>
            <p:nvPr/>
          </p:nvSpPr>
          <p:spPr>
            <a:xfrm>
              <a:off x="4368" y="4931"/>
              <a:ext cx="1186" cy="0"/>
            </a:xfrm>
            <a:prstGeom prst="line">
              <a:avLst/>
            </a:prstGeom>
            <a:ln w="28575" cap="flat" cmpd="sng">
              <a:solidFill>
                <a:schemeClr val="tx1"/>
              </a:solidFill>
              <a:prstDash val="solid"/>
              <a:headEnd type="none" w="med" len="med"/>
              <a:tailEnd type="none" w="med" len="med"/>
            </a:ln>
          </p:spPr>
        </p:sp>
        <p:sp>
          <p:nvSpPr>
            <p:cNvPr id="199740" name="Line 60"/>
            <p:cNvSpPr/>
            <p:nvPr/>
          </p:nvSpPr>
          <p:spPr>
            <a:xfrm>
              <a:off x="4961" y="5230"/>
              <a:ext cx="593" cy="0"/>
            </a:xfrm>
            <a:prstGeom prst="line">
              <a:avLst/>
            </a:prstGeom>
            <a:ln w="28575" cap="flat" cmpd="sng">
              <a:solidFill>
                <a:schemeClr val="tx1"/>
              </a:solidFill>
              <a:prstDash val="solid"/>
              <a:headEnd type="none" w="med" len="med"/>
              <a:tailEnd type="none" w="med" len="med"/>
            </a:ln>
          </p:spPr>
        </p:sp>
        <p:sp>
          <p:nvSpPr>
            <p:cNvPr id="199741" name="Line 61"/>
            <p:cNvSpPr/>
            <p:nvPr/>
          </p:nvSpPr>
          <p:spPr>
            <a:xfrm>
              <a:off x="4961" y="5230"/>
              <a:ext cx="0" cy="524"/>
            </a:xfrm>
            <a:prstGeom prst="line">
              <a:avLst/>
            </a:prstGeom>
            <a:ln w="28575" cap="flat" cmpd="sng">
              <a:solidFill>
                <a:schemeClr val="tx1"/>
              </a:solidFill>
              <a:prstDash val="solid"/>
              <a:headEnd type="none" w="med" len="med"/>
              <a:tailEnd type="none" w="med" len="med"/>
            </a:ln>
          </p:spPr>
        </p:sp>
        <p:sp>
          <p:nvSpPr>
            <p:cNvPr id="199742" name="Line 62"/>
            <p:cNvSpPr/>
            <p:nvPr/>
          </p:nvSpPr>
          <p:spPr>
            <a:xfrm>
              <a:off x="4368" y="5739"/>
              <a:ext cx="593" cy="0"/>
            </a:xfrm>
            <a:prstGeom prst="line">
              <a:avLst/>
            </a:prstGeom>
            <a:ln w="28575" cap="flat" cmpd="sng">
              <a:solidFill>
                <a:schemeClr val="tx1"/>
              </a:solidFill>
              <a:prstDash val="solid"/>
              <a:headEnd type="none" w="med" len="med"/>
              <a:tailEnd type="none" w="med" len="med"/>
            </a:ln>
          </p:spPr>
        </p:sp>
        <p:sp>
          <p:nvSpPr>
            <p:cNvPr id="199743" name="Line 63"/>
            <p:cNvSpPr/>
            <p:nvPr/>
          </p:nvSpPr>
          <p:spPr>
            <a:xfrm>
              <a:off x="6147" y="5080"/>
              <a:ext cx="1285" cy="0"/>
            </a:xfrm>
            <a:prstGeom prst="line">
              <a:avLst/>
            </a:prstGeom>
            <a:ln w="28575" cap="flat" cmpd="sng">
              <a:solidFill>
                <a:schemeClr val="tx1"/>
              </a:solidFill>
              <a:prstDash val="solid"/>
              <a:headEnd type="none" w="med" len="med"/>
              <a:tailEnd type="none" w="med" len="med"/>
            </a:ln>
          </p:spPr>
        </p:sp>
        <p:sp>
          <p:nvSpPr>
            <p:cNvPr id="199744" name="Rectangle 64"/>
            <p:cNvSpPr/>
            <p:nvPr/>
          </p:nvSpPr>
          <p:spPr>
            <a:xfrm>
              <a:off x="7432" y="4890"/>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5" name="Oval 65"/>
            <p:cNvSpPr/>
            <p:nvPr/>
          </p:nvSpPr>
          <p:spPr>
            <a:xfrm>
              <a:off x="7275" y="5517"/>
              <a:ext cx="144" cy="109"/>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6" name="Text Box 66"/>
            <p:cNvSpPr txBox="1"/>
            <p:nvPr/>
          </p:nvSpPr>
          <p:spPr>
            <a:xfrm>
              <a:off x="7292" y="5326"/>
              <a:ext cx="99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endParaRPr lang="en-US" altLang="zh-CN" sz="1400">
                <a:solidFill>
                  <a:schemeClr val="tx1"/>
                </a:solidFill>
                <a:latin typeface="Calibri" panose="020F0502020204030204" pitchFamily="34" charset="0"/>
              </a:endParaRPr>
            </a:p>
          </p:txBody>
        </p:sp>
        <p:sp>
          <p:nvSpPr>
            <p:cNvPr id="199747" name="Text Box 67"/>
            <p:cNvSpPr txBox="1"/>
            <p:nvPr/>
          </p:nvSpPr>
          <p:spPr>
            <a:xfrm>
              <a:off x="8066" y="4918"/>
              <a:ext cx="55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endParaRPr lang="en-US" altLang="zh-CN" sz="1400">
                <a:solidFill>
                  <a:schemeClr val="tx1"/>
                </a:solidFill>
                <a:latin typeface="Calibri" panose="020F0502020204030204" pitchFamily="34" charset="0"/>
              </a:endParaRPr>
            </a:p>
          </p:txBody>
        </p:sp>
        <p:sp>
          <p:nvSpPr>
            <p:cNvPr id="199748" name="Text Box 68"/>
            <p:cNvSpPr txBox="1"/>
            <p:nvPr/>
          </p:nvSpPr>
          <p:spPr>
            <a:xfrm>
              <a:off x="7395" y="4946"/>
              <a:ext cx="55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endParaRPr lang="en-US" altLang="zh-CN" sz="1400">
                <a:solidFill>
                  <a:schemeClr val="tx1"/>
                </a:solidFill>
                <a:latin typeface="Calibri" panose="020F0502020204030204" pitchFamily="34" charset="0"/>
              </a:endParaRPr>
            </a:p>
          </p:txBody>
        </p:sp>
        <p:sp>
          <p:nvSpPr>
            <p:cNvPr id="199749" name="Line 69"/>
            <p:cNvSpPr/>
            <p:nvPr/>
          </p:nvSpPr>
          <p:spPr>
            <a:xfrm>
              <a:off x="8420" y="5068"/>
              <a:ext cx="1400" cy="0"/>
            </a:xfrm>
            <a:prstGeom prst="line">
              <a:avLst/>
            </a:prstGeom>
            <a:ln w="28575" cap="flat" cmpd="sng">
              <a:solidFill>
                <a:schemeClr val="tx1"/>
              </a:solidFill>
              <a:prstDash val="solid"/>
              <a:headEnd type="none" w="med" len="med"/>
              <a:tailEnd type="none" w="med" len="med"/>
            </a:ln>
          </p:spPr>
        </p:sp>
        <p:sp>
          <p:nvSpPr>
            <p:cNvPr id="199750" name="Line 70"/>
            <p:cNvSpPr/>
            <p:nvPr/>
          </p:nvSpPr>
          <p:spPr>
            <a:xfrm>
              <a:off x="6880" y="5573"/>
              <a:ext cx="395" cy="0"/>
            </a:xfrm>
            <a:prstGeom prst="line">
              <a:avLst/>
            </a:prstGeom>
            <a:ln w="28575" cap="flat" cmpd="sng">
              <a:solidFill>
                <a:schemeClr val="tx1"/>
              </a:solidFill>
              <a:prstDash val="solid"/>
              <a:headEnd type="none" w="med" len="med"/>
              <a:tailEnd type="none" w="med" len="med"/>
            </a:ln>
          </p:spPr>
        </p:sp>
        <p:sp>
          <p:nvSpPr>
            <p:cNvPr id="199751" name="Line 71"/>
            <p:cNvSpPr/>
            <p:nvPr/>
          </p:nvSpPr>
          <p:spPr>
            <a:xfrm>
              <a:off x="1996" y="5901"/>
              <a:ext cx="1779" cy="0"/>
            </a:xfrm>
            <a:prstGeom prst="line">
              <a:avLst/>
            </a:prstGeom>
            <a:ln w="28575" cap="flat" cmpd="sng">
              <a:solidFill>
                <a:srgbClr val="FF0000"/>
              </a:solidFill>
              <a:prstDash val="solid"/>
              <a:headEnd type="none" w="med" len="med"/>
              <a:tailEnd type="none" w="med" len="med"/>
            </a:ln>
          </p:spPr>
        </p:sp>
        <p:sp>
          <p:nvSpPr>
            <p:cNvPr id="199752" name="Line 72"/>
            <p:cNvSpPr/>
            <p:nvPr/>
          </p:nvSpPr>
          <p:spPr>
            <a:xfrm>
              <a:off x="3083" y="5093"/>
              <a:ext cx="692" cy="0"/>
            </a:xfrm>
            <a:prstGeom prst="line">
              <a:avLst/>
            </a:prstGeom>
            <a:ln w="28575" cap="flat" cmpd="sng">
              <a:solidFill>
                <a:srgbClr val="FF0000"/>
              </a:solidFill>
              <a:prstDash val="solid"/>
              <a:headEnd type="none" w="med" len="med"/>
              <a:tailEnd type="none" w="med" len="med"/>
            </a:ln>
          </p:spPr>
        </p:sp>
        <p:sp>
          <p:nvSpPr>
            <p:cNvPr id="199753" name="Line 73"/>
            <p:cNvSpPr/>
            <p:nvPr/>
          </p:nvSpPr>
          <p:spPr>
            <a:xfrm>
              <a:off x="1205" y="5623"/>
              <a:ext cx="2570" cy="0"/>
            </a:xfrm>
            <a:prstGeom prst="line">
              <a:avLst/>
            </a:prstGeom>
            <a:ln w="28575" cap="flat" cmpd="sng">
              <a:solidFill>
                <a:schemeClr val="tx1"/>
              </a:solidFill>
              <a:prstDash val="solid"/>
              <a:headEnd type="none" w="med" len="med"/>
              <a:tailEnd type="none" w="med" len="med"/>
            </a:ln>
          </p:spPr>
        </p:sp>
        <p:sp>
          <p:nvSpPr>
            <p:cNvPr id="199754" name="Rectangle 74"/>
            <p:cNvSpPr/>
            <p:nvPr/>
          </p:nvSpPr>
          <p:spPr>
            <a:xfrm>
              <a:off x="2404" y="391"/>
              <a:ext cx="402" cy="44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5" name="Oval 75"/>
            <p:cNvSpPr/>
            <p:nvPr/>
          </p:nvSpPr>
          <p:spPr>
            <a:xfrm>
              <a:off x="2224" y="541"/>
              <a:ext cx="144" cy="109"/>
            </a:xfrm>
            <a:prstGeom prst="ellipse">
              <a:avLst/>
            </a:prstGeom>
            <a:no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6" name="Line 76"/>
            <p:cNvSpPr/>
            <p:nvPr/>
          </p:nvSpPr>
          <p:spPr>
            <a:xfrm>
              <a:off x="1320" y="600"/>
              <a:ext cx="933" cy="0"/>
            </a:xfrm>
            <a:prstGeom prst="line">
              <a:avLst/>
            </a:prstGeom>
            <a:ln w="28575" cap="flat" cmpd="sng">
              <a:solidFill>
                <a:srgbClr val="FF0000"/>
              </a:solidFill>
              <a:prstDash val="solid"/>
              <a:headEnd type="none" w="med" len="med"/>
              <a:tailEnd type="none" w="med" len="med"/>
            </a:ln>
          </p:spPr>
        </p:sp>
        <p:sp>
          <p:nvSpPr>
            <p:cNvPr id="199757" name="Text Box 77"/>
            <p:cNvSpPr txBox="1"/>
            <p:nvPr/>
          </p:nvSpPr>
          <p:spPr>
            <a:xfrm>
              <a:off x="0" y="0"/>
              <a:ext cx="3629"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rgbClr val="FF0000"/>
                  </a:solidFill>
                  <a:latin typeface="Calibri" panose="020F0502020204030204" pitchFamily="34" charset="0"/>
                </a:rPr>
                <a:t>LOAD/SHIFT</a:t>
              </a:r>
              <a:endParaRPr lang="en-US" altLang="zh-CN" sz="1800" b="1">
                <a:solidFill>
                  <a:srgbClr val="FF0000"/>
                </a:solidFill>
                <a:latin typeface="Calibri" panose="020F0502020204030204" pitchFamily="34" charset="0"/>
              </a:endParaRPr>
            </a:p>
          </p:txBody>
        </p:sp>
        <p:sp>
          <p:nvSpPr>
            <p:cNvPr id="199758" name="Line 78"/>
            <p:cNvSpPr/>
            <p:nvPr/>
          </p:nvSpPr>
          <p:spPr>
            <a:xfrm>
              <a:off x="3062" y="616"/>
              <a:ext cx="0" cy="4492"/>
            </a:xfrm>
            <a:prstGeom prst="line">
              <a:avLst/>
            </a:prstGeom>
            <a:ln w="28575" cap="flat" cmpd="sng">
              <a:solidFill>
                <a:srgbClr val="FF0000"/>
              </a:solidFill>
              <a:prstDash val="solid"/>
              <a:headEnd type="none" w="med" len="med"/>
              <a:tailEnd type="none" w="med" len="med"/>
            </a:ln>
          </p:spPr>
        </p:sp>
        <p:sp>
          <p:nvSpPr>
            <p:cNvPr id="199759" name="Line 79"/>
            <p:cNvSpPr/>
            <p:nvPr/>
          </p:nvSpPr>
          <p:spPr>
            <a:xfrm>
              <a:off x="2805" y="616"/>
              <a:ext cx="257" cy="0"/>
            </a:xfrm>
            <a:prstGeom prst="line">
              <a:avLst/>
            </a:prstGeom>
            <a:ln w="28575">
              <a:noFill/>
            </a:ln>
          </p:spPr>
        </p:sp>
        <p:sp>
          <p:nvSpPr>
            <p:cNvPr id="199760" name="Line 80"/>
            <p:cNvSpPr/>
            <p:nvPr/>
          </p:nvSpPr>
          <p:spPr>
            <a:xfrm>
              <a:off x="6859" y="556"/>
              <a:ext cx="0" cy="5017"/>
            </a:xfrm>
            <a:prstGeom prst="line">
              <a:avLst/>
            </a:prstGeom>
            <a:ln w="28575" cap="flat" cmpd="sng">
              <a:solidFill>
                <a:schemeClr val="tx1"/>
              </a:solidFill>
              <a:prstDash val="solid"/>
              <a:headEnd type="none" w="med" len="med"/>
              <a:tailEnd type="none" w="med" len="med"/>
            </a:ln>
          </p:spPr>
        </p:sp>
        <p:sp>
          <p:nvSpPr>
            <p:cNvPr id="199761" name="Line 81"/>
            <p:cNvSpPr/>
            <p:nvPr/>
          </p:nvSpPr>
          <p:spPr>
            <a:xfrm>
              <a:off x="5990" y="556"/>
              <a:ext cx="890" cy="0"/>
            </a:xfrm>
            <a:prstGeom prst="line">
              <a:avLst/>
            </a:prstGeom>
            <a:ln w="28575">
              <a:noFill/>
            </a:ln>
          </p:spPr>
        </p:sp>
        <p:sp>
          <p:nvSpPr>
            <p:cNvPr id="199762" name="Text Box 82"/>
            <p:cNvSpPr txBox="1"/>
            <p:nvPr/>
          </p:nvSpPr>
          <p:spPr>
            <a:xfrm>
              <a:off x="4875" y="227"/>
              <a:ext cx="1186"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endParaRPr lang="en-US" altLang="zh-CN" sz="1800" b="1">
                <a:solidFill>
                  <a:schemeClr val="tx1"/>
                </a:solidFill>
                <a:latin typeface="Calibri" panose="020F0502020204030204" pitchFamily="34" charset="0"/>
              </a:endParaRPr>
            </a:p>
          </p:txBody>
        </p:sp>
        <p:sp>
          <p:nvSpPr>
            <p:cNvPr id="199763" name="Line 83"/>
            <p:cNvSpPr/>
            <p:nvPr/>
          </p:nvSpPr>
          <p:spPr>
            <a:xfrm>
              <a:off x="3359" y="2637"/>
              <a:ext cx="395" cy="0"/>
            </a:xfrm>
            <a:prstGeom prst="line">
              <a:avLst/>
            </a:prstGeom>
            <a:ln w="28575" cap="flat" cmpd="sng">
              <a:solidFill>
                <a:schemeClr val="tx1"/>
              </a:solidFill>
              <a:prstDash val="solid"/>
              <a:headEnd type="none" w="med" len="med"/>
              <a:tailEnd type="none" w="med" len="med"/>
            </a:ln>
          </p:spPr>
        </p:sp>
        <p:sp>
          <p:nvSpPr>
            <p:cNvPr id="199764" name="Line 84"/>
            <p:cNvSpPr/>
            <p:nvPr/>
          </p:nvSpPr>
          <p:spPr>
            <a:xfrm>
              <a:off x="3359" y="2338"/>
              <a:ext cx="0" cy="299"/>
            </a:xfrm>
            <a:prstGeom prst="line">
              <a:avLst/>
            </a:prstGeom>
            <a:ln w="28575" cap="flat" cmpd="sng">
              <a:solidFill>
                <a:schemeClr val="tx1"/>
              </a:solidFill>
              <a:prstDash val="solid"/>
              <a:headEnd type="none" w="med" len="med"/>
              <a:tailEnd type="none" w="med" len="med"/>
            </a:ln>
          </p:spPr>
        </p:sp>
        <p:sp>
          <p:nvSpPr>
            <p:cNvPr id="199765" name="Line 85"/>
            <p:cNvSpPr/>
            <p:nvPr/>
          </p:nvSpPr>
          <p:spPr>
            <a:xfrm>
              <a:off x="1403" y="915"/>
              <a:ext cx="2366" cy="0"/>
            </a:xfrm>
            <a:prstGeom prst="line">
              <a:avLst/>
            </a:prstGeom>
            <a:ln w="28575" cap="flat" cmpd="sng">
              <a:solidFill>
                <a:schemeClr val="tx1"/>
              </a:solidFill>
              <a:prstDash val="solid"/>
              <a:headEnd type="none" w="med" len="med"/>
              <a:tailEnd type="none" w="med" len="med"/>
            </a:ln>
          </p:spPr>
        </p:sp>
        <p:sp>
          <p:nvSpPr>
            <p:cNvPr id="199766" name="Text Box 86"/>
            <p:cNvSpPr txBox="1"/>
            <p:nvPr/>
          </p:nvSpPr>
          <p:spPr>
            <a:xfrm>
              <a:off x="394" y="734"/>
              <a:ext cx="128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SERIN</a:t>
              </a:r>
              <a:endParaRPr lang="en-US" altLang="zh-CN" sz="1400" b="1">
                <a:solidFill>
                  <a:schemeClr val="tx1"/>
                </a:solidFill>
                <a:latin typeface="Calibri" panose="020F0502020204030204" pitchFamily="34" charset="0"/>
              </a:endParaRPr>
            </a:p>
          </p:txBody>
        </p:sp>
        <p:sp>
          <p:nvSpPr>
            <p:cNvPr id="199767" name="Text Box 87"/>
            <p:cNvSpPr txBox="1"/>
            <p:nvPr/>
          </p:nvSpPr>
          <p:spPr>
            <a:xfrm>
              <a:off x="295" y="1558"/>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1D</a:t>
              </a:r>
              <a:endParaRPr lang="en-US" altLang="zh-CN" sz="1800" b="1">
                <a:solidFill>
                  <a:schemeClr val="tx1"/>
                </a:solidFill>
                <a:latin typeface="Calibri" panose="020F0502020204030204" pitchFamily="34" charset="0"/>
              </a:endParaRPr>
            </a:p>
          </p:txBody>
        </p:sp>
        <p:sp>
          <p:nvSpPr>
            <p:cNvPr id="199768" name="Text Box 88"/>
            <p:cNvSpPr txBox="1"/>
            <p:nvPr/>
          </p:nvSpPr>
          <p:spPr>
            <a:xfrm>
              <a:off x="316" y="3224"/>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2D</a:t>
              </a:r>
              <a:endParaRPr lang="en-US" altLang="zh-CN" sz="1800" b="1">
                <a:solidFill>
                  <a:schemeClr val="tx1"/>
                </a:solidFill>
                <a:latin typeface="Calibri" panose="020F0502020204030204" pitchFamily="34" charset="0"/>
              </a:endParaRPr>
            </a:p>
          </p:txBody>
        </p:sp>
        <p:sp>
          <p:nvSpPr>
            <p:cNvPr id="199769" name="Text Box 89"/>
            <p:cNvSpPr txBox="1"/>
            <p:nvPr/>
          </p:nvSpPr>
          <p:spPr>
            <a:xfrm>
              <a:off x="295" y="5408"/>
              <a:ext cx="988"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ND</a:t>
              </a:r>
              <a:endParaRPr lang="en-US" altLang="zh-CN" sz="1800" b="1">
                <a:solidFill>
                  <a:schemeClr val="tx1"/>
                </a:solidFill>
                <a:latin typeface="Calibri" panose="020F0502020204030204" pitchFamily="34" charset="0"/>
              </a:endParaRPr>
            </a:p>
          </p:txBody>
        </p:sp>
        <p:sp>
          <p:nvSpPr>
            <p:cNvPr id="199770" name="Line 90"/>
            <p:cNvSpPr/>
            <p:nvPr/>
          </p:nvSpPr>
          <p:spPr>
            <a:xfrm>
              <a:off x="1975" y="600"/>
              <a:ext cx="0" cy="5317"/>
            </a:xfrm>
            <a:prstGeom prst="line">
              <a:avLst/>
            </a:prstGeom>
            <a:ln w="28575" cap="flat" cmpd="sng">
              <a:solidFill>
                <a:srgbClr val="FF0000"/>
              </a:solidFill>
              <a:prstDash val="solid"/>
              <a:headEnd type="none" w="med" len="med"/>
              <a:tailEnd type="none" w="med" len="med"/>
            </a:ln>
          </p:spPr>
        </p:sp>
        <p:sp>
          <p:nvSpPr>
            <p:cNvPr id="199771" name="Line 91"/>
            <p:cNvSpPr/>
            <p:nvPr/>
          </p:nvSpPr>
          <p:spPr>
            <a:xfrm>
              <a:off x="3379" y="4809"/>
              <a:ext cx="396" cy="0"/>
            </a:xfrm>
            <a:prstGeom prst="line">
              <a:avLst/>
            </a:prstGeom>
            <a:ln w="28575" cap="flat" cmpd="sng">
              <a:solidFill>
                <a:schemeClr val="tx1"/>
              </a:solidFill>
              <a:prstDash val="solid"/>
              <a:headEnd type="none" w="med" len="med"/>
              <a:tailEnd type="none" w="med" len="med"/>
            </a:ln>
          </p:spPr>
        </p:sp>
        <p:sp>
          <p:nvSpPr>
            <p:cNvPr id="199772" name="Text Box 92"/>
            <p:cNvSpPr txBox="1"/>
            <p:nvPr/>
          </p:nvSpPr>
          <p:spPr>
            <a:xfrm>
              <a:off x="2195" y="3966"/>
              <a:ext cx="727" cy="1020"/>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3" name="Text Box 93"/>
            <p:cNvSpPr txBox="1"/>
            <p:nvPr/>
          </p:nvSpPr>
          <p:spPr>
            <a:xfrm>
              <a:off x="7517" y="4241"/>
              <a:ext cx="727" cy="122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4" name="Text Box 94"/>
            <p:cNvSpPr txBox="1"/>
            <p:nvPr/>
          </p:nvSpPr>
          <p:spPr>
            <a:xfrm>
              <a:off x="3621" y="3872"/>
              <a:ext cx="727" cy="2367"/>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75" name="Text Box 95"/>
            <p:cNvSpPr txBox="1"/>
            <p:nvPr/>
          </p:nvSpPr>
          <p:spPr>
            <a:xfrm>
              <a:off x="8399" y="4682"/>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NQ</a:t>
              </a:r>
              <a:endParaRPr lang="en-US" altLang="zh-CN" sz="1400" b="1">
                <a:solidFill>
                  <a:schemeClr val="tx1"/>
                </a:solidFill>
                <a:latin typeface="Calibri" panose="020F0502020204030204" pitchFamily="34" charset="0"/>
              </a:endParaRPr>
            </a:p>
          </p:txBody>
        </p:sp>
        <p:sp>
          <p:nvSpPr>
            <p:cNvPr id="199776" name="Oval 96"/>
            <p:cNvSpPr/>
            <p:nvPr/>
          </p:nvSpPr>
          <p:spPr>
            <a:xfrm>
              <a:off x="1918" y="572"/>
              <a:ext cx="98"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77" name="Oval 97"/>
            <p:cNvSpPr/>
            <p:nvPr/>
          </p:nvSpPr>
          <p:spPr>
            <a:xfrm>
              <a:off x="1955" y="1995"/>
              <a:ext cx="98"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8" name="Oval 98"/>
            <p:cNvSpPr/>
            <p:nvPr/>
          </p:nvSpPr>
          <p:spPr>
            <a:xfrm>
              <a:off x="1934" y="3689"/>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9" name="Oval 99"/>
            <p:cNvSpPr/>
            <p:nvPr/>
          </p:nvSpPr>
          <p:spPr>
            <a:xfrm>
              <a:off x="3012" y="1190"/>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0" name="Oval 100"/>
            <p:cNvSpPr/>
            <p:nvPr/>
          </p:nvSpPr>
          <p:spPr>
            <a:xfrm>
              <a:off x="3021" y="2878"/>
              <a:ext cx="99"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1" name="Oval 101"/>
            <p:cNvSpPr/>
            <p:nvPr/>
          </p:nvSpPr>
          <p:spPr>
            <a:xfrm>
              <a:off x="6818" y="1664"/>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2" name="Oval 102"/>
            <p:cNvSpPr/>
            <p:nvPr/>
          </p:nvSpPr>
          <p:spPr>
            <a:xfrm>
              <a:off x="6818" y="3386"/>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3" name="Text Box 103"/>
            <p:cNvSpPr txBox="1"/>
            <p:nvPr/>
          </p:nvSpPr>
          <p:spPr>
            <a:xfrm>
              <a:off x="2346" y="377"/>
              <a:ext cx="395"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endParaRPr lang="en-US" altLang="zh-CN" sz="1600">
                <a:solidFill>
                  <a:schemeClr val="tx1"/>
                </a:solidFill>
                <a:latin typeface="Calibri" panose="020F0502020204030204" pitchFamily="34" charset="0"/>
              </a:endParaRPr>
            </a:p>
          </p:txBody>
        </p:sp>
        <p:sp>
          <p:nvSpPr>
            <p:cNvPr id="199784" name="Oval 105"/>
            <p:cNvSpPr/>
            <p:nvPr/>
          </p:nvSpPr>
          <p:spPr>
            <a:xfrm>
              <a:off x="8655" y="1177"/>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5" name="Oval 106"/>
            <p:cNvSpPr/>
            <p:nvPr/>
          </p:nvSpPr>
          <p:spPr>
            <a:xfrm>
              <a:off x="8655" y="2878"/>
              <a:ext cx="99" cy="74"/>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6" name="Line 107"/>
            <p:cNvSpPr/>
            <p:nvPr/>
          </p:nvSpPr>
          <p:spPr>
            <a:xfrm>
              <a:off x="9388" y="1514"/>
              <a:ext cx="0" cy="2122"/>
            </a:xfrm>
            <a:prstGeom prst="line">
              <a:avLst/>
            </a:prstGeom>
            <a:ln w="28575" cap="flat" cmpd="sng">
              <a:solidFill>
                <a:srgbClr val="FF0000"/>
              </a:solidFill>
              <a:prstDash val="solid"/>
              <a:headEnd type="none" w="med" len="med"/>
              <a:tailEnd type="none" w="med" len="med"/>
            </a:ln>
          </p:spPr>
        </p:sp>
        <p:sp>
          <p:nvSpPr>
            <p:cNvPr id="199787" name="Line 109"/>
            <p:cNvSpPr/>
            <p:nvPr/>
          </p:nvSpPr>
          <p:spPr>
            <a:xfrm>
              <a:off x="9585" y="6157"/>
              <a:ext cx="396" cy="0"/>
            </a:xfrm>
            <a:prstGeom prst="line">
              <a:avLst/>
            </a:prstGeom>
            <a:ln w="28575" cap="flat" cmpd="sng">
              <a:solidFill>
                <a:srgbClr val="FF0000"/>
              </a:solidFill>
              <a:prstDash val="solid"/>
              <a:headEnd type="none" w="med" len="med"/>
              <a:tailEnd type="none" w="med" len="med"/>
            </a:ln>
          </p:spPr>
        </p:sp>
        <p:sp>
          <p:nvSpPr>
            <p:cNvPr id="199788" name="Line 110"/>
            <p:cNvSpPr/>
            <p:nvPr/>
          </p:nvSpPr>
          <p:spPr>
            <a:xfrm flipV="1">
              <a:off x="9981" y="5931"/>
              <a:ext cx="0" cy="225"/>
            </a:xfrm>
            <a:prstGeom prst="line">
              <a:avLst/>
            </a:prstGeom>
            <a:ln w="28575" cap="flat" cmpd="sng">
              <a:solidFill>
                <a:srgbClr val="FF0000"/>
              </a:solidFill>
              <a:prstDash val="solid"/>
              <a:headEnd type="none" w="med" len="med"/>
              <a:tailEnd type="none" w="med" len="med"/>
            </a:ln>
          </p:spPr>
        </p:sp>
        <p:sp>
          <p:nvSpPr>
            <p:cNvPr id="199789" name="Line 111"/>
            <p:cNvSpPr/>
            <p:nvPr/>
          </p:nvSpPr>
          <p:spPr>
            <a:xfrm>
              <a:off x="9981" y="5932"/>
              <a:ext cx="395" cy="0"/>
            </a:xfrm>
            <a:prstGeom prst="line">
              <a:avLst/>
            </a:prstGeom>
            <a:ln w="28575" cap="flat" cmpd="sng">
              <a:solidFill>
                <a:srgbClr val="FF0000"/>
              </a:solidFill>
              <a:prstDash val="solid"/>
              <a:headEnd type="none" w="med" len="med"/>
              <a:tailEnd type="none" w="med" len="med"/>
            </a:ln>
          </p:spPr>
        </p:sp>
        <p:sp>
          <p:nvSpPr>
            <p:cNvPr id="199790" name="Line 112"/>
            <p:cNvSpPr/>
            <p:nvPr/>
          </p:nvSpPr>
          <p:spPr>
            <a:xfrm>
              <a:off x="10376" y="6157"/>
              <a:ext cx="395" cy="0"/>
            </a:xfrm>
            <a:prstGeom prst="line">
              <a:avLst/>
            </a:prstGeom>
            <a:ln w="28575" cap="flat" cmpd="sng">
              <a:solidFill>
                <a:srgbClr val="FF0000"/>
              </a:solidFill>
              <a:prstDash val="solid"/>
              <a:headEnd type="none" w="med" len="med"/>
              <a:tailEnd type="none" w="med" len="med"/>
            </a:ln>
          </p:spPr>
        </p:sp>
        <p:sp>
          <p:nvSpPr>
            <p:cNvPr id="199791" name="Line 113"/>
            <p:cNvSpPr/>
            <p:nvPr/>
          </p:nvSpPr>
          <p:spPr>
            <a:xfrm flipV="1">
              <a:off x="10376" y="5931"/>
              <a:ext cx="0" cy="225"/>
            </a:xfrm>
            <a:prstGeom prst="line">
              <a:avLst/>
            </a:prstGeom>
            <a:ln w="28575" cap="flat" cmpd="sng">
              <a:solidFill>
                <a:srgbClr val="FF0000"/>
              </a:solidFill>
              <a:prstDash val="solid"/>
              <a:headEnd type="none" w="med" len="med"/>
              <a:tailEnd type="none" w="med" len="med"/>
            </a:ln>
          </p:spPr>
        </p:sp>
        <p:sp>
          <p:nvSpPr>
            <p:cNvPr id="199792" name="Line 114"/>
            <p:cNvSpPr/>
            <p:nvPr/>
          </p:nvSpPr>
          <p:spPr>
            <a:xfrm>
              <a:off x="9388" y="1514"/>
              <a:ext cx="467" cy="0"/>
            </a:xfrm>
            <a:prstGeom prst="line">
              <a:avLst/>
            </a:prstGeom>
            <a:ln w="28575" cap="flat" cmpd="sng">
              <a:solidFill>
                <a:srgbClr val="FF0000"/>
              </a:solidFill>
              <a:prstDash val="solid"/>
              <a:headEnd type="none" w="med" len="med"/>
              <a:tailEnd type="none" w="med" len="med"/>
            </a:ln>
          </p:spPr>
        </p:sp>
        <p:sp>
          <p:nvSpPr>
            <p:cNvPr id="199793" name="Line 115"/>
            <p:cNvSpPr/>
            <p:nvPr/>
          </p:nvSpPr>
          <p:spPr>
            <a:xfrm>
              <a:off x="9388" y="3236"/>
              <a:ext cx="467" cy="0"/>
            </a:xfrm>
            <a:prstGeom prst="line">
              <a:avLst/>
            </a:prstGeom>
            <a:ln w="28575" cap="flat" cmpd="sng">
              <a:solidFill>
                <a:srgbClr val="FF0000"/>
              </a:solidFill>
              <a:prstDash val="solid"/>
              <a:headEnd type="none" w="med" len="med"/>
              <a:tailEnd type="none" w="med" len="med"/>
            </a:ln>
          </p:spPr>
        </p:sp>
        <p:sp>
          <p:nvSpPr>
            <p:cNvPr id="199794" name="Line 116"/>
            <p:cNvSpPr/>
            <p:nvPr/>
          </p:nvSpPr>
          <p:spPr>
            <a:xfrm>
              <a:off x="9388" y="5408"/>
              <a:ext cx="467" cy="0"/>
            </a:xfrm>
            <a:prstGeom prst="line">
              <a:avLst/>
            </a:prstGeom>
            <a:ln w="28575" cap="flat" cmpd="sng">
              <a:solidFill>
                <a:srgbClr val="FF0000"/>
              </a:solidFill>
              <a:prstDash val="solid"/>
              <a:headEnd type="none" w="med" len="med"/>
              <a:tailEnd type="none" w="med" len="med"/>
            </a:ln>
          </p:spPr>
        </p:sp>
        <p:sp>
          <p:nvSpPr>
            <p:cNvPr id="199795" name="Text Box 117"/>
            <p:cNvSpPr txBox="1"/>
            <p:nvPr/>
          </p:nvSpPr>
          <p:spPr>
            <a:xfrm>
              <a:off x="9592" y="3761"/>
              <a:ext cx="727" cy="1228"/>
            </a:xfrm>
            <a:prstGeom prst="rect">
              <a:avLst/>
            </a:prstGeom>
            <a:noFill/>
            <a:ln w="28575">
              <a:noFill/>
            </a:ln>
          </p:spPr>
          <p:txBody>
            <a:bodyPr vert="eaVert">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endParaRPr lang="en-US" altLang="zh-CN" sz="1800">
                <a:solidFill>
                  <a:schemeClr val="tx1"/>
                </a:solidFill>
                <a:latin typeface="Calibri" panose="020F0502020204030204" pitchFamily="34" charset="0"/>
              </a:endParaRPr>
            </a:p>
          </p:txBody>
        </p:sp>
        <p:sp>
          <p:nvSpPr>
            <p:cNvPr id="199796" name="Oval 118"/>
            <p:cNvSpPr/>
            <p:nvPr/>
          </p:nvSpPr>
          <p:spPr>
            <a:xfrm>
              <a:off x="9336" y="3197"/>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7" name="Oval 119"/>
            <p:cNvSpPr/>
            <p:nvPr/>
          </p:nvSpPr>
          <p:spPr>
            <a:xfrm>
              <a:off x="9330" y="5364"/>
              <a:ext cx="99" cy="75"/>
            </a:xfrm>
            <a:prstGeom prst="ellipse">
              <a:avLst/>
            </a:prstGeom>
            <a:solidFill>
              <a:srgbClr val="FF9900"/>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8" name="Line 120"/>
            <p:cNvSpPr/>
            <p:nvPr/>
          </p:nvSpPr>
          <p:spPr>
            <a:xfrm>
              <a:off x="9388" y="4442"/>
              <a:ext cx="0" cy="1415"/>
            </a:xfrm>
            <a:prstGeom prst="line">
              <a:avLst/>
            </a:prstGeom>
            <a:ln w="28575" cap="flat" cmpd="sng">
              <a:solidFill>
                <a:srgbClr val="FF0000"/>
              </a:solidFill>
              <a:prstDash val="solid"/>
              <a:headEnd type="none" w="med" len="med"/>
              <a:tailEnd type="none" w="med" len="med"/>
            </a:ln>
          </p:spPr>
        </p:sp>
        <p:sp>
          <p:nvSpPr>
            <p:cNvPr id="199799" name="Line 121"/>
            <p:cNvSpPr/>
            <p:nvPr/>
          </p:nvSpPr>
          <p:spPr>
            <a:xfrm>
              <a:off x="9388" y="3706"/>
              <a:ext cx="0" cy="530"/>
            </a:xfrm>
            <a:prstGeom prst="line">
              <a:avLst/>
            </a:prstGeom>
            <a:ln w="28575" cap="flat" cmpd="sng">
              <a:solidFill>
                <a:srgbClr val="FF0000"/>
              </a:solidFill>
              <a:prstDash val="dash"/>
              <a:headEnd type="none" w="med" len="med"/>
              <a:tailEnd type="none" w="med" len="med"/>
            </a:ln>
          </p:spPr>
        </p:sp>
        <p:sp>
          <p:nvSpPr>
            <p:cNvPr id="199800" name="Text Box 122"/>
            <p:cNvSpPr txBox="1"/>
            <p:nvPr/>
          </p:nvSpPr>
          <p:spPr>
            <a:xfrm>
              <a:off x="8420" y="2397"/>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2Q</a:t>
              </a:r>
              <a:endParaRPr lang="en-US" altLang="zh-CN" sz="1400" b="1">
                <a:solidFill>
                  <a:schemeClr val="tx1"/>
                </a:solidFill>
                <a:latin typeface="Calibri" panose="020F0502020204030204" pitchFamily="34" charset="0"/>
              </a:endParaRPr>
            </a:p>
          </p:txBody>
        </p:sp>
        <p:sp>
          <p:nvSpPr>
            <p:cNvPr id="199801" name="Text Box 123"/>
            <p:cNvSpPr txBox="1"/>
            <p:nvPr/>
          </p:nvSpPr>
          <p:spPr>
            <a:xfrm>
              <a:off x="8504" y="680"/>
              <a:ext cx="89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1Q</a:t>
              </a:r>
              <a:endParaRPr lang="en-US" altLang="zh-CN" sz="1400" b="1">
                <a:solidFill>
                  <a:schemeClr val="tx1"/>
                </a:solidFill>
                <a:latin typeface="Calibri" panose="020F0502020204030204" pitchFamily="34" charset="0"/>
              </a:endParaRPr>
            </a:p>
          </p:txBody>
        </p:sp>
        <p:sp>
          <p:nvSpPr>
            <p:cNvPr id="199802" name="Line 124"/>
            <p:cNvSpPr/>
            <p:nvPr/>
          </p:nvSpPr>
          <p:spPr>
            <a:xfrm>
              <a:off x="10351" y="1316"/>
              <a:ext cx="395" cy="0"/>
            </a:xfrm>
            <a:prstGeom prst="line">
              <a:avLst/>
            </a:prstGeom>
            <a:ln w="28575" cap="flat" cmpd="sng">
              <a:solidFill>
                <a:schemeClr val="tx1"/>
              </a:solidFill>
              <a:prstDash val="solid"/>
              <a:headEnd type="none" w="med" len="med"/>
              <a:tailEnd type="none" w="med" len="med"/>
            </a:ln>
          </p:spPr>
        </p:sp>
        <p:sp>
          <p:nvSpPr>
            <p:cNvPr id="199803" name="Line 125"/>
            <p:cNvSpPr/>
            <p:nvPr/>
          </p:nvSpPr>
          <p:spPr>
            <a:xfrm>
              <a:off x="10346" y="3082"/>
              <a:ext cx="395" cy="0"/>
            </a:xfrm>
            <a:prstGeom prst="line">
              <a:avLst/>
            </a:prstGeom>
            <a:ln w="28575" cap="flat" cmpd="sng">
              <a:solidFill>
                <a:schemeClr val="tx1"/>
              </a:solidFill>
              <a:prstDash val="solid"/>
              <a:headEnd type="none" w="med" len="med"/>
              <a:tailEnd type="none" w="med" len="med"/>
            </a:ln>
          </p:spPr>
        </p:sp>
        <p:sp>
          <p:nvSpPr>
            <p:cNvPr id="199804" name="Line 126"/>
            <p:cNvSpPr/>
            <p:nvPr/>
          </p:nvSpPr>
          <p:spPr>
            <a:xfrm>
              <a:off x="10351" y="5253"/>
              <a:ext cx="395" cy="0"/>
            </a:xfrm>
            <a:prstGeom prst="line">
              <a:avLst/>
            </a:prstGeom>
            <a:ln w="28575" cap="flat" cmpd="sng">
              <a:solidFill>
                <a:schemeClr val="tx1"/>
              </a:solidFill>
              <a:prstDash val="solid"/>
              <a:headEnd type="none" w="med" len="med"/>
              <a:tailEnd type="none" w="med" len="med"/>
            </a:ln>
          </p:spPr>
        </p:sp>
        <p:sp>
          <p:nvSpPr>
            <p:cNvPr id="199805" name="Rectangle 128"/>
            <p:cNvSpPr/>
            <p:nvPr/>
          </p:nvSpPr>
          <p:spPr>
            <a:xfrm>
              <a:off x="9783" y="99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6" name="Rectangle 129"/>
            <p:cNvSpPr/>
            <p:nvPr/>
          </p:nvSpPr>
          <p:spPr>
            <a:xfrm>
              <a:off x="9783" y="275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7" name="Rectangle 130"/>
            <p:cNvSpPr/>
            <p:nvPr/>
          </p:nvSpPr>
          <p:spPr>
            <a:xfrm>
              <a:off x="9783" y="4921"/>
              <a:ext cx="560" cy="637"/>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8" name="Text Box 131"/>
            <p:cNvSpPr txBox="1"/>
            <p:nvPr/>
          </p:nvSpPr>
          <p:spPr>
            <a:xfrm>
              <a:off x="9783" y="1049"/>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809" name="Text Box 132"/>
            <p:cNvSpPr txBox="1"/>
            <p:nvPr/>
          </p:nvSpPr>
          <p:spPr>
            <a:xfrm>
              <a:off x="9783" y="2772"/>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sp>
          <p:nvSpPr>
            <p:cNvPr id="199810" name="Text Box 133"/>
            <p:cNvSpPr txBox="1"/>
            <p:nvPr/>
          </p:nvSpPr>
          <p:spPr>
            <a:xfrm>
              <a:off x="9783" y="4959"/>
              <a:ext cx="791" cy="582"/>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endParaRPr lang="en-US" altLang="zh-CN" sz="1800">
                <a:solidFill>
                  <a:schemeClr val="tx1"/>
                </a:solidFill>
                <a:latin typeface="Calibri" panose="020F0502020204030204" pitchFamily="34" charset="0"/>
              </a:endParaRPr>
            </a:p>
          </p:txBody>
        </p:sp>
      </p:grpSp>
      <p:sp>
        <p:nvSpPr>
          <p:cNvPr id="199684" name="Rectangle 2"/>
          <p:cNvSpPr>
            <a:spLocks noGrp="1"/>
          </p:cNvSpPr>
          <p:nvPr>
            <p:ph type="title"/>
          </p:nvPr>
        </p:nvSpPr>
        <p:spPr>
          <a:xfrm>
            <a:off x="5830888" y="4513263"/>
            <a:ext cx="2667000" cy="285750"/>
          </a:xfrm>
          <a:prstGeom prst="rect">
            <a:avLst/>
          </a:prstGeom>
          <a:noFill/>
          <a:ln w="9525">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外加读出控制门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199685" name="Line 76"/>
          <p:cNvSpPr/>
          <p:nvPr/>
        </p:nvSpPr>
        <p:spPr>
          <a:xfrm flipV="1">
            <a:off x="2032000" y="942975"/>
            <a:ext cx="176213" cy="0"/>
          </a:xfrm>
          <a:prstGeom prst="line">
            <a:avLst/>
          </a:prstGeom>
          <a:ln w="28575" cap="flat" cmpd="sng">
            <a:solidFill>
              <a:srgbClr val="FF0000"/>
            </a:solidFill>
            <a:prstDash val="solid"/>
            <a:headEnd type="none" w="med" len="med"/>
            <a:tailEnd type="none" w="med" len="med"/>
          </a:ln>
        </p:spPr>
      </p:sp>
      <p:sp>
        <p:nvSpPr>
          <p:cNvPr id="199686" name="Line 35"/>
          <p:cNvSpPr/>
          <p:nvPr/>
        </p:nvSpPr>
        <p:spPr>
          <a:xfrm>
            <a:off x="3867150" y="919163"/>
            <a:ext cx="754063" cy="0"/>
          </a:xfrm>
          <a:prstGeom prst="line">
            <a:avLst/>
          </a:prstGeom>
          <a:ln w="2857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9682"/>
                                        </p:tgtEl>
                                        <p:attrNameLst>
                                          <p:attrName>style.visibility</p:attrName>
                                        </p:attrNameLst>
                                      </p:cBhvr>
                                      <p:to>
                                        <p:strVal val="visible"/>
                                      </p:to>
                                    </p:set>
                                    <p:anim calcmode="lin" valueType="num">
                                      <p:cBhvr additive="base">
                                        <p:cTn id="7" dur="500" fill="hold"/>
                                        <p:tgtEl>
                                          <p:spTgt spid="199682"/>
                                        </p:tgtEl>
                                        <p:attrNameLst>
                                          <p:attrName>ppt_x</p:attrName>
                                        </p:attrNameLst>
                                      </p:cBhvr>
                                      <p:tavLst>
                                        <p:tav tm="0">
                                          <p:val>
                                            <p:strVal val="#ppt_x"/>
                                          </p:val>
                                        </p:tav>
                                        <p:tav tm="100000">
                                          <p:val>
                                            <p:strVal val="#ppt_x"/>
                                          </p:val>
                                        </p:tav>
                                      </p:tavLst>
                                    </p:anim>
                                    <p:anim calcmode="lin" valueType="num">
                                      <p:cBhvr additive="base">
                                        <p:cTn id="8" dur="500" fill="hold"/>
                                        <p:tgtEl>
                                          <p:spTgt spid="1996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9683"/>
                                        </p:tgtEl>
                                        <p:attrNameLst>
                                          <p:attrName>style.visibility</p:attrName>
                                        </p:attrNameLst>
                                      </p:cBhvr>
                                      <p:to>
                                        <p:strVal val="visible"/>
                                      </p:to>
                                    </p:set>
                                    <p:anim calcmode="lin" valueType="num">
                                      <p:cBhvr additive="base">
                                        <p:cTn id="11" dur="500" fill="hold"/>
                                        <p:tgtEl>
                                          <p:spTgt spid="199683"/>
                                        </p:tgtEl>
                                        <p:attrNameLst>
                                          <p:attrName>ppt_x</p:attrName>
                                        </p:attrNameLst>
                                      </p:cBhvr>
                                      <p:tavLst>
                                        <p:tav tm="0">
                                          <p:val>
                                            <p:strVal val="#ppt_x"/>
                                          </p:val>
                                        </p:tav>
                                        <p:tav tm="100000">
                                          <p:val>
                                            <p:strVal val="#ppt_x"/>
                                          </p:val>
                                        </p:tav>
                                      </p:tavLst>
                                    </p:anim>
                                    <p:anim calcmode="lin" valueType="num">
                                      <p:cBhvr additive="base">
                                        <p:cTn id="12" dur="500" fill="hold"/>
                                        <p:tgtEl>
                                          <p:spTgt spid="19968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9684"/>
                                        </p:tgtEl>
                                        <p:attrNameLst>
                                          <p:attrName>style.visibility</p:attrName>
                                        </p:attrNameLst>
                                      </p:cBhvr>
                                      <p:to>
                                        <p:strVal val="visible"/>
                                      </p:to>
                                    </p:set>
                                    <p:anim calcmode="lin" valueType="num">
                                      <p:cBhvr additive="base">
                                        <p:cTn id="15" dur="500" fill="hold"/>
                                        <p:tgtEl>
                                          <p:spTgt spid="199684"/>
                                        </p:tgtEl>
                                        <p:attrNameLst>
                                          <p:attrName>ppt_x</p:attrName>
                                        </p:attrNameLst>
                                      </p:cBhvr>
                                      <p:tavLst>
                                        <p:tav tm="0">
                                          <p:val>
                                            <p:strVal val="#ppt_x"/>
                                          </p:val>
                                        </p:tav>
                                        <p:tav tm="100000">
                                          <p:val>
                                            <p:strVal val="#ppt_x"/>
                                          </p:val>
                                        </p:tav>
                                      </p:tavLst>
                                    </p:anim>
                                    <p:anim calcmode="lin" valueType="num">
                                      <p:cBhvr additive="base">
                                        <p:cTn id="16" dur="500" fill="hold"/>
                                        <p:tgtEl>
                                          <p:spTgt spid="19968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9685"/>
                                        </p:tgtEl>
                                        <p:attrNameLst>
                                          <p:attrName>style.visibility</p:attrName>
                                        </p:attrNameLst>
                                      </p:cBhvr>
                                      <p:to>
                                        <p:strVal val="visible"/>
                                      </p:to>
                                    </p:set>
                                    <p:anim calcmode="lin" valueType="num">
                                      <p:cBhvr additive="base">
                                        <p:cTn id="19" dur="500" fill="hold"/>
                                        <p:tgtEl>
                                          <p:spTgt spid="199685"/>
                                        </p:tgtEl>
                                        <p:attrNameLst>
                                          <p:attrName>ppt_x</p:attrName>
                                        </p:attrNameLst>
                                      </p:cBhvr>
                                      <p:tavLst>
                                        <p:tav tm="0">
                                          <p:val>
                                            <p:strVal val="#ppt_x"/>
                                          </p:val>
                                        </p:tav>
                                        <p:tav tm="100000">
                                          <p:val>
                                            <p:strVal val="#ppt_x"/>
                                          </p:val>
                                        </p:tav>
                                      </p:tavLst>
                                    </p:anim>
                                    <p:anim calcmode="lin" valueType="num">
                                      <p:cBhvr additive="base">
                                        <p:cTn id="20" dur="500" fill="hold"/>
                                        <p:tgtEl>
                                          <p:spTgt spid="19968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9686"/>
                                        </p:tgtEl>
                                        <p:attrNameLst>
                                          <p:attrName>style.visibility</p:attrName>
                                        </p:attrNameLst>
                                      </p:cBhvr>
                                      <p:to>
                                        <p:strVal val="visible"/>
                                      </p:to>
                                    </p:set>
                                    <p:anim calcmode="lin" valueType="num">
                                      <p:cBhvr additive="base">
                                        <p:cTn id="23" dur="500" fill="hold"/>
                                        <p:tgtEl>
                                          <p:spTgt spid="199686"/>
                                        </p:tgtEl>
                                        <p:attrNameLst>
                                          <p:attrName>ppt_x</p:attrName>
                                        </p:attrNameLst>
                                      </p:cBhvr>
                                      <p:tavLst>
                                        <p:tav tm="0">
                                          <p:val>
                                            <p:strVal val="#ppt_x"/>
                                          </p:val>
                                        </p:tav>
                                        <p:tav tm="100000">
                                          <p:val>
                                            <p:strVal val="#ppt_x"/>
                                          </p:val>
                                        </p:tav>
                                      </p:tavLst>
                                    </p:anim>
                                    <p:anim calcmode="lin" valueType="num">
                                      <p:cBhvr additive="base">
                                        <p:cTn id="24" dur="500" fill="hold"/>
                                        <p:tgtEl>
                                          <p:spTgt spid="199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84" grpId="0"/>
      <p:bldP spid="199682" grpId="1"/>
      <p:bldP spid="199684"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 </a:t>
            </a:r>
            <a:r>
              <a:rPr lang="zh-CN" altLang="en-US" sz="2000" b="1" dirty="0">
                <a:latin typeface="华文新魏" panose="02010800040101010101" pitchFamily="2" charset="-122"/>
                <a:ea typeface="华文新魏" panose="02010800040101010101" pitchFamily="2" charset="-122"/>
              </a:rPr>
              <a:t>移位寄存器举例 </a:t>
            </a:r>
            <a:r>
              <a:rPr lang="en-US" altLang="zh-CN" sz="2000" b="1">
                <a:latin typeface="华文新魏" panose="02010800040101010101" pitchFamily="2" charset="-122"/>
                <a:ea typeface="华文新魏" panose="02010800040101010101" pitchFamily="2" charset="-122"/>
              </a:rPr>
              <a:t>     </a:t>
            </a:r>
            <a:endParaRPr lang="en-US" altLang="zh-CN" sz="2000" b="1">
              <a:latin typeface="华文新魏" panose="02010800040101010101" pitchFamily="2" charset="-122"/>
              <a:ea typeface="华文新魏" panose="02010800040101010101" pitchFamily="2" charset="-122"/>
            </a:endParaRPr>
          </a:p>
        </p:txBody>
      </p:sp>
      <p:sp>
        <p:nvSpPr>
          <p:cNvPr id="200707" name="Text Box 4"/>
          <p:cNvSpPr txBox="1"/>
          <p:nvPr/>
        </p:nvSpPr>
        <p:spPr>
          <a:xfrm>
            <a:off x="681355" y="986790"/>
            <a:ext cx="5257800" cy="2359660"/>
          </a:xfrm>
          <a:prstGeom prst="rect">
            <a:avLst/>
          </a:prstGeom>
          <a:noFill/>
          <a:ln w="9525">
            <a:noFill/>
          </a:ln>
        </p:spPr>
        <p:txBody>
          <a:bodyPr>
            <a:spAutoFit/>
          </a:bodyPr>
          <a:p>
            <a:pPr eaLnBrk="1" hangingPunct="1">
              <a:lnSpc>
                <a:spcPct val="85000"/>
              </a:lnSpc>
              <a:spcBef>
                <a:spcPct val="20000"/>
              </a:spcBef>
              <a:buFont typeface="Arial" panose="020B0604020202020204" pitchFamily="34" charset="0"/>
              <a:buChar char="•"/>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R</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是右移串行输入端；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L</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是左移串行输入端；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是并行输入端；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是右移串行输出端；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是左移串行输出端；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是并行输出端；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是异步的寄存器清“</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信号；</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1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0 </a:t>
            </a:r>
            <a:r>
              <a:rPr lang="zh-CN" altLang="en-US" sz="1800" b="1" dirty="0">
                <a:solidFill>
                  <a:schemeClr val="tx1"/>
                </a:solidFill>
                <a:latin typeface="华文新魏" panose="02010800040101010101" pitchFamily="2" charset="-122"/>
                <a:ea typeface="华文新魏" panose="02010800040101010101" pitchFamily="2" charset="-122"/>
              </a:rPr>
              <a:t>是工作方式控制。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00708" name="Text Box 144"/>
          <p:cNvSpPr txBox="1"/>
          <p:nvPr/>
        </p:nvSpPr>
        <p:spPr>
          <a:xfrm>
            <a:off x="958850" y="3617913"/>
            <a:ext cx="3429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dirty="0">
                <a:solidFill>
                  <a:schemeClr val="tx1"/>
                </a:solidFill>
                <a:latin typeface="华文新魏" panose="02010800040101010101" pitchFamily="2" charset="-122"/>
                <a:ea typeface="华文新魏" panose="02010800040101010101" pitchFamily="2" charset="-122"/>
              </a:rPr>
              <a:t>寄存器功能表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200709" name="表格 200708"/>
          <p:cNvGraphicFramePr/>
          <p:nvPr>
            <p:custDataLst>
              <p:tags r:id="rId1"/>
            </p:custDataLst>
          </p:nvPr>
        </p:nvGraphicFramePr>
        <p:xfrm>
          <a:off x="3989070" y="2958783"/>
          <a:ext cx="5046980" cy="1557655"/>
        </p:xfrm>
        <a:graphic>
          <a:graphicData uri="http://schemas.openxmlformats.org/drawingml/2006/table">
            <a:tbl>
              <a:tblPr/>
              <a:tblGrid>
                <a:gridCol w="1009650"/>
                <a:gridCol w="941388"/>
                <a:gridCol w="3095625"/>
              </a:tblGrid>
              <a:tr h="347980">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功能</a:t>
                      </a:r>
                      <a:endParaRPr lang="zh-CN" altLang="en-US" sz="1800" b="1" dirty="0">
                        <a:latin typeface="华文新魏" panose="02010800040101010101" pitchFamily="2" charset="-122"/>
                        <a:ea typeface="华文新魏" panose="02010800040101010101" pitchFamily="2" charset="-122"/>
                      </a:endParaRP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50000"/>
                        </a:spcBef>
                        <a:buNone/>
                      </a:pP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1</a:t>
                      </a: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0</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a:t>
                      </a:r>
                      <a:r>
                        <a:rPr lang="en-US" altLang="zh-CN" sz="1800" b="1" baseline="30000">
                          <a:latin typeface="华文新魏" panose="02010800040101010101" pitchFamily="2" charset="-122"/>
                          <a:ea typeface="华文新魏" panose="02010800040101010101" pitchFamily="2" charset="-122"/>
                        </a:rPr>
                        <a:t>n+1    </a:t>
                      </a:r>
                      <a:r>
                        <a:rPr lang="en-US" altLang="zh-CN" sz="1800" b="1" err="1">
                          <a:latin typeface="华文新魏" panose="02010800040101010101" pitchFamily="2" charset="-122"/>
                          <a:ea typeface="华文新魏" panose="02010800040101010101" pitchFamily="2" charset="-122"/>
                        </a:rPr>
                        <a:t>Q</a:t>
                      </a:r>
                      <a:r>
                        <a:rPr lang="en-US" altLang="zh-CN" sz="1800" b="1" baseline="-25000" err="1">
                          <a:latin typeface="华文新魏" panose="02010800040101010101" pitchFamily="2" charset="-122"/>
                          <a:ea typeface="华文新魏" panose="02010800040101010101" pitchFamily="2" charset="-122"/>
                        </a:rPr>
                        <a:t>B</a:t>
                      </a:r>
                      <a:r>
                        <a:rPr lang="en-US" altLang="zh-CN" sz="1800" b="1" baseline="30000" err="1">
                          <a:latin typeface="华文新魏" panose="02010800040101010101" pitchFamily="2" charset="-122"/>
                          <a:ea typeface="华文新魏" panose="02010800040101010101" pitchFamily="2" charset="-122"/>
                        </a:rPr>
                        <a:t>n</a:t>
                      </a:r>
                      <a:r>
                        <a:rPr lang="en-US" altLang="zh-CN" sz="1800" b="1" baseline="30000">
                          <a:latin typeface="华文新魏" panose="02010800040101010101" pitchFamily="2" charset="-122"/>
                          <a:ea typeface="华文新魏" panose="02010800040101010101" pitchFamily="2" charset="-122"/>
                        </a:rPr>
                        <a:t>+ 1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r>
                        <a:rPr lang="en-US" altLang="zh-CN" sz="1800" b="1" baseline="30000">
                          <a:latin typeface="华文新魏" panose="02010800040101010101" pitchFamily="2" charset="-122"/>
                          <a:ea typeface="华文新魏" panose="02010800040101010101" pitchFamily="2" charset="-122"/>
                        </a:rPr>
                        <a:t>n+1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r>
                        <a:rPr lang="en-US" altLang="zh-CN" sz="1800" b="1" baseline="30000">
                          <a:latin typeface="华文新魏" panose="02010800040101010101" pitchFamily="2" charset="-122"/>
                          <a:ea typeface="华文新魏" panose="02010800040101010101" pitchFamily="2" charset="-122"/>
                        </a:rPr>
                        <a:t>n+1</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FF"/>
                    </a:solidFill>
                  </a:tcPr>
                </a:tc>
              </a:tr>
              <a:tr h="1209675">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保持</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右移</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左移</a:t>
                      </a:r>
                      <a:endParaRPr lang="zh-CN" altLang="en-US" sz="1800" b="1" dirty="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置数</a:t>
                      </a:r>
                      <a:endParaRPr lang="zh-CN" altLang="en-US" sz="1800" b="1" dirty="0">
                        <a:latin typeface="华文新魏" panose="02010800040101010101" pitchFamily="2" charset="-122"/>
                        <a:ea typeface="华文新魏" panose="02010800040101010101" pitchFamily="2" charset="-122"/>
                      </a:endParaRP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0  0</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0  1</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1  0</a:t>
                      </a:r>
                      <a:endParaRPr lang="en-US" altLang="zh-CN" sz="1800" b="1">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1  1</a:t>
                      </a:r>
                      <a:endParaRPr lang="en-US" altLang="zh-CN" sz="1800" b="1">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R</a:t>
                      </a:r>
                      <a:r>
                        <a:rPr lang="en-US" altLang="zh-CN" sz="1800" b="1" baseline="-25000">
                          <a:latin typeface="华文新魏" panose="02010800040101010101" pitchFamily="2" charset="-122"/>
                          <a:ea typeface="华文新魏" panose="02010800040101010101" pitchFamily="2" charset="-122"/>
                        </a:rPr>
                        <a:t>IN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B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        </a:t>
                      </a:r>
                      <a:r>
                        <a:rPr lang="en-US" altLang="zh-CN" sz="1800" b="1">
                          <a:latin typeface="华文新魏" panose="02010800040101010101" pitchFamily="2" charset="-122"/>
                          <a:ea typeface="华文新魏" panose="02010800040101010101" pitchFamily="2" charset="-122"/>
                        </a:rPr>
                        <a:t>L</a:t>
                      </a:r>
                      <a:r>
                        <a:rPr lang="en-US" altLang="zh-CN" sz="1800" b="1" baseline="-25000">
                          <a:latin typeface="华文新魏" panose="02010800040101010101" pitchFamily="2" charset="-122"/>
                          <a:ea typeface="华文新魏" panose="02010800040101010101" pitchFamily="2" charset="-122"/>
                        </a:rPr>
                        <a:t>IN</a:t>
                      </a:r>
                      <a:endParaRPr lang="en-US" altLang="zh-CN" sz="1800" b="1" baseline="-25000">
                        <a:latin typeface="华文新魏" panose="02010800040101010101" pitchFamily="2" charset="-122"/>
                        <a:ea typeface="华文新魏" panose="02010800040101010101" pitchFamily="2" charset="-122"/>
                      </a:endParaRP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A           </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B</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C </a:t>
                      </a:r>
                      <a:r>
                        <a:rPr lang="en-US" altLang="zh-CN" sz="1800" b="1" baseline="-25000">
                          <a:latin typeface="华文新魏" panose="02010800040101010101" pitchFamily="2" charset="-122"/>
                          <a:ea typeface="华文新魏" panose="02010800040101010101" pitchFamily="2" charset="-122"/>
                        </a:rPr>
                        <a:t>          </a:t>
                      </a:r>
                      <a:r>
                        <a:rPr lang="en-US" altLang="zh-CN" sz="1800" b="1">
                          <a:latin typeface="华文新魏" panose="02010800040101010101" pitchFamily="2" charset="-122"/>
                          <a:ea typeface="华文新魏" panose="02010800040101010101" pitchFamily="2" charset="-122"/>
                        </a:rPr>
                        <a:t>D</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pSp>
        <p:nvGrpSpPr>
          <p:cNvPr id="200723" name="Group 19"/>
          <p:cNvGrpSpPr/>
          <p:nvPr/>
        </p:nvGrpSpPr>
        <p:grpSpPr>
          <a:xfrm>
            <a:off x="5887720" y="371158"/>
            <a:ext cx="1910080" cy="2365375"/>
            <a:chOff x="257" y="0"/>
            <a:chExt cx="3008" cy="3723"/>
          </a:xfrm>
        </p:grpSpPr>
        <p:sp>
          <p:nvSpPr>
            <p:cNvPr id="200724" name="Rectangle 190"/>
            <p:cNvSpPr/>
            <p:nvPr/>
          </p:nvSpPr>
          <p:spPr>
            <a:xfrm>
              <a:off x="745" y="644"/>
              <a:ext cx="1920" cy="306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25" name="Text Box 191"/>
            <p:cNvSpPr txBox="1"/>
            <p:nvPr/>
          </p:nvSpPr>
          <p:spPr>
            <a:xfrm>
              <a:off x="575" y="495"/>
              <a:ext cx="156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26" name="Text Box 192"/>
            <p:cNvSpPr txBox="1"/>
            <p:nvPr/>
          </p:nvSpPr>
          <p:spPr>
            <a:xfrm>
              <a:off x="675" y="789"/>
              <a:ext cx="127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27" name="Text Box 193"/>
            <p:cNvSpPr txBox="1"/>
            <p:nvPr/>
          </p:nvSpPr>
          <p:spPr>
            <a:xfrm>
              <a:off x="745" y="1121"/>
              <a:ext cx="79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28" name="Text Box 194"/>
            <p:cNvSpPr txBox="1"/>
            <p:nvPr/>
          </p:nvSpPr>
          <p:spPr>
            <a:xfrm>
              <a:off x="745" y="13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0</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29" name="Text Box 195"/>
            <p:cNvSpPr txBox="1"/>
            <p:nvPr/>
          </p:nvSpPr>
          <p:spPr>
            <a:xfrm>
              <a:off x="675" y="1713"/>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a:t>
              </a:r>
              <a:r>
                <a:rPr lang="en-US" altLang="zh-CN" sz="1600" baseline="-25000">
                  <a:solidFill>
                    <a:schemeClr val="tx1"/>
                  </a:solidFill>
                  <a:latin typeface="黑体" panose="02010609060101010101" pitchFamily="2" charset="-122"/>
                  <a:ea typeface="黑体" panose="02010609060101010101" pitchFamily="2" charset="-122"/>
                </a:rPr>
                <a:t>IN</a:t>
              </a:r>
              <a:endParaRPr lang="en-US" altLang="zh-CN" sz="1600" baseline="-25000">
                <a:solidFill>
                  <a:schemeClr val="tx1"/>
                </a:solidFill>
                <a:latin typeface="黑体" panose="02010609060101010101" pitchFamily="2" charset="-122"/>
                <a:ea typeface="黑体" panose="02010609060101010101" pitchFamily="2" charset="-122"/>
              </a:endParaRPr>
            </a:p>
          </p:txBody>
        </p:sp>
        <p:sp>
          <p:nvSpPr>
            <p:cNvPr id="200730" name="Text Box 196"/>
            <p:cNvSpPr txBox="1"/>
            <p:nvPr/>
          </p:nvSpPr>
          <p:spPr>
            <a:xfrm>
              <a:off x="700" y="1979"/>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1" name="Text Box 197"/>
            <p:cNvSpPr txBox="1"/>
            <p:nvPr/>
          </p:nvSpPr>
          <p:spPr>
            <a:xfrm>
              <a:off x="700" y="2302"/>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2" name="Text Box 198"/>
            <p:cNvSpPr txBox="1"/>
            <p:nvPr/>
          </p:nvSpPr>
          <p:spPr>
            <a:xfrm>
              <a:off x="695" y="25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3" name="Text Box 199"/>
            <p:cNvSpPr txBox="1"/>
            <p:nvPr/>
          </p:nvSpPr>
          <p:spPr>
            <a:xfrm>
              <a:off x="695" y="2898"/>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4" name="Text Box 200"/>
            <p:cNvSpPr txBox="1"/>
            <p:nvPr/>
          </p:nvSpPr>
          <p:spPr>
            <a:xfrm>
              <a:off x="2090" y="1994"/>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5" name="Text Box 201"/>
            <p:cNvSpPr txBox="1"/>
            <p:nvPr/>
          </p:nvSpPr>
          <p:spPr>
            <a:xfrm>
              <a:off x="2090" y="2302"/>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6" name="Text Box 202"/>
            <p:cNvSpPr txBox="1"/>
            <p:nvPr/>
          </p:nvSpPr>
          <p:spPr>
            <a:xfrm>
              <a:off x="2090" y="25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7" name="Text Box 203"/>
            <p:cNvSpPr txBox="1"/>
            <p:nvPr/>
          </p:nvSpPr>
          <p:spPr>
            <a:xfrm>
              <a:off x="2090" y="2898"/>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8" name="Line 205"/>
            <p:cNvSpPr/>
            <p:nvPr/>
          </p:nvSpPr>
          <p:spPr>
            <a:xfrm>
              <a:off x="2665" y="2419"/>
              <a:ext cx="600" cy="0"/>
            </a:xfrm>
            <a:prstGeom prst="line">
              <a:avLst/>
            </a:prstGeom>
            <a:ln w="28575" cap="flat" cmpd="sng">
              <a:solidFill>
                <a:schemeClr val="tx1"/>
              </a:solidFill>
              <a:prstDash val="solid"/>
              <a:headEnd type="none" w="med" len="med"/>
              <a:tailEnd type="none" w="med" len="med"/>
            </a:ln>
          </p:spPr>
        </p:sp>
        <p:sp>
          <p:nvSpPr>
            <p:cNvPr id="200739" name="Line 206"/>
            <p:cNvSpPr/>
            <p:nvPr/>
          </p:nvSpPr>
          <p:spPr>
            <a:xfrm>
              <a:off x="262" y="2193"/>
              <a:ext cx="488" cy="0"/>
            </a:xfrm>
            <a:prstGeom prst="line">
              <a:avLst/>
            </a:prstGeom>
            <a:ln w="28575" cap="flat" cmpd="sng">
              <a:solidFill>
                <a:schemeClr val="tx1"/>
              </a:solidFill>
              <a:prstDash val="solid"/>
              <a:headEnd type="none" w="med" len="med"/>
              <a:tailEnd type="none" w="med" len="med"/>
            </a:ln>
          </p:spPr>
        </p:sp>
        <p:sp>
          <p:nvSpPr>
            <p:cNvPr id="200740" name="Line 207"/>
            <p:cNvSpPr/>
            <p:nvPr/>
          </p:nvSpPr>
          <p:spPr>
            <a:xfrm>
              <a:off x="265" y="2463"/>
              <a:ext cx="487" cy="0"/>
            </a:xfrm>
            <a:prstGeom prst="line">
              <a:avLst/>
            </a:prstGeom>
            <a:ln w="28575" cap="flat" cmpd="sng">
              <a:solidFill>
                <a:schemeClr val="tx1"/>
              </a:solidFill>
              <a:prstDash val="solid"/>
              <a:headEnd type="none" w="med" len="med"/>
              <a:tailEnd type="none" w="med" len="med"/>
            </a:ln>
          </p:spPr>
        </p:sp>
        <p:sp>
          <p:nvSpPr>
            <p:cNvPr id="200741" name="Line 208"/>
            <p:cNvSpPr/>
            <p:nvPr/>
          </p:nvSpPr>
          <p:spPr>
            <a:xfrm>
              <a:off x="265" y="2789"/>
              <a:ext cx="487" cy="0"/>
            </a:xfrm>
            <a:prstGeom prst="line">
              <a:avLst/>
            </a:prstGeom>
            <a:ln w="28575" cap="flat" cmpd="sng">
              <a:solidFill>
                <a:schemeClr val="tx1"/>
              </a:solidFill>
              <a:prstDash val="solid"/>
              <a:headEnd type="none" w="med" len="med"/>
              <a:tailEnd type="none" w="med" len="med"/>
            </a:ln>
          </p:spPr>
        </p:sp>
        <p:sp>
          <p:nvSpPr>
            <p:cNvPr id="200742" name="Line 209"/>
            <p:cNvSpPr/>
            <p:nvPr/>
          </p:nvSpPr>
          <p:spPr>
            <a:xfrm>
              <a:off x="265" y="3078"/>
              <a:ext cx="487" cy="0"/>
            </a:xfrm>
            <a:prstGeom prst="line">
              <a:avLst/>
            </a:prstGeom>
            <a:ln w="28575" cap="flat" cmpd="sng">
              <a:solidFill>
                <a:schemeClr val="tx1"/>
              </a:solidFill>
              <a:prstDash val="solid"/>
              <a:headEnd type="none" w="med" len="med"/>
              <a:tailEnd type="none" w="med" len="med"/>
            </a:ln>
          </p:spPr>
        </p:sp>
        <p:sp>
          <p:nvSpPr>
            <p:cNvPr id="200743" name="Line 211"/>
            <p:cNvSpPr/>
            <p:nvPr/>
          </p:nvSpPr>
          <p:spPr>
            <a:xfrm>
              <a:off x="2665" y="2745"/>
              <a:ext cx="600" cy="0"/>
            </a:xfrm>
            <a:prstGeom prst="line">
              <a:avLst/>
            </a:prstGeom>
            <a:ln w="28575" cap="flat" cmpd="sng">
              <a:solidFill>
                <a:schemeClr val="tx1"/>
              </a:solidFill>
              <a:prstDash val="solid"/>
              <a:headEnd type="none" w="med" len="med"/>
              <a:tailEnd type="none" w="med" len="med"/>
            </a:ln>
          </p:spPr>
        </p:sp>
        <p:sp>
          <p:nvSpPr>
            <p:cNvPr id="200744" name="Line 212"/>
            <p:cNvSpPr/>
            <p:nvPr/>
          </p:nvSpPr>
          <p:spPr>
            <a:xfrm>
              <a:off x="2665" y="3034"/>
              <a:ext cx="600" cy="0"/>
            </a:xfrm>
            <a:prstGeom prst="line">
              <a:avLst/>
            </a:prstGeom>
            <a:ln w="28575" cap="flat" cmpd="sng">
              <a:solidFill>
                <a:schemeClr val="tx1"/>
              </a:solidFill>
              <a:prstDash val="solid"/>
              <a:headEnd type="none" w="med" len="med"/>
              <a:tailEnd type="none" w="med" len="med"/>
            </a:ln>
          </p:spPr>
        </p:sp>
        <p:sp>
          <p:nvSpPr>
            <p:cNvPr id="200745" name="Line 213"/>
            <p:cNvSpPr/>
            <p:nvPr/>
          </p:nvSpPr>
          <p:spPr>
            <a:xfrm>
              <a:off x="2665" y="3322"/>
              <a:ext cx="600" cy="0"/>
            </a:xfrm>
            <a:prstGeom prst="line">
              <a:avLst/>
            </a:prstGeom>
            <a:ln w="28575" cap="flat" cmpd="sng">
              <a:solidFill>
                <a:schemeClr val="tx1"/>
              </a:solidFill>
              <a:prstDash val="solid"/>
              <a:headEnd type="none" w="med" len="med"/>
              <a:tailEnd type="none" w="med" len="med"/>
            </a:ln>
          </p:spPr>
        </p:sp>
        <p:sp>
          <p:nvSpPr>
            <p:cNvPr id="200746" name="Oval 214"/>
            <p:cNvSpPr/>
            <p:nvPr/>
          </p:nvSpPr>
          <p:spPr>
            <a:xfrm>
              <a:off x="630" y="993"/>
              <a:ext cx="120" cy="126"/>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47" name="Line 215"/>
            <p:cNvSpPr/>
            <p:nvPr/>
          </p:nvSpPr>
          <p:spPr>
            <a:xfrm>
              <a:off x="257" y="1330"/>
              <a:ext cx="488" cy="0"/>
            </a:xfrm>
            <a:prstGeom prst="line">
              <a:avLst/>
            </a:prstGeom>
            <a:ln w="28575" cap="flat" cmpd="sng">
              <a:solidFill>
                <a:schemeClr val="tx1"/>
              </a:solidFill>
              <a:prstDash val="solid"/>
              <a:headEnd type="none" w="med" len="med"/>
              <a:tailEnd type="none" w="med" len="med"/>
            </a:ln>
          </p:spPr>
        </p:sp>
        <p:sp>
          <p:nvSpPr>
            <p:cNvPr id="200748" name="Line 216"/>
            <p:cNvSpPr/>
            <p:nvPr/>
          </p:nvSpPr>
          <p:spPr>
            <a:xfrm flipV="1">
              <a:off x="263" y="758"/>
              <a:ext cx="482" cy="7"/>
            </a:xfrm>
            <a:prstGeom prst="line">
              <a:avLst/>
            </a:prstGeom>
            <a:ln w="28575" cap="flat" cmpd="sng">
              <a:solidFill>
                <a:schemeClr val="tx1"/>
              </a:solidFill>
              <a:prstDash val="solid"/>
              <a:headEnd type="none" w="med" len="med"/>
              <a:tailEnd type="none" w="med" len="med"/>
            </a:ln>
          </p:spPr>
        </p:sp>
        <p:sp>
          <p:nvSpPr>
            <p:cNvPr id="200749" name="Line 217"/>
            <p:cNvSpPr/>
            <p:nvPr/>
          </p:nvSpPr>
          <p:spPr>
            <a:xfrm>
              <a:off x="257" y="1582"/>
              <a:ext cx="488" cy="0"/>
            </a:xfrm>
            <a:prstGeom prst="line">
              <a:avLst/>
            </a:prstGeom>
            <a:ln w="28575" cap="flat" cmpd="sng">
              <a:solidFill>
                <a:schemeClr val="tx1"/>
              </a:solidFill>
              <a:prstDash val="solid"/>
              <a:headEnd type="none" w="med" len="med"/>
              <a:tailEnd type="none" w="med" len="med"/>
            </a:ln>
          </p:spPr>
        </p:sp>
        <p:sp>
          <p:nvSpPr>
            <p:cNvPr id="200750" name="Text Box 218"/>
            <p:cNvSpPr txBox="1"/>
            <p:nvPr/>
          </p:nvSpPr>
          <p:spPr>
            <a:xfrm>
              <a:off x="745" y="0"/>
              <a:ext cx="204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74LS194</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200751" name="Line 219"/>
            <p:cNvSpPr/>
            <p:nvPr/>
          </p:nvSpPr>
          <p:spPr>
            <a:xfrm flipV="1">
              <a:off x="266" y="1044"/>
              <a:ext cx="365" cy="7"/>
            </a:xfrm>
            <a:prstGeom prst="line">
              <a:avLst/>
            </a:prstGeom>
            <a:ln w="28575" cap="flat" cmpd="sng">
              <a:solidFill>
                <a:schemeClr val="tx1"/>
              </a:solidFill>
              <a:prstDash val="solid"/>
              <a:headEnd type="none" w="med" len="med"/>
              <a:tailEnd type="none" w="med" len="med"/>
            </a:ln>
          </p:spPr>
        </p:sp>
        <p:sp>
          <p:nvSpPr>
            <p:cNvPr id="200752" name="Line 222"/>
            <p:cNvSpPr/>
            <p:nvPr/>
          </p:nvSpPr>
          <p:spPr>
            <a:xfrm>
              <a:off x="257" y="1930"/>
              <a:ext cx="488" cy="0"/>
            </a:xfrm>
            <a:prstGeom prst="line">
              <a:avLst/>
            </a:prstGeom>
            <a:ln w="28575" cap="flat" cmpd="sng">
              <a:solidFill>
                <a:schemeClr val="tx1"/>
              </a:solidFill>
              <a:prstDash val="solid"/>
              <a:headEnd type="none" w="med" len="med"/>
              <a:tailEnd type="none" w="med" len="med"/>
            </a:ln>
          </p:spPr>
        </p:sp>
        <p:sp>
          <p:nvSpPr>
            <p:cNvPr id="200753" name="Line 224"/>
            <p:cNvSpPr/>
            <p:nvPr/>
          </p:nvSpPr>
          <p:spPr>
            <a:xfrm>
              <a:off x="265" y="3370"/>
              <a:ext cx="487" cy="0"/>
            </a:xfrm>
            <a:prstGeom prst="line">
              <a:avLst/>
            </a:prstGeom>
            <a:ln w="28575" cap="flat" cmpd="sng">
              <a:solidFill>
                <a:schemeClr val="tx1"/>
              </a:solidFill>
              <a:prstDash val="solid"/>
              <a:headEnd type="none" w="med" len="med"/>
              <a:tailEnd type="none" w="med" len="med"/>
            </a:ln>
          </p:spPr>
        </p:sp>
        <p:sp>
          <p:nvSpPr>
            <p:cNvPr id="200754" name="Text Box 225"/>
            <p:cNvSpPr txBox="1"/>
            <p:nvPr/>
          </p:nvSpPr>
          <p:spPr>
            <a:xfrm>
              <a:off x="675" y="3190"/>
              <a:ext cx="1030" cy="533"/>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a:t>
              </a:r>
              <a:r>
                <a:rPr lang="en-US" altLang="zh-CN" sz="1600" baseline="-25000">
                  <a:solidFill>
                    <a:schemeClr val="tx1"/>
                  </a:solidFill>
                  <a:latin typeface="黑体" panose="02010609060101010101" pitchFamily="2" charset="-122"/>
                  <a:ea typeface="黑体" panose="02010609060101010101" pitchFamily="2" charset="-122"/>
                </a:rPr>
                <a:t>IN</a:t>
              </a:r>
              <a:endParaRPr lang="en-US" altLang="zh-CN" sz="1600" baseline="-25000">
                <a:solidFill>
                  <a:schemeClr val="tx1"/>
                </a:solidFill>
                <a:latin typeface="黑体" panose="02010609060101010101" pitchFamily="2" charset="-122"/>
                <a:ea typeface="黑体" panose="02010609060101010101" pitchFamily="2" charset="-122"/>
              </a:endParaRPr>
            </a:p>
          </p:txBody>
        </p:sp>
      </p:grpSp>
      <p:sp>
        <p:nvSpPr>
          <p:cNvPr id="2" name="Text Box 144"/>
          <p:cNvSpPr txBox="1"/>
          <p:nvPr/>
        </p:nvSpPr>
        <p:spPr>
          <a:xfrm>
            <a:off x="252095" y="4534535"/>
            <a:ext cx="575246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a:solidFill>
                  <a:schemeClr val="tx1"/>
                </a:solidFill>
                <a:latin typeface="华文新魏" panose="02010800040101010101" pitchFamily="2" charset="-122"/>
                <a:ea typeface="华文新魏" panose="02010800040101010101" pitchFamily="2" charset="-122"/>
              </a:rPr>
              <a:t>因</a:t>
            </a: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a:solidFill>
                  <a:schemeClr val="tx1"/>
                </a:solidFill>
                <a:latin typeface="华文新魏" panose="02010800040101010101" pitchFamily="2" charset="-122"/>
                <a:ea typeface="华文新魏" panose="02010800040101010101" pitchFamily="2" charset="-122"/>
              </a:rPr>
              <a:t>具有多种移位功能是一种通用的移位</a:t>
            </a:r>
            <a:r>
              <a:rPr lang="zh-CN" altLang="en-US" sz="1800" b="1" dirty="0">
                <a:solidFill>
                  <a:schemeClr val="tx1"/>
                </a:solidFill>
                <a:latin typeface="华文新魏" panose="02010800040101010101" pitchFamily="2" charset="-122"/>
                <a:ea typeface="华文新魏" panose="02010800040101010101" pitchFamily="2" charset="-122"/>
              </a:rPr>
              <a:t>寄存器！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 name="Text Box 144"/>
          <p:cNvSpPr txBox="1"/>
          <p:nvPr/>
        </p:nvSpPr>
        <p:spPr>
          <a:xfrm>
            <a:off x="3996055" y="1418590"/>
            <a:ext cx="5752465" cy="78359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sz="1800" b="1">
                <a:solidFill>
                  <a:srgbClr val="FF0000"/>
                </a:solidFill>
                <a:latin typeface="华文新魏" panose="02010800040101010101" pitchFamily="2" charset="-122"/>
                <a:ea typeface="华文新魏" panose="02010800040101010101" pitchFamily="2" charset="-122"/>
              </a:rPr>
              <a:t>还有桶型</a:t>
            </a:r>
            <a:endParaRPr lang="zh-CN" sz="1800" b="1">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a:solidFill>
                  <a:srgbClr val="FF0000"/>
                </a:solidFill>
                <a:latin typeface="华文新魏" panose="02010800040101010101" pitchFamily="2" charset="-122"/>
                <a:ea typeface="华文新魏" panose="02010800040101010101" pitchFamily="2" charset="-122"/>
              </a:rPr>
              <a:t>移位</a:t>
            </a:r>
            <a:r>
              <a:rPr lang="zh-CN" altLang="en-US" sz="1800" b="1" dirty="0">
                <a:solidFill>
                  <a:srgbClr val="FF0000"/>
                </a:solidFill>
                <a:latin typeface="华文新魏" panose="02010800040101010101" pitchFamily="2" charset="-122"/>
                <a:ea typeface="华文新魏" panose="02010800040101010101" pitchFamily="2" charset="-122"/>
              </a:rPr>
              <a:t>寄存器！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0723"/>
                                        </p:tgtEl>
                                        <p:attrNameLst>
                                          <p:attrName>style.visibility</p:attrName>
                                        </p:attrNameLst>
                                      </p:cBhvr>
                                      <p:to>
                                        <p:strVal val="visible"/>
                                      </p:to>
                                    </p:set>
                                    <p:anim calcmode="lin" valueType="num">
                                      <p:cBhvr additive="base">
                                        <p:cTn id="7" dur="500" fill="hold"/>
                                        <p:tgtEl>
                                          <p:spTgt spid="200723"/>
                                        </p:tgtEl>
                                        <p:attrNameLst>
                                          <p:attrName>ppt_x</p:attrName>
                                        </p:attrNameLst>
                                      </p:cBhvr>
                                      <p:tavLst>
                                        <p:tav tm="0">
                                          <p:val>
                                            <p:strVal val="#ppt_x"/>
                                          </p:val>
                                        </p:tav>
                                        <p:tav tm="100000">
                                          <p:val>
                                            <p:strVal val="#ppt_x"/>
                                          </p:val>
                                        </p:tav>
                                      </p:tavLst>
                                    </p:anim>
                                    <p:anim calcmode="lin" valueType="num">
                                      <p:cBhvr additive="base">
                                        <p:cTn id="8" dur="500" fill="hold"/>
                                        <p:tgtEl>
                                          <p:spTgt spid="2007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0707"/>
                                        </p:tgtEl>
                                        <p:attrNameLst>
                                          <p:attrName>style.visibility</p:attrName>
                                        </p:attrNameLst>
                                      </p:cBhvr>
                                      <p:to>
                                        <p:strVal val="visible"/>
                                      </p:to>
                                    </p:set>
                                    <p:anim calcmode="lin" valueType="num">
                                      <p:cBhvr additive="base">
                                        <p:cTn id="13" dur="500" fill="hold"/>
                                        <p:tgtEl>
                                          <p:spTgt spid="200707"/>
                                        </p:tgtEl>
                                        <p:attrNameLst>
                                          <p:attrName>ppt_x</p:attrName>
                                        </p:attrNameLst>
                                      </p:cBhvr>
                                      <p:tavLst>
                                        <p:tav tm="0">
                                          <p:val>
                                            <p:strVal val="#ppt_x"/>
                                          </p:val>
                                        </p:tav>
                                        <p:tav tm="100000">
                                          <p:val>
                                            <p:strVal val="#ppt_x"/>
                                          </p:val>
                                        </p:tav>
                                      </p:tavLst>
                                    </p:anim>
                                    <p:anim calcmode="lin" valueType="num">
                                      <p:cBhvr additive="base">
                                        <p:cTn id="14" dur="500" fill="hold"/>
                                        <p:tgtEl>
                                          <p:spTgt spid="20070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0708"/>
                                        </p:tgtEl>
                                        <p:attrNameLst>
                                          <p:attrName>style.visibility</p:attrName>
                                        </p:attrNameLst>
                                      </p:cBhvr>
                                      <p:to>
                                        <p:strVal val="visible"/>
                                      </p:to>
                                    </p:set>
                                    <p:anim calcmode="lin" valueType="num">
                                      <p:cBhvr additive="base">
                                        <p:cTn id="19" dur="500" fill="hold"/>
                                        <p:tgtEl>
                                          <p:spTgt spid="200708"/>
                                        </p:tgtEl>
                                        <p:attrNameLst>
                                          <p:attrName>ppt_x</p:attrName>
                                        </p:attrNameLst>
                                      </p:cBhvr>
                                      <p:tavLst>
                                        <p:tav tm="0">
                                          <p:val>
                                            <p:strVal val="#ppt_x"/>
                                          </p:val>
                                        </p:tav>
                                        <p:tav tm="100000">
                                          <p:val>
                                            <p:strVal val="#ppt_x"/>
                                          </p:val>
                                        </p:tav>
                                      </p:tavLst>
                                    </p:anim>
                                    <p:anim calcmode="lin" valueType="num">
                                      <p:cBhvr additive="base">
                                        <p:cTn id="20" dur="500" fill="hold"/>
                                        <p:tgtEl>
                                          <p:spTgt spid="2007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0709"/>
                                        </p:tgtEl>
                                        <p:attrNameLst>
                                          <p:attrName>style.visibility</p:attrName>
                                        </p:attrNameLst>
                                      </p:cBhvr>
                                      <p:to>
                                        <p:strVal val="visible"/>
                                      </p:to>
                                    </p:set>
                                    <p:anim calcmode="lin" valueType="num">
                                      <p:cBhvr additive="base">
                                        <p:cTn id="25" dur="500" fill="hold"/>
                                        <p:tgtEl>
                                          <p:spTgt spid="200709"/>
                                        </p:tgtEl>
                                        <p:attrNameLst>
                                          <p:attrName>ppt_x</p:attrName>
                                        </p:attrNameLst>
                                      </p:cBhvr>
                                      <p:tavLst>
                                        <p:tav tm="0">
                                          <p:val>
                                            <p:strVal val="#ppt_x"/>
                                          </p:val>
                                        </p:tav>
                                        <p:tav tm="100000">
                                          <p:val>
                                            <p:strVal val="#ppt_x"/>
                                          </p:val>
                                        </p:tav>
                                      </p:tavLst>
                                    </p:anim>
                                    <p:anim calcmode="lin" valueType="num">
                                      <p:cBhvr additive="base">
                                        <p:cTn id="26" dur="500" fill="hold"/>
                                        <p:tgtEl>
                                          <p:spTgt spid="20070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p:bldP spid="200708" grpId="0"/>
      <p:bldP spid="2" grpId="0"/>
      <p:bldP spid="2" grpId="1"/>
      <p:bldP spid="3" grpId="0"/>
      <p:bldP spid="3"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a:xfrm>
            <a:off x="339725" y="530225"/>
            <a:ext cx="6553200" cy="80010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3)  MSI</a:t>
            </a:r>
            <a:r>
              <a:rPr lang="zh-CN" altLang="en-US" sz="2000" b="1" dirty="0">
                <a:latin typeface="华文新魏" panose="02010800040101010101" pitchFamily="2" charset="-122"/>
                <a:ea typeface="华文新魏" panose="02010800040101010101" pitchFamily="2" charset="-122"/>
              </a:rPr>
              <a:t>寄存器应用举例</a:t>
            </a:r>
            <a:r>
              <a:rPr lang="en-US" altLang="zh-CN" sz="2000" b="1" baseline="3000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数据串并行的转换</a:t>
            </a:r>
            <a:endParaRPr lang="zh-CN" altLang="en-US" sz="2000" b="1" dirty="0">
              <a:latin typeface="华文新魏" panose="02010800040101010101" pitchFamily="2" charset="-122"/>
              <a:ea typeface="华文新魏" panose="02010800040101010101" pitchFamily="2" charset="-122"/>
            </a:endParaRPr>
          </a:p>
        </p:txBody>
      </p:sp>
      <p:sp>
        <p:nvSpPr>
          <p:cNvPr id="201731" name="Text Box 148"/>
          <p:cNvSpPr txBox="1"/>
          <p:nvPr/>
        </p:nvSpPr>
        <p:spPr>
          <a:xfrm>
            <a:off x="3082925" y="4332288"/>
            <a:ext cx="4114800" cy="36830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两个模块间数据传送图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01732" name="Group 4"/>
          <p:cNvGrpSpPr/>
          <p:nvPr/>
        </p:nvGrpSpPr>
        <p:grpSpPr>
          <a:xfrm>
            <a:off x="960438" y="1203325"/>
            <a:ext cx="7283450" cy="2968625"/>
            <a:chOff x="0" y="0"/>
            <a:chExt cx="11760" cy="4899"/>
          </a:xfrm>
        </p:grpSpPr>
        <p:sp>
          <p:nvSpPr>
            <p:cNvPr id="201733" name="Text Box 9"/>
            <p:cNvSpPr txBox="1"/>
            <p:nvPr/>
          </p:nvSpPr>
          <p:spPr>
            <a:xfrm>
              <a:off x="9360" y="3549"/>
              <a:ext cx="240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201734" name="Rectangle 14"/>
            <p:cNvSpPr/>
            <p:nvPr/>
          </p:nvSpPr>
          <p:spPr>
            <a:xfrm>
              <a:off x="204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5" name="Text Box 15"/>
            <p:cNvSpPr txBox="1"/>
            <p:nvPr/>
          </p:nvSpPr>
          <p:spPr>
            <a:xfrm>
              <a:off x="1553" y="1029"/>
              <a:ext cx="2323" cy="528"/>
            </a:xfrm>
            <a:prstGeom prst="rect">
              <a:avLst/>
            </a:prstGeom>
            <a:noFill/>
            <a:ln w="28575">
              <a:noFill/>
            </a:ln>
          </p:spPr>
          <p:txBody>
            <a:bodyPr>
              <a:spAutoFit/>
            </a:bodyPr>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6" name="Rectangle 18"/>
            <p:cNvSpPr/>
            <p:nvPr/>
          </p:nvSpPr>
          <p:spPr>
            <a:xfrm>
              <a:off x="2040" y="3551"/>
              <a:ext cx="1440" cy="12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7" name="Text Box 19"/>
            <p:cNvSpPr txBox="1"/>
            <p:nvPr/>
          </p:nvSpPr>
          <p:spPr>
            <a:xfrm>
              <a:off x="1818" y="3603"/>
              <a:ext cx="1833" cy="786"/>
            </a:xfrm>
            <a:prstGeom prst="rect">
              <a:avLst/>
            </a:prstGeom>
            <a:noFill/>
            <a:ln w="28575">
              <a:noFill/>
            </a:ln>
          </p:spPr>
          <p:txBody>
            <a:bodyPr>
              <a:spAutoFit/>
            </a:bodyPr>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endParaRPr lang="zh-CN" altLang="en-US" sz="1400" dirty="0">
                <a:solidFill>
                  <a:schemeClr val="tx1"/>
                </a:solidFill>
                <a:latin typeface="华文新魏" panose="02010800040101010101" pitchFamily="2" charset="-122"/>
                <a:ea typeface="华文新魏" panose="02010800040101010101" pitchFamily="2" charset="-122"/>
              </a:endParaRPr>
            </a:p>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并－串</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8" name="Text Box 20"/>
            <p:cNvSpPr txBox="1"/>
            <p:nvPr/>
          </p:nvSpPr>
          <p:spPr>
            <a:xfrm>
              <a:off x="2295" y="4240"/>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9" name="Line 21"/>
            <p:cNvSpPr/>
            <p:nvPr/>
          </p:nvSpPr>
          <p:spPr>
            <a:xfrm>
              <a:off x="2722" y="1929"/>
              <a:ext cx="0" cy="1614"/>
            </a:xfrm>
            <a:prstGeom prst="line">
              <a:avLst/>
            </a:prstGeom>
            <a:ln w="28575" cap="flat" cmpd="sng">
              <a:solidFill>
                <a:schemeClr val="tx1"/>
              </a:solidFill>
              <a:prstDash val="solid"/>
              <a:headEnd type="none" w="med" len="med"/>
              <a:tailEnd type="triangle" w="med" len="med"/>
            </a:ln>
          </p:spPr>
        </p:sp>
        <p:sp>
          <p:nvSpPr>
            <p:cNvPr id="201740" name="Line 22"/>
            <p:cNvSpPr/>
            <p:nvPr/>
          </p:nvSpPr>
          <p:spPr>
            <a:xfrm rot="8100000">
              <a:off x="2457" y="2649"/>
              <a:ext cx="480" cy="0"/>
            </a:xfrm>
            <a:prstGeom prst="line">
              <a:avLst/>
            </a:prstGeom>
            <a:ln w="28575" cap="flat" cmpd="sng">
              <a:solidFill>
                <a:schemeClr val="tx1"/>
              </a:solidFill>
              <a:prstDash val="solid"/>
              <a:headEnd type="none" w="med" len="med"/>
              <a:tailEnd type="none" w="med" len="med"/>
            </a:ln>
          </p:spPr>
        </p:sp>
        <p:sp>
          <p:nvSpPr>
            <p:cNvPr id="201741" name="Rectangle 25"/>
            <p:cNvSpPr/>
            <p:nvPr/>
          </p:nvSpPr>
          <p:spPr>
            <a:xfrm>
              <a:off x="756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2" name="Text Box 26"/>
            <p:cNvSpPr txBox="1"/>
            <p:nvPr/>
          </p:nvSpPr>
          <p:spPr>
            <a:xfrm>
              <a:off x="7299" y="1010"/>
              <a:ext cx="2019" cy="528"/>
            </a:xfrm>
            <a:prstGeom prst="rect">
              <a:avLst/>
            </a:prstGeom>
            <a:noFill/>
            <a:ln w="28575">
              <a:noFill/>
            </a:ln>
          </p:spPr>
          <p:txBody>
            <a:bodyPr>
              <a:spAutoFit/>
            </a:bodyPr>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3" name="Rectangle 29"/>
            <p:cNvSpPr/>
            <p:nvPr/>
          </p:nvSpPr>
          <p:spPr>
            <a:xfrm>
              <a:off x="7560" y="35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4" name="Text Box 30"/>
            <p:cNvSpPr txBox="1"/>
            <p:nvPr/>
          </p:nvSpPr>
          <p:spPr>
            <a:xfrm>
              <a:off x="7410" y="3639"/>
              <a:ext cx="1754" cy="724"/>
            </a:xfrm>
            <a:prstGeom prst="rect">
              <a:avLst/>
            </a:prstGeom>
            <a:noFill/>
            <a:ln w="28575">
              <a:noFill/>
            </a:ln>
          </p:spPr>
          <p:txBody>
            <a:bodyPr>
              <a:spAutoFit/>
            </a:bodyPr>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endParaRPr lang="zh-CN" altLang="en-US" sz="1400" dirty="0">
                <a:solidFill>
                  <a:schemeClr val="tx1"/>
                </a:solidFill>
                <a:latin typeface="华文新魏" panose="02010800040101010101" pitchFamily="2" charset="-122"/>
                <a:ea typeface="华文新魏" panose="02010800040101010101" pitchFamily="2" charset="-122"/>
              </a:endParaRPr>
            </a:p>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串－并</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5" name="Text Box 31"/>
            <p:cNvSpPr txBox="1"/>
            <p:nvPr/>
          </p:nvSpPr>
          <p:spPr>
            <a:xfrm>
              <a:off x="7861" y="4179"/>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6" name="Line 32"/>
            <p:cNvSpPr/>
            <p:nvPr/>
          </p:nvSpPr>
          <p:spPr>
            <a:xfrm>
              <a:off x="8242" y="1929"/>
              <a:ext cx="0" cy="1661"/>
            </a:xfrm>
            <a:prstGeom prst="line">
              <a:avLst/>
            </a:prstGeom>
            <a:ln w="28575" cap="flat" cmpd="sng">
              <a:solidFill>
                <a:schemeClr val="tx1"/>
              </a:solidFill>
              <a:prstDash val="solid"/>
              <a:headEnd type="none" w="med" len="med"/>
              <a:tailEnd type="triangle" w="med" len="med"/>
            </a:ln>
          </p:spPr>
        </p:sp>
        <p:sp>
          <p:nvSpPr>
            <p:cNvPr id="201747" name="Line 33"/>
            <p:cNvSpPr/>
            <p:nvPr/>
          </p:nvSpPr>
          <p:spPr>
            <a:xfrm rot="8100000">
              <a:off x="7977" y="2649"/>
              <a:ext cx="480" cy="0"/>
            </a:xfrm>
            <a:prstGeom prst="line">
              <a:avLst/>
            </a:prstGeom>
            <a:ln w="28575" cap="flat" cmpd="sng">
              <a:solidFill>
                <a:schemeClr val="tx1"/>
              </a:solidFill>
              <a:prstDash val="solid"/>
              <a:headEnd type="none" w="med" len="med"/>
              <a:tailEnd type="none" w="med" len="med"/>
            </a:ln>
          </p:spPr>
        </p:sp>
        <p:sp>
          <p:nvSpPr>
            <p:cNvPr id="201748" name="AutoShape 34"/>
            <p:cNvSpPr/>
            <p:nvPr/>
          </p:nvSpPr>
          <p:spPr>
            <a:xfrm>
              <a:off x="7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9" name="AutoShape 35"/>
            <p:cNvSpPr/>
            <p:nvPr/>
          </p:nvSpPr>
          <p:spPr>
            <a:xfrm>
              <a:off x="91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50" name="Text Box 36"/>
            <p:cNvSpPr txBox="1"/>
            <p:nvPr/>
          </p:nvSpPr>
          <p:spPr>
            <a:xfrm>
              <a:off x="0" y="3550"/>
              <a:ext cx="2058"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endParaRPr lang="zh-CN" altLang="en-US" sz="1400" b="1" dirty="0">
                <a:solidFill>
                  <a:schemeClr val="tx1"/>
                </a:solidFill>
                <a:latin typeface="华文新魏" panose="02010800040101010101" pitchFamily="2" charset="-122"/>
                <a:ea typeface="华文新魏" panose="02010800040101010101" pitchFamily="2" charset="-122"/>
              </a:endParaRPr>
            </a:p>
          </p:txBody>
        </p:sp>
        <p:sp>
          <p:nvSpPr>
            <p:cNvPr id="201751" name="Text Box 131"/>
            <p:cNvSpPr txBox="1"/>
            <p:nvPr/>
          </p:nvSpPr>
          <p:spPr>
            <a:xfrm>
              <a:off x="1800" y="39"/>
              <a:ext cx="1800"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rgbClr val="FF0000"/>
                  </a:solidFill>
                  <a:latin typeface="华文新魏" panose="02010800040101010101" pitchFamily="2" charset="-122"/>
                  <a:ea typeface="华文新魏" panose="02010800040101010101" pitchFamily="2" charset="-122"/>
                </a:rPr>
                <a:t>源模块</a:t>
              </a:r>
              <a:endParaRPr lang="zh-CN" altLang="en-US" sz="1400" b="1" dirty="0">
                <a:solidFill>
                  <a:srgbClr val="FF0000"/>
                </a:solidFill>
                <a:latin typeface="华文新魏" panose="02010800040101010101" pitchFamily="2" charset="-122"/>
                <a:ea typeface="华文新魏" panose="02010800040101010101" pitchFamily="2" charset="-122"/>
              </a:endParaRPr>
            </a:p>
          </p:txBody>
        </p:sp>
        <p:sp>
          <p:nvSpPr>
            <p:cNvPr id="201752" name="Text Box 132"/>
            <p:cNvSpPr txBox="1"/>
            <p:nvPr/>
          </p:nvSpPr>
          <p:spPr>
            <a:xfrm>
              <a:off x="7162" y="0"/>
              <a:ext cx="2559" cy="508"/>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sz="1400" b="1" dirty="0">
                  <a:solidFill>
                    <a:srgbClr val="0000CC"/>
                  </a:solidFill>
                  <a:latin typeface="华文新魏" panose="02010800040101010101" pitchFamily="2" charset="-122"/>
                  <a:ea typeface="华文新魏" panose="02010800040101010101" pitchFamily="2" charset="-122"/>
                </a:rPr>
                <a:t>目的模块</a:t>
              </a:r>
              <a:endParaRPr lang="zh-CN" altLang="en-US" sz="1400" b="1" dirty="0">
                <a:solidFill>
                  <a:srgbClr val="0000CC"/>
                </a:solidFill>
                <a:latin typeface="华文新魏" panose="02010800040101010101" pitchFamily="2" charset="-122"/>
                <a:ea typeface="华文新魏" panose="02010800040101010101" pitchFamily="2" charset="-122"/>
              </a:endParaRPr>
            </a:p>
          </p:txBody>
        </p:sp>
        <p:sp>
          <p:nvSpPr>
            <p:cNvPr id="201753" name="Line 134"/>
            <p:cNvSpPr/>
            <p:nvPr/>
          </p:nvSpPr>
          <p:spPr>
            <a:xfrm>
              <a:off x="3480" y="1119"/>
              <a:ext cx="1982" cy="0"/>
            </a:xfrm>
            <a:prstGeom prst="line">
              <a:avLst/>
            </a:prstGeom>
            <a:ln w="28575" cap="flat" cmpd="sng">
              <a:solidFill>
                <a:schemeClr val="tx1"/>
              </a:solidFill>
              <a:prstDash val="solid"/>
              <a:headEnd type="none" w="med" len="med"/>
              <a:tailEnd type="none" w="med" len="med"/>
            </a:ln>
          </p:spPr>
        </p:sp>
        <p:sp>
          <p:nvSpPr>
            <p:cNvPr id="201754" name="Line 135"/>
            <p:cNvSpPr/>
            <p:nvPr/>
          </p:nvSpPr>
          <p:spPr>
            <a:xfrm>
              <a:off x="5975" y="1119"/>
              <a:ext cx="1587" cy="0"/>
            </a:xfrm>
            <a:prstGeom prst="line">
              <a:avLst/>
            </a:prstGeom>
            <a:ln w="28575" cap="flat" cmpd="sng">
              <a:solidFill>
                <a:schemeClr val="tx1"/>
              </a:solidFill>
              <a:prstDash val="solid"/>
              <a:headEnd type="none" w="med" len="med"/>
              <a:tailEnd type="triangle" w="med" len="med"/>
            </a:ln>
          </p:spPr>
        </p:sp>
        <p:sp>
          <p:nvSpPr>
            <p:cNvPr id="201755" name="Freeform 136"/>
            <p:cNvSpPr/>
            <p:nvPr/>
          </p:nvSpPr>
          <p:spPr>
            <a:xfrm flipH="1">
              <a:off x="552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56" name="Freeform 137"/>
            <p:cNvSpPr/>
            <p:nvPr/>
          </p:nvSpPr>
          <p:spPr>
            <a:xfrm flipH="1">
              <a:off x="576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57" name="Line 139"/>
            <p:cNvSpPr/>
            <p:nvPr/>
          </p:nvSpPr>
          <p:spPr>
            <a:xfrm>
              <a:off x="3480" y="1659"/>
              <a:ext cx="1982" cy="0"/>
            </a:xfrm>
            <a:prstGeom prst="line">
              <a:avLst/>
            </a:prstGeom>
            <a:ln w="28575" cap="flat" cmpd="sng">
              <a:solidFill>
                <a:schemeClr val="accent2"/>
              </a:solidFill>
              <a:prstDash val="solid"/>
              <a:headEnd type="none" w="med" len="med"/>
              <a:tailEnd type="none" w="med" len="med"/>
            </a:ln>
          </p:spPr>
        </p:sp>
        <p:sp>
          <p:nvSpPr>
            <p:cNvPr id="201758" name="Line 140"/>
            <p:cNvSpPr/>
            <p:nvPr/>
          </p:nvSpPr>
          <p:spPr>
            <a:xfrm>
              <a:off x="5955" y="1659"/>
              <a:ext cx="1587" cy="0"/>
            </a:xfrm>
            <a:prstGeom prst="line">
              <a:avLst/>
            </a:prstGeom>
            <a:ln w="28575" cap="flat" cmpd="sng">
              <a:solidFill>
                <a:schemeClr val="accent2"/>
              </a:solidFill>
              <a:prstDash val="solid"/>
              <a:headEnd type="none" w="med" len="med"/>
              <a:tailEnd type="triangle" w="med" len="med"/>
            </a:ln>
          </p:spPr>
        </p:sp>
        <p:sp>
          <p:nvSpPr>
            <p:cNvPr id="201759" name="Freeform 141"/>
            <p:cNvSpPr/>
            <p:nvPr/>
          </p:nvSpPr>
          <p:spPr>
            <a:xfrm flipH="1">
              <a:off x="552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201760" name="Freeform 142"/>
            <p:cNvSpPr/>
            <p:nvPr/>
          </p:nvSpPr>
          <p:spPr>
            <a:xfrm flipH="1">
              <a:off x="576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201761" name="Line 144"/>
            <p:cNvSpPr/>
            <p:nvPr/>
          </p:nvSpPr>
          <p:spPr>
            <a:xfrm>
              <a:off x="3480" y="4089"/>
              <a:ext cx="1982" cy="0"/>
            </a:xfrm>
            <a:prstGeom prst="line">
              <a:avLst/>
            </a:prstGeom>
            <a:ln w="28575" cap="flat" cmpd="sng">
              <a:solidFill>
                <a:schemeClr val="tx1"/>
              </a:solidFill>
              <a:prstDash val="solid"/>
              <a:headEnd type="none" w="med" len="med"/>
              <a:tailEnd type="none" w="med" len="med"/>
            </a:ln>
          </p:spPr>
        </p:sp>
        <p:sp>
          <p:nvSpPr>
            <p:cNvPr id="201762" name="Line 145"/>
            <p:cNvSpPr/>
            <p:nvPr/>
          </p:nvSpPr>
          <p:spPr>
            <a:xfrm>
              <a:off x="5955" y="4089"/>
              <a:ext cx="1587" cy="0"/>
            </a:xfrm>
            <a:prstGeom prst="line">
              <a:avLst/>
            </a:prstGeom>
            <a:ln w="28575" cap="flat" cmpd="sng">
              <a:solidFill>
                <a:schemeClr val="tx1"/>
              </a:solidFill>
              <a:prstDash val="solid"/>
              <a:headEnd type="none" w="med" len="med"/>
              <a:tailEnd type="triangle" w="med" len="med"/>
            </a:ln>
          </p:spPr>
        </p:sp>
        <p:sp>
          <p:nvSpPr>
            <p:cNvPr id="201763" name="Freeform 146"/>
            <p:cNvSpPr/>
            <p:nvPr/>
          </p:nvSpPr>
          <p:spPr>
            <a:xfrm flipH="1">
              <a:off x="552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64" name="Freeform 147"/>
            <p:cNvSpPr/>
            <p:nvPr/>
          </p:nvSpPr>
          <p:spPr>
            <a:xfrm flipH="1">
              <a:off x="576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01765" name="Text Box 149"/>
            <p:cNvSpPr txBox="1"/>
            <p:nvPr/>
          </p:nvSpPr>
          <p:spPr>
            <a:xfrm>
              <a:off x="4080" y="584"/>
              <a:ext cx="144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CLK</a:t>
              </a:r>
              <a:endParaRPr lang="en-US" altLang="zh-CN" sz="1400" b="1">
                <a:solidFill>
                  <a:schemeClr val="tx1"/>
                </a:solidFill>
                <a:latin typeface="华文新魏" panose="02010800040101010101" pitchFamily="2" charset="-122"/>
                <a:ea typeface="华文新魏" panose="02010800040101010101" pitchFamily="2" charset="-122"/>
              </a:endParaRPr>
            </a:p>
          </p:txBody>
        </p:sp>
        <p:sp>
          <p:nvSpPr>
            <p:cNvPr id="201766" name="Text Box 150"/>
            <p:cNvSpPr txBox="1"/>
            <p:nvPr/>
          </p:nvSpPr>
          <p:spPr>
            <a:xfrm>
              <a:off x="2760" y="2486"/>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7</a:t>
              </a:r>
              <a:endParaRPr lang="en-US" altLang="zh-CN" sz="1400" b="1" baseline="-25000">
                <a:solidFill>
                  <a:schemeClr val="tx1"/>
                </a:solidFill>
                <a:latin typeface="华文新魏" panose="02010800040101010101" pitchFamily="2" charset="-122"/>
                <a:ea typeface="华文新魏" panose="02010800040101010101" pitchFamily="2" charset="-122"/>
              </a:endParaRPr>
            </a:p>
          </p:txBody>
        </p:sp>
        <p:sp>
          <p:nvSpPr>
            <p:cNvPr id="201767" name="Text Box 151"/>
            <p:cNvSpPr txBox="1"/>
            <p:nvPr/>
          </p:nvSpPr>
          <p:spPr>
            <a:xfrm>
              <a:off x="4080" y="3571"/>
              <a:ext cx="240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SDATA</a:t>
              </a:r>
              <a:endParaRPr lang="en-US" altLang="zh-CN" sz="1400" b="1">
                <a:solidFill>
                  <a:schemeClr val="tx1"/>
                </a:solidFill>
                <a:latin typeface="华文新魏" panose="02010800040101010101" pitchFamily="2" charset="-122"/>
                <a:ea typeface="华文新魏" panose="02010800040101010101" pitchFamily="2" charset="-122"/>
              </a:endParaRPr>
            </a:p>
          </p:txBody>
        </p:sp>
        <p:sp>
          <p:nvSpPr>
            <p:cNvPr id="201768" name="Line 300"/>
            <p:cNvSpPr/>
            <p:nvPr/>
          </p:nvSpPr>
          <p:spPr>
            <a:xfrm>
              <a:off x="240" y="669"/>
              <a:ext cx="3840" cy="0"/>
            </a:xfrm>
            <a:prstGeom prst="line">
              <a:avLst/>
            </a:prstGeom>
            <a:ln w="28575" cap="flat" cmpd="sng">
              <a:solidFill>
                <a:srgbClr val="FF0000"/>
              </a:solidFill>
              <a:prstDash val="lgDash"/>
              <a:headEnd type="none" w="med" len="med"/>
              <a:tailEnd type="none" w="med" len="med"/>
            </a:ln>
          </p:spPr>
        </p:sp>
        <p:sp>
          <p:nvSpPr>
            <p:cNvPr id="201769" name="Line 301"/>
            <p:cNvSpPr/>
            <p:nvPr/>
          </p:nvSpPr>
          <p:spPr>
            <a:xfrm>
              <a:off x="240" y="4899"/>
              <a:ext cx="3840" cy="0"/>
            </a:xfrm>
            <a:prstGeom prst="line">
              <a:avLst/>
            </a:prstGeom>
            <a:ln w="28575" cap="flat" cmpd="sng">
              <a:solidFill>
                <a:srgbClr val="FF0000"/>
              </a:solidFill>
              <a:prstDash val="lgDash"/>
              <a:headEnd type="none" w="med" len="med"/>
              <a:tailEnd type="none" w="med" len="med"/>
            </a:ln>
          </p:spPr>
        </p:sp>
        <p:sp>
          <p:nvSpPr>
            <p:cNvPr id="201770" name="Line 302"/>
            <p:cNvSpPr/>
            <p:nvPr/>
          </p:nvSpPr>
          <p:spPr>
            <a:xfrm flipH="1">
              <a:off x="4080" y="669"/>
              <a:ext cx="0" cy="4230"/>
            </a:xfrm>
            <a:prstGeom prst="line">
              <a:avLst/>
            </a:prstGeom>
            <a:ln w="28575" cap="flat" cmpd="sng">
              <a:solidFill>
                <a:srgbClr val="FF0000"/>
              </a:solidFill>
              <a:prstDash val="lgDash"/>
              <a:headEnd type="none" w="med" len="med"/>
              <a:tailEnd type="none" w="med" len="med"/>
            </a:ln>
          </p:spPr>
        </p:sp>
        <p:sp>
          <p:nvSpPr>
            <p:cNvPr id="201771" name="Line 303"/>
            <p:cNvSpPr/>
            <p:nvPr/>
          </p:nvSpPr>
          <p:spPr>
            <a:xfrm>
              <a:off x="6960" y="669"/>
              <a:ext cx="3840" cy="0"/>
            </a:xfrm>
            <a:prstGeom prst="line">
              <a:avLst/>
            </a:prstGeom>
            <a:ln w="28575" cap="flat" cmpd="sng">
              <a:solidFill>
                <a:srgbClr val="0000CC"/>
              </a:solidFill>
              <a:prstDash val="lgDash"/>
              <a:headEnd type="none" w="med" len="med"/>
              <a:tailEnd type="none" w="med" len="med"/>
            </a:ln>
          </p:spPr>
        </p:sp>
        <p:sp>
          <p:nvSpPr>
            <p:cNvPr id="201772" name="Line 304"/>
            <p:cNvSpPr/>
            <p:nvPr/>
          </p:nvSpPr>
          <p:spPr>
            <a:xfrm>
              <a:off x="6960" y="4899"/>
              <a:ext cx="3840" cy="0"/>
            </a:xfrm>
            <a:prstGeom prst="line">
              <a:avLst/>
            </a:prstGeom>
            <a:ln w="28575" cap="flat" cmpd="sng">
              <a:solidFill>
                <a:srgbClr val="0000CC"/>
              </a:solidFill>
              <a:prstDash val="lgDash"/>
              <a:headEnd type="none" w="med" len="med"/>
              <a:tailEnd type="none" w="med" len="med"/>
            </a:ln>
          </p:spPr>
        </p:sp>
        <p:sp>
          <p:nvSpPr>
            <p:cNvPr id="201773" name="Line 305"/>
            <p:cNvSpPr/>
            <p:nvPr/>
          </p:nvSpPr>
          <p:spPr>
            <a:xfrm flipH="1">
              <a:off x="6960" y="669"/>
              <a:ext cx="0" cy="4230"/>
            </a:xfrm>
            <a:prstGeom prst="line">
              <a:avLst/>
            </a:prstGeom>
            <a:ln w="28575" cap="flat" cmpd="sng">
              <a:solidFill>
                <a:srgbClr val="0000CC"/>
              </a:solidFill>
              <a:prstDash val="lgDash"/>
              <a:headEnd type="none" w="med" len="med"/>
              <a:tailEnd type="none" w="med" len="med"/>
            </a:ln>
          </p:spPr>
        </p:sp>
        <p:sp>
          <p:nvSpPr>
            <p:cNvPr id="201774" name="Text Box 307"/>
            <p:cNvSpPr txBox="1"/>
            <p:nvPr/>
          </p:nvSpPr>
          <p:spPr>
            <a:xfrm>
              <a:off x="8400" y="2487"/>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0</a:t>
              </a:r>
              <a:endParaRPr lang="en-US" altLang="zh-CN" sz="1400" b="1" baseline="-25000">
                <a:solidFill>
                  <a:schemeClr val="tx1"/>
                </a:solidFill>
                <a:latin typeface="华文新魏" panose="02010800040101010101" pitchFamily="2" charset="-122"/>
                <a:ea typeface="华文新魏" panose="02010800040101010101" pitchFamily="2" charset="-122"/>
              </a:endParaRPr>
            </a:p>
          </p:txBody>
        </p:sp>
        <p:sp>
          <p:nvSpPr>
            <p:cNvPr id="201775" name="Text Box 308"/>
            <p:cNvSpPr txBox="1"/>
            <p:nvPr/>
          </p:nvSpPr>
          <p:spPr>
            <a:xfrm>
              <a:off x="4080" y="1140"/>
              <a:ext cx="1560" cy="508"/>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accent2"/>
                  </a:solidFill>
                  <a:latin typeface="华文新魏" panose="02010800040101010101" pitchFamily="2" charset="-122"/>
                  <a:ea typeface="华文新魏" panose="02010800040101010101" pitchFamily="2" charset="-122"/>
                </a:rPr>
                <a:t>/SYNC</a:t>
              </a:r>
              <a:endParaRPr lang="en-US" altLang="zh-CN" sz="1400" b="1">
                <a:solidFill>
                  <a:schemeClr val="accent2"/>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a:xfrm>
            <a:off x="690563" y="485775"/>
            <a:ext cx="70104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Ring/Twisted</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a:t>
            </a:r>
            <a:endParaRPr lang="zh-CN" altLang="en-US" sz="2000" b="1" dirty="0">
              <a:latin typeface="华文新魏" panose="02010800040101010101" pitchFamily="2" charset="-122"/>
              <a:ea typeface="华文新魏" panose="02010800040101010101" pitchFamily="2" charset="-122"/>
            </a:endParaRPr>
          </a:p>
        </p:txBody>
      </p:sp>
      <p:sp>
        <p:nvSpPr>
          <p:cNvPr id="202755" name="Rectangle 4"/>
          <p:cNvSpPr/>
          <p:nvPr/>
        </p:nvSpPr>
        <p:spPr>
          <a:xfrm>
            <a:off x="1049020" y="842963"/>
            <a:ext cx="609600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由移位寄存器和逻辑门组成。</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6" name="Text Box 106"/>
          <p:cNvSpPr txBox="1"/>
          <p:nvPr/>
        </p:nvSpPr>
        <p:spPr>
          <a:xfrm>
            <a:off x="2424113" y="4371975"/>
            <a:ext cx="6019800" cy="400050"/>
          </a:xfrm>
          <a:prstGeom prst="rect">
            <a:avLst/>
          </a:prstGeom>
          <a:noFill/>
          <a:ln w="28575">
            <a:noFill/>
          </a:ln>
        </p:spPr>
        <p:txBody>
          <a:bodyPr>
            <a:spAutoFit/>
          </a:bodyPr>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四输出移位型节拍分配器逻辑图</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grpSp>
        <p:nvGrpSpPr>
          <p:cNvPr id="202758" name="Group 6"/>
          <p:cNvGrpSpPr/>
          <p:nvPr/>
        </p:nvGrpSpPr>
        <p:grpSpPr>
          <a:xfrm>
            <a:off x="1050925" y="1227138"/>
            <a:ext cx="7553325" cy="3119437"/>
            <a:chOff x="0" y="0"/>
            <a:chExt cx="11895" cy="4913"/>
          </a:xfrm>
        </p:grpSpPr>
        <p:sp>
          <p:nvSpPr>
            <p:cNvPr id="202767" name="Line 7"/>
            <p:cNvSpPr/>
            <p:nvPr/>
          </p:nvSpPr>
          <p:spPr>
            <a:xfrm rot="-5400000" flipH="1">
              <a:off x="-44" y="2787"/>
              <a:ext cx="1076" cy="0"/>
            </a:xfrm>
            <a:prstGeom prst="line">
              <a:avLst/>
            </a:prstGeom>
            <a:ln w="28575" cap="flat" cmpd="sng">
              <a:solidFill>
                <a:schemeClr val="tx1"/>
              </a:solidFill>
              <a:prstDash val="solid"/>
              <a:headEnd type="none" w="med" len="med"/>
              <a:tailEnd type="none" w="med" len="med"/>
            </a:ln>
          </p:spPr>
        </p:sp>
        <p:sp>
          <p:nvSpPr>
            <p:cNvPr id="202768" name="Line 8"/>
            <p:cNvSpPr/>
            <p:nvPr/>
          </p:nvSpPr>
          <p:spPr>
            <a:xfrm rot="-5400000">
              <a:off x="77" y="885"/>
              <a:ext cx="850" cy="0"/>
            </a:xfrm>
            <a:prstGeom prst="line">
              <a:avLst/>
            </a:prstGeom>
            <a:ln w="28575" cap="flat" cmpd="sng">
              <a:solidFill>
                <a:schemeClr val="tx1"/>
              </a:solidFill>
              <a:prstDash val="solid"/>
              <a:headEnd type="none" w="med" len="med"/>
              <a:tailEnd type="none" w="med" len="med"/>
            </a:ln>
          </p:spPr>
        </p:sp>
        <p:sp>
          <p:nvSpPr>
            <p:cNvPr id="202769" name="Line 9"/>
            <p:cNvSpPr/>
            <p:nvPr/>
          </p:nvSpPr>
          <p:spPr>
            <a:xfrm rot="-5400000" flipH="1">
              <a:off x="1023" y="2754"/>
              <a:ext cx="1021" cy="0"/>
            </a:xfrm>
            <a:prstGeom prst="line">
              <a:avLst/>
            </a:prstGeom>
            <a:ln w="28575" cap="flat" cmpd="sng">
              <a:solidFill>
                <a:srgbClr val="0000CC"/>
              </a:solidFill>
              <a:prstDash val="solid"/>
              <a:headEnd type="none" w="med" len="med"/>
              <a:tailEnd type="none" w="med" len="med"/>
            </a:ln>
          </p:spPr>
        </p:sp>
        <p:sp>
          <p:nvSpPr>
            <p:cNvPr id="202770" name="Rectangle 11"/>
            <p:cNvSpPr/>
            <p:nvPr/>
          </p:nvSpPr>
          <p:spPr>
            <a:xfrm rot="-5400000">
              <a:off x="461"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1" name="Text Box 12"/>
            <p:cNvSpPr txBox="1"/>
            <p:nvPr/>
          </p:nvSpPr>
          <p:spPr>
            <a:xfrm>
              <a:off x="330"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2" name="Text Box 13"/>
            <p:cNvSpPr txBox="1"/>
            <p:nvPr/>
          </p:nvSpPr>
          <p:spPr>
            <a:xfrm>
              <a:off x="330"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3" name="AutoShape 14"/>
            <p:cNvSpPr/>
            <p:nvPr/>
          </p:nvSpPr>
          <p:spPr>
            <a:xfrm>
              <a:off x="1445"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4" name="Text Box 15"/>
            <p:cNvSpPr txBox="1"/>
            <p:nvPr/>
          </p:nvSpPr>
          <p:spPr>
            <a:xfrm>
              <a:off x="1102" y="1872"/>
              <a:ext cx="11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5" name="Text Box 16"/>
            <p:cNvSpPr txBox="1"/>
            <p:nvPr/>
          </p:nvSpPr>
          <p:spPr>
            <a:xfrm>
              <a:off x="1321"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6" name="Text Box 17"/>
            <p:cNvSpPr txBox="1"/>
            <p:nvPr/>
          </p:nvSpPr>
          <p:spPr>
            <a:xfrm>
              <a:off x="1101" y="1603"/>
              <a:ext cx="1388"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77" name="Line 19"/>
            <p:cNvSpPr/>
            <p:nvPr/>
          </p:nvSpPr>
          <p:spPr>
            <a:xfrm rot="-10800000" flipH="1">
              <a:off x="1955" y="1758"/>
              <a:ext cx="378" cy="0"/>
            </a:xfrm>
            <a:prstGeom prst="line">
              <a:avLst/>
            </a:prstGeom>
            <a:ln w="28575" cap="flat" cmpd="sng">
              <a:solidFill>
                <a:srgbClr val="FF0000"/>
              </a:solidFill>
              <a:prstDash val="solid"/>
              <a:headEnd type="none" w="med" len="med"/>
              <a:tailEnd type="none" w="med" len="med"/>
            </a:ln>
          </p:spPr>
        </p:sp>
        <p:sp>
          <p:nvSpPr>
            <p:cNvPr id="202778" name="Line 20"/>
            <p:cNvSpPr/>
            <p:nvPr/>
          </p:nvSpPr>
          <p:spPr>
            <a:xfrm>
              <a:off x="1541" y="3258"/>
              <a:ext cx="9032" cy="0"/>
            </a:xfrm>
            <a:prstGeom prst="line">
              <a:avLst/>
            </a:prstGeom>
            <a:ln w="28575" cap="flat" cmpd="sng">
              <a:solidFill>
                <a:srgbClr val="0000CC"/>
              </a:solidFill>
              <a:prstDash val="solid"/>
              <a:headEnd type="none" w="med" len="med"/>
              <a:tailEnd type="none" w="med" len="med"/>
            </a:ln>
          </p:spPr>
        </p:sp>
        <p:sp>
          <p:nvSpPr>
            <p:cNvPr id="202779" name="Line 21"/>
            <p:cNvSpPr/>
            <p:nvPr/>
          </p:nvSpPr>
          <p:spPr>
            <a:xfrm>
              <a:off x="2312" y="1752"/>
              <a:ext cx="2" cy="1232"/>
            </a:xfrm>
            <a:prstGeom prst="line">
              <a:avLst/>
            </a:prstGeom>
            <a:ln w="28575" cap="flat" cmpd="sng">
              <a:solidFill>
                <a:srgbClr val="FF0000"/>
              </a:solidFill>
              <a:prstDash val="solid"/>
              <a:headEnd type="none" w="med" len="med"/>
              <a:tailEnd type="none" w="med" len="med"/>
            </a:ln>
          </p:spPr>
        </p:sp>
        <p:sp>
          <p:nvSpPr>
            <p:cNvPr id="202780" name="Line 22"/>
            <p:cNvSpPr/>
            <p:nvPr/>
          </p:nvSpPr>
          <p:spPr>
            <a:xfrm rot="-5400000" flipH="1">
              <a:off x="2875" y="2505"/>
              <a:ext cx="527" cy="0"/>
            </a:xfrm>
            <a:prstGeom prst="line">
              <a:avLst/>
            </a:prstGeom>
            <a:ln w="28575" cap="flat" cmpd="sng">
              <a:solidFill>
                <a:schemeClr val="tx1"/>
              </a:solidFill>
              <a:prstDash val="solid"/>
              <a:headEnd type="none" w="med" len="med"/>
              <a:tailEnd type="none" w="med" len="med"/>
            </a:ln>
          </p:spPr>
        </p:sp>
        <p:sp>
          <p:nvSpPr>
            <p:cNvPr id="202781" name="Line 23"/>
            <p:cNvSpPr/>
            <p:nvPr/>
          </p:nvSpPr>
          <p:spPr>
            <a:xfrm rot="-5340000">
              <a:off x="2728" y="885"/>
              <a:ext cx="850" cy="0"/>
            </a:xfrm>
            <a:prstGeom prst="line">
              <a:avLst/>
            </a:prstGeom>
            <a:ln w="28575" cap="flat" cmpd="sng">
              <a:solidFill>
                <a:schemeClr val="tx1"/>
              </a:solidFill>
              <a:prstDash val="solid"/>
              <a:headEnd type="none" w="med" len="med"/>
              <a:tailEnd type="none" w="med" len="med"/>
            </a:ln>
          </p:spPr>
        </p:sp>
        <p:sp>
          <p:nvSpPr>
            <p:cNvPr id="202782" name="Rectangle 25"/>
            <p:cNvSpPr/>
            <p:nvPr/>
          </p:nvSpPr>
          <p:spPr>
            <a:xfrm rot="-5400000">
              <a:off x="3118" y="1084"/>
              <a:ext cx="1134"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3" name="Text Box 26"/>
            <p:cNvSpPr txBox="1"/>
            <p:nvPr/>
          </p:nvSpPr>
          <p:spPr>
            <a:xfrm>
              <a:off x="2984" y="1962"/>
              <a:ext cx="354"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4" name="Text Box 27"/>
            <p:cNvSpPr txBox="1"/>
            <p:nvPr/>
          </p:nvSpPr>
          <p:spPr>
            <a:xfrm>
              <a:off x="2984" y="1307"/>
              <a:ext cx="35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5" name="AutoShape 28"/>
            <p:cNvSpPr/>
            <p:nvPr/>
          </p:nvSpPr>
          <p:spPr>
            <a:xfrm>
              <a:off x="4111" y="2340"/>
              <a:ext cx="164"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6" name="Text Box 29"/>
            <p:cNvSpPr txBox="1"/>
            <p:nvPr/>
          </p:nvSpPr>
          <p:spPr>
            <a:xfrm>
              <a:off x="3755" y="1872"/>
              <a:ext cx="145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7" name="Text Box 30"/>
            <p:cNvSpPr txBox="1"/>
            <p:nvPr/>
          </p:nvSpPr>
          <p:spPr>
            <a:xfrm>
              <a:off x="3976" y="1300"/>
              <a:ext cx="35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8" name="Text Box 31"/>
            <p:cNvSpPr txBox="1"/>
            <p:nvPr/>
          </p:nvSpPr>
          <p:spPr>
            <a:xfrm>
              <a:off x="3756" y="1603"/>
              <a:ext cx="14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89" name="Line 33"/>
            <p:cNvSpPr/>
            <p:nvPr/>
          </p:nvSpPr>
          <p:spPr>
            <a:xfrm rot="-10800000" flipH="1">
              <a:off x="4627" y="1767"/>
              <a:ext cx="379" cy="0"/>
            </a:xfrm>
            <a:prstGeom prst="line">
              <a:avLst/>
            </a:prstGeom>
            <a:ln w="28575" cap="flat" cmpd="sng">
              <a:solidFill>
                <a:srgbClr val="FF0000"/>
              </a:solidFill>
              <a:prstDash val="solid"/>
              <a:headEnd type="none" w="med" len="med"/>
              <a:tailEnd type="none" w="med" len="med"/>
            </a:ln>
          </p:spPr>
        </p:sp>
        <p:sp>
          <p:nvSpPr>
            <p:cNvPr id="202790" name="Line 34"/>
            <p:cNvSpPr/>
            <p:nvPr/>
          </p:nvSpPr>
          <p:spPr>
            <a:xfrm flipH="1">
              <a:off x="2590" y="2765"/>
              <a:ext cx="550" cy="0"/>
            </a:xfrm>
            <a:prstGeom prst="line">
              <a:avLst/>
            </a:prstGeom>
            <a:ln w="28575" cap="flat" cmpd="sng">
              <a:solidFill>
                <a:schemeClr val="tx1"/>
              </a:solidFill>
              <a:prstDash val="solid"/>
              <a:headEnd type="none" w="med" len="med"/>
              <a:tailEnd type="none" w="med" len="med"/>
            </a:ln>
          </p:spPr>
        </p:sp>
        <p:sp>
          <p:nvSpPr>
            <p:cNvPr id="202791" name="Line 35"/>
            <p:cNvSpPr/>
            <p:nvPr/>
          </p:nvSpPr>
          <p:spPr>
            <a:xfrm>
              <a:off x="4983" y="1752"/>
              <a:ext cx="2" cy="1232"/>
            </a:xfrm>
            <a:prstGeom prst="line">
              <a:avLst/>
            </a:prstGeom>
            <a:ln w="28575" cap="flat" cmpd="sng">
              <a:solidFill>
                <a:srgbClr val="FF0000"/>
              </a:solidFill>
              <a:prstDash val="solid"/>
              <a:headEnd type="none" w="med" len="med"/>
              <a:tailEnd type="none" w="med" len="med"/>
            </a:ln>
          </p:spPr>
        </p:sp>
        <p:sp>
          <p:nvSpPr>
            <p:cNvPr id="202792" name="Line 36"/>
            <p:cNvSpPr/>
            <p:nvPr/>
          </p:nvSpPr>
          <p:spPr>
            <a:xfrm>
              <a:off x="3145" y="684"/>
              <a:ext cx="2093" cy="0"/>
            </a:xfrm>
            <a:prstGeom prst="line">
              <a:avLst/>
            </a:prstGeom>
            <a:ln w="28575" cap="flat" cmpd="sng">
              <a:solidFill>
                <a:schemeClr val="tx1"/>
              </a:solidFill>
              <a:prstDash val="solid"/>
              <a:headEnd type="none" w="med" len="med"/>
              <a:tailEnd type="none" w="med" len="med"/>
            </a:ln>
          </p:spPr>
        </p:sp>
        <p:sp>
          <p:nvSpPr>
            <p:cNvPr id="202793" name="Line 37"/>
            <p:cNvSpPr/>
            <p:nvPr/>
          </p:nvSpPr>
          <p:spPr>
            <a:xfrm>
              <a:off x="509" y="684"/>
              <a:ext cx="2093" cy="0"/>
            </a:xfrm>
            <a:prstGeom prst="line">
              <a:avLst/>
            </a:prstGeom>
            <a:ln w="28575" cap="flat" cmpd="sng">
              <a:solidFill>
                <a:schemeClr val="tx1"/>
              </a:solidFill>
              <a:prstDash val="solid"/>
              <a:headEnd type="none" w="med" len="med"/>
              <a:tailEnd type="none" w="med" len="med"/>
            </a:ln>
          </p:spPr>
        </p:sp>
        <p:sp>
          <p:nvSpPr>
            <p:cNvPr id="202794" name="Line 39"/>
            <p:cNvSpPr/>
            <p:nvPr/>
          </p:nvSpPr>
          <p:spPr>
            <a:xfrm rot="-5400000" flipH="1">
              <a:off x="5502" y="2505"/>
              <a:ext cx="527" cy="0"/>
            </a:xfrm>
            <a:prstGeom prst="line">
              <a:avLst/>
            </a:prstGeom>
            <a:ln w="28575" cap="flat" cmpd="sng">
              <a:solidFill>
                <a:schemeClr val="tx1"/>
              </a:solidFill>
              <a:prstDash val="solid"/>
              <a:headEnd type="none" w="med" len="med"/>
              <a:tailEnd type="none" w="med" len="med"/>
            </a:ln>
          </p:spPr>
        </p:sp>
        <p:sp>
          <p:nvSpPr>
            <p:cNvPr id="202795" name="Line 40"/>
            <p:cNvSpPr/>
            <p:nvPr/>
          </p:nvSpPr>
          <p:spPr>
            <a:xfrm rot="-5400000">
              <a:off x="5355" y="885"/>
              <a:ext cx="850" cy="0"/>
            </a:xfrm>
            <a:prstGeom prst="line">
              <a:avLst/>
            </a:prstGeom>
            <a:ln w="28575" cap="flat" cmpd="sng">
              <a:solidFill>
                <a:schemeClr val="tx1"/>
              </a:solidFill>
              <a:prstDash val="solid"/>
              <a:headEnd type="none" w="med" len="med"/>
              <a:tailEnd type="none" w="med" len="med"/>
            </a:ln>
          </p:spPr>
        </p:sp>
        <p:sp>
          <p:nvSpPr>
            <p:cNvPr id="202796" name="Rectangle 42"/>
            <p:cNvSpPr/>
            <p:nvPr/>
          </p:nvSpPr>
          <p:spPr>
            <a:xfrm rot="-5400000">
              <a:off x="5743"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97" name="Text Box 43"/>
            <p:cNvSpPr txBox="1"/>
            <p:nvPr/>
          </p:nvSpPr>
          <p:spPr>
            <a:xfrm>
              <a:off x="5612"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98" name="Text Box 44"/>
            <p:cNvSpPr txBox="1"/>
            <p:nvPr/>
          </p:nvSpPr>
          <p:spPr>
            <a:xfrm>
              <a:off x="5612"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799" name="AutoShape 45"/>
            <p:cNvSpPr/>
            <p:nvPr/>
          </p:nvSpPr>
          <p:spPr>
            <a:xfrm>
              <a:off x="6727" y="2352"/>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00" name="Text Box 46"/>
            <p:cNvSpPr txBox="1"/>
            <p:nvPr/>
          </p:nvSpPr>
          <p:spPr>
            <a:xfrm>
              <a:off x="6384" y="1872"/>
              <a:ext cx="120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1" name="Text Box 47"/>
            <p:cNvSpPr txBox="1"/>
            <p:nvPr/>
          </p:nvSpPr>
          <p:spPr>
            <a:xfrm>
              <a:off x="6603"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2" name="Text Box 48"/>
            <p:cNvSpPr txBox="1"/>
            <p:nvPr/>
          </p:nvSpPr>
          <p:spPr>
            <a:xfrm>
              <a:off x="6383" y="1603"/>
              <a:ext cx="1206"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03" name="Line 50"/>
            <p:cNvSpPr/>
            <p:nvPr/>
          </p:nvSpPr>
          <p:spPr>
            <a:xfrm rot="-10800000" flipH="1">
              <a:off x="7255" y="1767"/>
              <a:ext cx="378" cy="0"/>
            </a:xfrm>
            <a:prstGeom prst="line">
              <a:avLst/>
            </a:prstGeom>
            <a:ln w="28575" cap="flat" cmpd="sng">
              <a:solidFill>
                <a:srgbClr val="FF0000"/>
              </a:solidFill>
              <a:prstDash val="solid"/>
              <a:headEnd type="none" w="med" len="med"/>
              <a:tailEnd type="none" w="med" len="med"/>
            </a:ln>
          </p:spPr>
        </p:sp>
        <p:sp>
          <p:nvSpPr>
            <p:cNvPr id="202804" name="Line 51"/>
            <p:cNvSpPr/>
            <p:nvPr/>
          </p:nvSpPr>
          <p:spPr>
            <a:xfrm flipH="1">
              <a:off x="5216" y="2765"/>
              <a:ext cx="551" cy="0"/>
            </a:xfrm>
            <a:prstGeom prst="line">
              <a:avLst/>
            </a:prstGeom>
            <a:ln w="28575" cap="flat" cmpd="sng">
              <a:solidFill>
                <a:schemeClr val="tx1"/>
              </a:solidFill>
              <a:prstDash val="solid"/>
              <a:headEnd type="none" w="med" len="med"/>
              <a:tailEnd type="none" w="med" len="med"/>
            </a:ln>
          </p:spPr>
        </p:sp>
        <p:sp>
          <p:nvSpPr>
            <p:cNvPr id="202805" name="Line 52"/>
            <p:cNvSpPr/>
            <p:nvPr/>
          </p:nvSpPr>
          <p:spPr>
            <a:xfrm>
              <a:off x="7610" y="1752"/>
              <a:ext cx="3" cy="1232"/>
            </a:xfrm>
            <a:prstGeom prst="line">
              <a:avLst/>
            </a:prstGeom>
            <a:ln w="28575" cap="flat" cmpd="sng">
              <a:solidFill>
                <a:srgbClr val="FF0000"/>
              </a:solidFill>
              <a:prstDash val="solid"/>
              <a:headEnd type="none" w="med" len="med"/>
              <a:tailEnd type="none" w="med" len="med"/>
            </a:ln>
          </p:spPr>
        </p:sp>
        <p:sp>
          <p:nvSpPr>
            <p:cNvPr id="202806" name="Line 53"/>
            <p:cNvSpPr/>
            <p:nvPr/>
          </p:nvSpPr>
          <p:spPr>
            <a:xfrm>
              <a:off x="5773" y="684"/>
              <a:ext cx="2092" cy="0"/>
            </a:xfrm>
            <a:prstGeom prst="line">
              <a:avLst/>
            </a:prstGeom>
            <a:ln w="28575" cap="flat" cmpd="sng">
              <a:solidFill>
                <a:schemeClr val="tx1"/>
              </a:solidFill>
              <a:prstDash val="solid"/>
              <a:headEnd type="none" w="med" len="med"/>
              <a:tailEnd type="none" w="med" len="med"/>
            </a:ln>
          </p:spPr>
        </p:sp>
        <p:sp>
          <p:nvSpPr>
            <p:cNvPr id="202807" name="Line 54"/>
            <p:cNvSpPr/>
            <p:nvPr/>
          </p:nvSpPr>
          <p:spPr>
            <a:xfrm rot="-5400000" flipH="1">
              <a:off x="8104" y="2505"/>
              <a:ext cx="527" cy="0"/>
            </a:xfrm>
            <a:prstGeom prst="line">
              <a:avLst/>
            </a:prstGeom>
            <a:ln w="28575" cap="flat" cmpd="sng">
              <a:solidFill>
                <a:schemeClr val="tx1"/>
              </a:solidFill>
              <a:prstDash val="solid"/>
              <a:headEnd type="none" w="med" len="med"/>
              <a:tailEnd type="none" w="med" len="med"/>
            </a:ln>
          </p:spPr>
        </p:sp>
        <p:sp>
          <p:nvSpPr>
            <p:cNvPr id="202808" name="Line 55"/>
            <p:cNvSpPr/>
            <p:nvPr/>
          </p:nvSpPr>
          <p:spPr>
            <a:xfrm rot="-5400000">
              <a:off x="7957" y="885"/>
              <a:ext cx="850" cy="0"/>
            </a:xfrm>
            <a:prstGeom prst="line">
              <a:avLst/>
            </a:prstGeom>
            <a:ln w="28575" cap="flat" cmpd="sng">
              <a:solidFill>
                <a:schemeClr val="tx1"/>
              </a:solidFill>
              <a:prstDash val="solid"/>
              <a:headEnd type="none" w="med" len="med"/>
              <a:tailEnd type="none" w="med" len="med"/>
            </a:ln>
          </p:spPr>
        </p:sp>
        <p:sp>
          <p:nvSpPr>
            <p:cNvPr id="202809" name="Line 56"/>
            <p:cNvSpPr/>
            <p:nvPr/>
          </p:nvSpPr>
          <p:spPr>
            <a:xfrm rot="5400000" flipH="1">
              <a:off x="1386" y="1033"/>
              <a:ext cx="307" cy="0"/>
            </a:xfrm>
            <a:prstGeom prst="line">
              <a:avLst/>
            </a:prstGeom>
            <a:ln w="28575" cap="flat" cmpd="sng">
              <a:solidFill>
                <a:schemeClr val="tx1"/>
              </a:solidFill>
              <a:prstDash val="solid"/>
              <a:headEnd type="none" w="med" len="med"/>
              <a:tailEnd type="none" w="med" len="med"/>
            </a:ln>
          </p:spPr>
        </p:sp>
        <p:sp>
          <p:nvSpPr>
            <p:cNvPr id="202810" name="Line 57"/>
            <p:cNvSpPr/>
            <p:nvPr/>
          </p:nvSpPr>
          <p:spPr>
            <a:xfrm rot="5400000" flipH="1">
              <a:off x="3917" y="1064"/>
              <a:ext cx="308" cy="0"/>
            </a:xfrm>
            <a:prstGeom prst="line">
              <a:avLst/>
            </a:prstGeom>
            <a:ln w="28575" cap="flat" cmpd="sng">
              <a:solidFill>
                <a:schemeClr val="tx1"/>
              </a:solidFill>
              <a:prstDash val="solid"/>
              <a:headEnd type="none" w="med" len="med"/>
              <a:tailEnd type="none" w="med" len="med"/>
            </a:ln>
          </p:spPr>
        </p:sp>
        <p:sp>
          <p:nvSpPr>
            <p:cNvPr id="202811" name="Line 58"/>
            <p:cNvSpPr/>
            <p:nvPr/>
          </p:nvSpPr>
          <p:spPr>
            <a:xfrm rot="5400000" flipH="1">
              <a:off x="6525" y="1057"/>
              <a:ext cx="307" cy="0"/>
            </a:xfrm>
            <a:prstGeom prst="line">
              <a:avLst/>
            </a:prstGeom>
            <a:ln w="28575" cap="flat" cmpd="sng">
              <a:solidFill>
                <a:schemeClr val="tx1"/>
              </a:solidFill>
              <a:prstDash val="solid"/>
              <a:headEnd type="none" w="med" len="med"/>
              <a:tailEnd type="none" w="med" len="med"/>
            </a:ln>
          </p:spPr>
        </p:sp>
        <p:sp>
          <p:nvSpPr>
            <p:cNvPr id="202812" name="Line 59"/>
            <p:cNvSpPr/>
            <p:nvPr/>
          </p:nvSpPr>
          <p:spPr>
            <a:xfrm rot="5400000" flipH="1">
              <a:off x="9277" y="1045"/>
              <a:ext cx="307" cy="0"/>
            </a:xfrm>
            <a:prstGeom prst="line">
              <a:avLst/>
            </a:prstGeom>
            <a:ln w="28575" cap="flat" cmpd="sng">
              <a:solidFill>
                <a:schemeClr val="tx1"/>
              </a:solidFill>
              <a:prstDash val="solid"/>
              <a:headEnd type="none" w="med" len="med"/>
              <a:tailEnd type="none" w="med" len="med"/>
            </a:ln>
          </p:spPr>
        </p:sp>
        <p:sp>
          <p:nvSpPr>
            <p:cNvPr id="202813" name="Rectangle 61"/>
            <p:cNvSpPr/>
            <p:nvPr/>
          </p:nvSpPr>
          <p:spPr>
            <a:xfrm rot="-5400000">
              <a:off x="8345"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4" name="Text Box 62"/>
            <p:cNvSpPr txBox="1"/>
            <p:nvPr/>
          </p:nvSpPr>
          <p:spPr>
            <a:xfrm>
              <a:off x="8214" y="1962"/>
              <a:ext cx="353"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5" name="Text Box 63"/>
            <p:cNvSpPr txBox="1"/>
            <p:nvPr/>
          </p:nvSpPr>
          <p:spPr>
            <a:xfrm>
              <a:off x="8214" y="1307"/>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6" name="AutoShape 64"/>
            <p:cNvSpPr/>
            <p:nvPr/>
          </p:nvSpPr>
          <p:spPr>
            <a:xfrm>
              <a:off x="9329"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7" name="Text Box 65"/>
            <p:cNvSpPr txBox="1"/>
            <p:nvPr/>
          </p:nvSpPr>
          <p:spPr>
            <a:xfrm>
              <a:off x="8986" y="1872"/>
              <a:ext cx="1209"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8" name="Text Box 66"/>
            <p:cNvSpPr txBox="1"/>
            <p:nvPr/>
          </p:nvSpPr>
          <p:spPr>
            <a:xfrm>
              <a:off x="9205" y="1300"/>
              <a:ext cx="355"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19" name="Text Box 67"/>
            <p:cNvSpPr txBox="1"/>
            <p:nvPr/>
          </p:nvSpPr>
          <p:spPr>
            <a:xfrm>
              <a:off x="8985" y="1603"/>
              <a:ext cx="110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20" name="Line 69"/>
            <p:cNvSpPr/>
            <p:nvPr/>
          </p:nvSpPr>
          <p:spPr>
            <a:xfrm rot="-10800000" flipH="1">
              <a:off x="9857" y="1767"/>
              <a:ext cx="378" cy="0"/>
            </a:xfrm>
            <a:prstGeom prst="line">
              <a:avLst/>
            </a:prstGeom>
            <a:ln w="28575" cap="flat" cmpd="sng">
              <a:solidFill>
                <a:srgbClr val="FF0000"/>
              </a:solidFill>
              <a:prstDash val="solid"/>
              <a:headEnd type="none" w="med" len="med"/>
              <a:tailEnd type="none" w="med" len="med"/>
            </a:ln>
          </p:spPr>
        </p:sp>
        <p:sp>
          <p:nvSpPr>
            <p:cNvPr id="202821" name="Line 70"/>
            <p:cNvSpPr/>
            <p:nvPr/>
          </p:nvSpPr>
          <p:spPr>
            <a:xfrm flipH="1">
              <a:off x="7818" y="2765"/>
              <a:ext cx="551" cy="0"/>
            </a:xfrm>
            <a:prstGeom prst="line">
              <a:avLst/>
            </a:prstGeom>
            <a:ln w="28575" cap="flat" cmpd="sng">
              <a:solidFill>
                <a:schemeClr val="tx1"/>
              </a:solidFill>
              <a:prstDash val="solid"/>
              <a:headEnd type="none" w="med" len="med"/>
              <a:tailEnd type="none" w="med" len="med"/>
            </a:ln>
          </p:spPr>
        </p:sp>
        <p:sp>
          <p:nvSpPr>
            <p:cNvPr id="202822" name="Line 71"/>
            <p:cNvSpPr/>
            <p:nvPr/>
          </p:nvSpPr>
          <p:spPr>
            <a:xfrm>
              <a:off x="10212" y="1752"/>
              <a:ext cx="3" cy="1232"/>
            </a:xfrm>
            <a:prstGeom prst="line">
              <a:avLst/>
            </a:prstGeom>
            <a:ln w="28575" cap="flat" cmpd="sng">
              <a:solidFill>
                <a:srgbClr val="FF0000"/>
              </a:solidFill>
              <a:prstDash val="solid"/>
              <a:headEnd type="none" w="med" len="med"/>
              <a:tailEnd type="none" w="med" len="med"/>
            </a:ln>
          </p:spPr>
        </p:sp>
        <p:sp>
          <p:nvSpPr>
            <p:cNvPr id="202823" name="Line 72"/>
            <p:cNvSpPr/>
            <p:nvPr/>
          </p:nvSpPr>
          <p:spPr>
            <a:xfrm>
              <a:off x="2590" y="684"/>
              <a:ext cx="0" cy="3645"/>
            </a:xfrm>
            <a:prstGeom prst="line">
              <a:avLst/>
            </a:prstGeom>
            <a:ln w="28575" cap="flat" cmpd="sng">
              <a:solidFill>
                <a:schemeClr val="tx1"/>
              </a:solidFill>
              <a:prstDash val="solid"/>
              <a:headEnd type="none" w="med" len="med"/>
              <a:tailEnd type="none" w="med" len="med"/>
            </a:ln>
          </p:spPr>
        </p:sp>
        <p:sp>
          <p:nvSpPr>
            <p:cNvPr id="202824" name="Line 73"/>
            <p:cNvSpPr/>
            <p:nvPr/>
          </p:nvSpPr>
          <p:spPr>
            <a:xfrm>
              <a:off x="5242" y="684"/>
              <a:ext cx="0" cy="3891"/>
            </a:xfrm>
            <a:prstGeom prst="line">
              <a:avLst/>
            </a:prstGeom>
            <a:ln w="28575" cap="flat" cmpd="sng">
              <a:solidFill>
                <a:schemeClr val="tx1"/>
              </a:solidFill>
              <a:prstDash val="solid"/>
              <a:headEnd type="none" w="med" len="med"/>
              <a:tailEnd type="none" w="med" len="med"/>
            </a:ln>
          </p:spPr>
        </p:sp>
        <p:sp>
          <p:nvSpPr>
            <p:cNvPr id="202825" name="Line 74"/>
            <p:cNvSpPr/>
            <p:nvPr/>
          </p:nvSpPr>
          <p:spPr>
            <a:xfrm>
              <a:off x="7844" y="673"/>
              <a:ext cx="0" cy="4209"/>
            </a:xfrm>
            <a:prstGeom prst="line">
              <a:avLst/>
            </a:prstGeom>
            <a:ln w="28575" cap="flat" cmpd="sng">
              <a:solidFill>
                <a:schemeClr val="tx1"/>
              </a:solidFill>
              <a:prstDash val="solid"/>
              <a:headEnd type="none" w="med" len="med"/>
              <a:tailEnd type="none" w="med" len="med"/>
            </a:ln>
          </p:spPr>
        </p:sp>
        <p:sp>
          <p:nvSpPr>
            <p:cNvPr id="202826" name="Line 75"/>
            <p:cNvSpPr/>
            <p:nvPr/>
          </p:nvSpPr>
          <p:spPr>
            <a:xfrm>
              <a:off x="2312" y="2963"/>
              <a:ext cx="8220" cy="0"/>
            </a:xfrm>
            <a:prstGeom prst="line">
              <a:avLst/>
            </a:prstGeom>
            <a:ln w="28575" cap="flat" cmpd="sng">
              <a:solidFill>
                <a:srgbClr val="FF0000"/>
              </a:solidFill>
              <a:prstDash val="solid"/>
              <a:headEnd type="none" w="med" len="med"/>
              <a:tailEnd type="none" w="med" len="med"/>
            </a:ln>
          </p:spPr>
        </p:sp>
        <p:sp>
          <p:nvSpPr>
            <p:cNvPr id="202827" name="Line 76"/>
            <p:cNvSpPr/>
            <p:nvPr/>
          </p:nvSpPr>
          <p:spPr>
            <a:xfrm>
              <a:off x="770" y="3960"/>
              <a:ext cx="0" cy="360"/>
            </a:xfrm>
            <a:prstGeom prst="line">
              <a:avLst/>
            </a:prstGeom>
            <a:ln w="28575" cap="flat" cmpd="sng">
              <a:solidFill>
                <a:schemeClr val="tx1"/>
              </a:solidFill>
              <a:prstDash val="solid"/>
              <a:headEnd type="none" w="med" len="med"/>
              <a:tailEnd type="none" w="med" len="med"/>
            </a:ln>
          </p:spPr>
        </p:sp>
        <p:sp>
          <p:nvSpPr>
            <p:cNvPr id="202828" name="Line 77"/>
            <p:cNvSpPr/>
            <p:nvPr/>
          </p:nvSpPr>
          <p:spPr>
            <a:xfrm>
              <a:off x="770" y="4320"/>
              <a:ext cx="1832" cy="0"/>
            </a:xfrm>
            <a:prstGeom prst="line">
              <a:avLst/>
            </a:prstGeom>
            <a:ln w="28575" cap="flat" cmpd="sng">
              <a:solidFill>
                <a:schemeClr val="tx1"/>
              </a:solidFill>
              <a:prstDash val="solid"/>
              <a:headEnd type="none" w="med" len="med"/>
              <a:tailEnd type="none" w="med" len="med"/>
            </a:ln>
          </p:spPr>
        </p:sp>
        <p:sp>
          <p:nvSpPr>
            <p:cNvPr id="202829" name="Line 78"/>
            <p:cNvSpPr/>
            <p:nvPr/>
          </p:nvSpPr>
          <p:spPr>
            <a:xfrm>
              <a:off x="488" y="3960"/>
              <a:ext cx="0" cy="630"/>
            </a:xfrm>
            <a:prstGeom prst="line">
              <a:avLst/>
            </a:prstGeom>
            <a:ln w="28575" cap="flat" cmpd="sng">
              <a:solidFill>
                <a:schemeClr val="tx1"/>
              </a:solidFill>
              <a:prstDash val="solid"/>
              <a:headEnd type="none" w="med" len="med"/>
              <a:tailEnd type="none" w="med" len="med"/>
            </a:ln>
          </p:spPr>
        </p:sp>
        <p:sp>
          <p:nvSpPr>
            <p:cNvPr id="202830" name="Line 79"/>
            <p:cNvSpPr/>
            <p:nvPr/>
          </p:nvSpPr>
          <p:spPr>
            <a:xfrm>
              <a:off x="488" y="4575"/>
              <a:ext cx="4786" cy="0"/>
            </a:xfrm>
            <a:prstGeom prst="line">
              <a:avLst/>
            </a:prstGeom>
            <a:ln w="28575" cap="flat" cmpd="sng">
              <a:solidFill>
                <a:schemeClr val="tx1"/>
              </a:solidFill>
              <a:prstDash val="solid"/>
              <a:headEnd type="none" w="med" len="med"/>
              <a:tailEnd type="none" w="med" len="med"/>
            </a:ln>
          </p:spPr>
        </p:sp>
        <p:sp>
          <p:nvSpPr>
            <p:cNvPr id="202831" name="Line 80"/>
            <p:cNvSpPr/>
            <p:nvPr/>
          </p:nvSpPr>
          <p:spPr>
            <a:xfrm>
              <a:off x="220" y="3960"/>
              <a:ext cx="0" cy="953"/>
            </a:xfrm>
            <a:prstGeom prst="line">
              <a:avLst/>
            </a:prstGeom>
            <a:ln w="28575" cap="flat" cmpd="sng">
              <a:solidFill>
                <a:schemeClr val="tx1"/>
              </a:solidFill>
              <a:prstDash val="solid"/>
              <a:headEnd type="none" w="med" len="med"/>
              <a:tailEnd type="none" w="med" len="med"/>
            </a:ln>
          </p:spPr>
        </p:sp>
        <p:sp>
          <p:nvSpPr>
            <p:cNvPr id="202832" name="Line 81"/>
            <p:cNvSpPr/>
            <p:nvPr/>
          </p:nvSpPr>
          <p:spPr>
            <a:xfrm>
              <a:off x="220" y="4879"/>
              <a:ext cx="7652" cy="0"/>
            </a:xfrm>
            <a:prstGeom prst="line">
              <a:avLst/>
            </a:prstGeom>
            <a:ln w="28575" cap="flat" cmpd="sng">
              <a:solidFill>
                <a:schemeClr val="tx1"/>
              </a:solidFill>
              <a:prstDash val="solid"/>
              <a:headEnd type="none" w="med" len="med"/>
              <a:tailEnd type="none" w="med" len="med"/>
            </a:ln>
          </p:spPr>
        </p:sp>
        <p:sp>
          <p:nvSpPr>
            <p:cNvPr id="202833" name="Text Box 82"/>
            <p:cNvSpPr txBox="1"/>
            <p:nvPr/>
          </p:nvSpPr>
          <p:spPr>
            <a:xfrm>
              <a:off x="220" y="0"/>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4" name="Rectangle 83"/>
            <p:cNvSpPr/>
            <p:nvPr/>
          </p:nvSpPr>
          <p:spPr>
            <a:xfrm>
              <a:off x="0" y="3423"/>
              <a:ext cx="991"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5" name="Oval 84"/>
            <p:cNvSpPr/>
            <p:nvPr/>
          </p:nvSpPr>
          <p:spPr>
            <a:xfrm rot="5400000">
              <a:off x="414" y="3275"/>
              <a:ext cx="127" cy="15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6" name="Text Box 85"/>
            <p:cNvSpPr txBox="1"/>
            <p:nvPr/>
          </p:nvSpPr>
          <p:spPr>
            <a:xfrm>
              <a:off x="110" y="3476"/>
              <a:ext cx="99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≥1</a:t>
              </a:r>
              <a:endParaRPr lang="en-US" altLang="zh-CN" sz="1400">
                <a:solidFill>
                  <a:schemeClr val="tx1"/>
                </a:solidFill>
                <a:latin typeface="黑体" panose="02010609060101010101" pitchFamily="2" charset="-122"/>
                <a:ea typeface="黑体" panose="02010609060101010101" pitchFamily="2" charset="-122"/>
              </a:endParaRPr>
            </a:p>
          </p:txBody>
        </p:sp>
        <p:sp>
          <p:nvSpPr>
            <p:cNvPr id="202837" name="Text Box 86"/>
            <p:cNvSpPr txBox="1"/>
            <p:nvPr/>
          </p:nvSpPr>
          <p:spPr>
            <a:xfrm>
              <a:off x="2863" y="18"/>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8" name="Text Box 87"/>
            <p:cNvSpPr txBox="1"/>
            <p:nvPr/>
          </p:nvSpPr>
          <p:spPr>
            <a:xfrm>
              <a:off x="5506" y="39"/>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9" name="Text Box 88"/>
            <p:cNvSpPr txBox="1"/>
            <p:nvPr/>
          </p:nvSpPr>
          <p:spPr>
            <a:xfrm>
              <a:off x="8104" y="54"/>
              <a:ext cx="771"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0" name="Text Box 89"/>
            <p:cNvSpPr txBox="1"/>
            <p:nvPr/>
          </p:nvSpPr>
          <p:spPr>
            <a:xfrm>
              <a:off x="10481" y="2680"/>
              <a:ext cx="132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1" name="Text Box 90"/>
            <p:cNvSpPr txBox="1"/>
            <p:nvPr/>
          </p:nvSpPr>
          <p:spPr>
            <a:xfrm>
              <a:off x="10573" y="3059"/>
              <a:ext cx="1322"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2" name="Line 91"/>
            <p:cNvSpPr/>
            <p:nvPr/>
          </p:nvSpPr>
          <p:spPr>
            <a:xfrm rot="-5400000" flipH="1" flipV="1">
              <a:off x="3792" y="2872"/>
              <a:ext cx="786" cy="9"/>
            </a:xfrm>
            <a:prstGeom prst="line">
              <a:avLst/>
            </a:prstGeom>
            <a:ln w="28575" cap="flat" cmpd="sng">
              <a:solidFill>
                <a:srgbClr val="0000CC"/>
              </a:solidFill>
              <a:prstDash val="solid"/>
              <a:headEnd type="none" w="med" len="med"/>
              <a:tailEnd type="none" w="med" len="med"/>
            </a:ln>
          </p:spPr>
        </p:sp>
        <p:sp>
          <p:nvSpPr>
            <p:cNvPr id="202843" name="Line 92"/>
            <p:cNvSpPr/>
            <p:nvPr/>
          </p:nvSpPr>
          <p:spPr>
            <a:xfrm rot="-5400000" flipH="1">
              <a:off x="6414" y="2847"/>
              <a:ext cx="768" cy="5"/>
            </a:xfrm>
            <a:prstGeom prst="line">
              <a:avLst/>
            </a:prstGeom>
            <a:ln w="28575" cap="flat" cmpd="sng">
              <a:solidFill>
                <a:srgbClr val="0000CC"/>
              </a:solidFill>
              <a:prstDash val="solid"/>
              <a:headEnd type="none" w="med" len="med"/>
              <a:tailEnd type="none" w="med" len="med"/>
            </a:ln>
          </p:spPr>
        </p:sp>
        <p:sp>
          <p:nvSpPr>
            <p:cNvPr id="202844" name="Line 93"/>
            <p:cNvSpPr/>
            <p:nvPr/>
          </p:nvSpPr>
          <p:spPr>
            <a:xfrm rot="-5400000" flipH="1" flipV="1">
              <a:off x="9001" y="2889"/>
              <a:ext cx="797" cy="0"/>
            </a:xfrm>
            <a:prstGeom prst="line">
              <a:avLst/>
            </a:prstGeom>
            <a:ln w="28575" cap="flat" cmpd="sng">
              <a:solidFill>
                <a:srgbClr val="0000CC"/>
              </a:solidFill>
              <a:prstDash val="solid"/>
              <a:headEnd type="none" w="med" len="med"/>
              <a:tailEnd type="none" w="med" len="med"/>
            </a:ln>
          </p:spPr>
        </p:sp>
        <p:sp>
          <p:nvSpPr>
            <p:cNvPr id="202845" name="Oval 94"/>
            <p:cNvSpPr/>
            <p:nvPr/>
          </p:nvSpPr>
          <p:spPr>
            <a:xfrm>
              <a:off x="5727" y="647"/>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6" name="Oval 95"/>
            <p:cNvSpPr/>
            <p:nvPr/>
          </p:nvSpPr>
          <p:spPr>
            <a:xfrm>
              <a:off x="10159"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7" name="Oval 96"/>
            <p:cNvSpPr/>
            <p:nvPr/>
          </p:nvSpPr>
          <p:spPr>
            <a:xfrm>
              <a:off x="9338"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8" name="Oval 97"/>
            <p:cNvSpPr/>
            <p:nvPr/>
          </p:nvSpPr>
          <p:spPr>
            <a:xfrm>
              <a:off x="6741" y="3220"/>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9" name="Oval 98"/>
            <p:cNvSpPr/>
            <p:nvPr/>
          </p:nvSpPr>
          <p:spPr>
            <a:xfrm>
              <a:off x="7557"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0" name="Oval 99"/>
            <p:cNvSpPr/>
            <p:nvPr/>
          </p:nvSpPr>
          <p:spPr>
            <a:xfrm>
              <a:off x="7796" y="2721"/>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1" name="Oval 100"/>
            <p:cNvSpPr/>
            <p:nvPr/>
          </p:nvSpPr>
          <p:spPr>
            <a:xfrm>
              <a:off x="5194" y="2703"/>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2" name="Oval 101"/>
            <p:cNvSpPr/>
            <p:nvPr/>
          </p:nvSpPr>
          <p:spPr>
            <a:xfrm>
              <a:off x="4933"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3" name="Oval 102"/>
            <p:cNvSpPr/>
            <p:nvPr/>
          </p:nvSpPr>
          <p:spPr>
            <a:xfrm>
              <a:off x="4116"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4" name="Oval 103"/>
            <p:cNvSpPr/>
            <p:nvPr/>
          </p:nvSpPr>
          <p:spPr>
            <a:xfrm>
              <a:off x="2556" y="2703"/>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5" name="Oval 104"/>
            <p:cNvSpPr/>
            <p:nvPr/>
          </p:nvSpPr>
          <p:spPr>
            <a:xfrm>
              <a:off x="463" y="628"/>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6" name="Oval 105"/>
            <p:cNvSpPr/>
            <p:nvPr/>
          </p:nvSpPr>
          <p:spPr>
            <a:xfrm>
              <a:off x="3129" y="632"/>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
        <p:nvSpPr>
          <p:cNvPr id="202759" name="Oval 78"/>
          <p:cNvSpPr/>
          <p:nvPr/>
        </p:nvSpPr>
        <p:spPr>
          <a:xfrm>
            <a:off x="3897313"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0" name="Oval 78"/>
          <p:cNvSpPr/>
          <p:nvPr/>
        </p:nvSpPr>
        <p:spPr>
          <a:xfrm>
            <a:off x="5553075"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1" name="Oval 78"/>
          <p:cNvSpPr/>
          <p:nvPr/>
        </p:nvSpPr>
        <p:spPr>
          <a:xfrm>
            <a:off x="7208838" y="2308225"/>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2" name="Oval 78"/>
          <p:cNvSpPr/>
          <p:nvPr/>
        </p:nvSpPr>
        <p:spPr>
          <a:xfrm>
            <a:off x="3581400" y="1992313"/>
            <a:ext cx="96838"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3" name="Oval 78"/>
          <p:cNvSpPr/>
          <p:nvPr/>
        </p:nvSpPr>
        <p:spPr>
          <a:xfrm>
            <a:off x="5253038" y="19954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4" name="Oval 78"/>
          <p:cNvSpPr/>
          <p:nvPr/>
        </p:nvSpPr>
        <p:spPr>
          <a:xfrm>
            <a:off x="1979613" y="1995488"/>
            <a:ext cx="96837"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5" name="Oval 78"/>
          <p:cNvSpPr/>
          <p:nvPr/>
        </p:nvSpPr>
        <p:spPr>
          <a:xfrm>
            <a:off x="2198688" y="2303463"/>
            <a:ext cx="98425"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6" name="Oval 78"/>
          <p:cNvSpPr/>
          <p:nvPr/>
        </p:nvSpPr>
        <p:spPr>
          <a:xfrm>
            <a:off x="6992938" y="19954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ppt_x"/>
                                          </p:val>
                                        </p:tav>
                                        <p:tav tm="100000">
                                          <p:val>
                                            <p:strVal val="#ppt_x"/>
                                          </p:val>
                                        </p:tav>
                                      </p:tavLst>
                                    </p:anim>
                                    <p:anim calcmode="lin" valueType="num">
                                      <p:cBhvr additive="base">
                                        <p:cTn id="8" dur="500" fill="hold"/>
                                        <p:tgtEl>
                                          <p:spTgt spid="2027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2756"/>
                                        </p:tgtEl>
                                        <p:attrNameLst>
                                          <p:attrName>style.visibility</p:attrName>
                                        </p:attrNameLst>
                                      </p:cBhvr>
                                      <p:to>
                                        <p:strVal val="visible"/>
                                      </p:to>
                                    </p:set>
                                    <p:anim calcmode="lin" valueType="num">
                                      <p:cBhvr additive="base">
                                        <p:cTn id="13" dur="500" fill="hold"/>
                                        <p:tgtEl>
                                          <p:spTgt spid="202756"/>
                                        </p:tgtEl>
                                        <p:attrNameLst>
                                          <p:attrName>ppt_x</p:attrName>
                                        </p:attrNameLst>
                                      </p:cBhvr>
                                      <p:tavLst>
                                        <p:tav tm="0">
                                          <p:val>
                                            <p:strVal val="#ppt_x"/>
                                          </p:val>
                                        </p:tav>
                                        <p:tav tm="100000">
                                          <p:val>
                                            <p:strVal val="#ppt_x"/>
                                          </p:val>
                                        </p:tav>
                                      </p:tavLst>
                                    </p:anim>
                                    <p:anim calcmode="lin" valueType="num">
                                      <p:cBhvr additive="base">
                                        <p:cTn id="14" dur="500" fill="hold"/>
                                        <p:tgtEl>
                                          <p:spTgt spid="20275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2757"/>
                                        </p:tgtEl>
                                        <p:attrNameLst>
                                          <p:attrName>style.visibility</p:attrName>
                                        </p:attrNameLst>
                                      </p:cBhvr>
                                      <p:to>
                                        <p:strVal val="visible"/>
                                      </p:to>
                                    </p:set>
                                    <p:anim calcmode="lin" valueType="num">
                                      <p:cBhvr additive="base">
                                        <p:cTn id="17" dur="500" fill="hold"/>
                                        <p:tgtEl>
                                          <p:spTgt spid="202757"/>
                                        </p:tgtEl>
                                        <p:attrNameLst>
                                          <p:attrName>ppt_x</p:attrName>
                                        </p:attrNameLst>
                                      </p:cBhvr>
                                      <p:tavLst>
                                        <p:tav tm="0">
                                          <p:val>
                                            <p:strVal val="#ppt_x"/>
                                          </p:val>
                                        </p:tav>
                                        <p:tav tm="100000">
                                          <p:val>
                                            <p:strVal val="#ppt_x"/>
                                          </p:val>
                                        </p:tav>
                                      </p:tavLst>
                                    </p:anim>
                                    <p:anim calcmode="lin" valueType="num">
                                      <p:cBhvr additive="base">
                                        <p:cTn id="18" dur="500" fill="hold"/>
                                        <p:tgtEl>
                                          <p:spTgt spid="20275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2758"/>
                                        </p:tgtEl>
                                        <p:attrNameLst>
                                          <p:attrName>style.visibility</p:attrName>
                                        </p:attrNameLst>
                                      </p:cBhvr>
                                      <p:to>
                                        <p:strVal val="visible"/>
                                      </p:to>
                                    </p:set>
                                    <p:anim calcmode="lin" valueType="num">
                                      <p:cBhvr additive="base">
                                        <p:cTn id="21" dur="500" fill="hold"/>
                                        <p:tgtEl>
                                          <p:spTgt spid="202758"/>
                                        </p:tgtEl>
                                        <p:attrNameLst>
                                          <p:attrName>ppt_x</p:attrName>
                                        </p:attrNameLst>
                                      </p:cBhvr>
                                      <p:tavLst>
                                        <p:tav tm="0">
                                          <p:val>
                                            <p:strVal val="#ppt_x"/>
                                          </p:val>
                                        </p:tav>
                                        <p:tav tm="100000">
                                          <p:val>
                                            <p:strVal val="#ppt_x"/>
                                          </p:val>
                                        </p:tav>
                                      </p:tavLst>
                                    </p:anim>
                                    <p:anim calcmode="lin" valueType="num">
                                      <p:cBhvr additive="base">
                                        <p:cTn id="22" dur="500" fill="hold"/>
                                        <p:tgtEl>
                                          <p:spTgt spid="20275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2759"/>
                                        </p:tgtEl>
                                        <p:attrNameLst>
                                          <p:attrName>style.visibility</p:attrName>
                                        </p:attrNameLst>
                                      </p:cBhvr>
                                      <p:to>
                                        <p:strVal val="visible"/>
                                      </p:to>
                                    </p:set>
                                    <p:anim calcmode="lin" valueType="num">
                                      <p:cBhvr additive="base">
                                        <p:cTn id="25" dur="500" fill="hold"/>
                                        <p:tgtEl>
                                          <p:spTgt spid="202759"/>
                                        </p:tgtEl>
                                        <p:attrNameLst>
                                          <p:attrName>ppt_x</p:attrName>
                                        </p:attrNameLst>
                                      </p:cBhvr>
                                      <p:tavLst>
                                        <p:tav tm="0">
                                          <p:val>
                                            <p:strVal val="#ppt_x"/>
                                          </p:val>
                                        </p:tav>
                                        <p:tav tm="100000">
                                          <p:val>
                                            <p:strVal val="#ppt_x"/>
                                          </p:val>
                                        </p:tav>
                                      </p:tavLst>
                                    </p:anim>
                                    <p:anim calcmode="lin" valueType="num">
                                      <p:cBhvr additive="base">
                                        <p:cTn id="26" dur="500" fill="hold"/>
                                        <p:tgtEl>
                                          <p:spTgt spid="20275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2760"/>
                                        </p:tgtEl>
                                        <p:attrNameLst>
                                          <p:attrName>style.visibility</p:attrName>
                                        </p:attrNameLst>
                                      </p:cBhvr>
                                      <p:to>
                                        <p:strVal val="visible"/>
                                      </p:to>
                                    </p:set>
                                    <p:anim calcmode="lin" valueType="num">
                                      <p:cBhvr additive="base">
                                        <p:cTn id="29" dur="500" fill="hold"/>
                                        <p:tgtEl>
                                          <p:spTgt spid="202760"/>
                                        </p:tgtEl>
                                        <p:attrNameLst>
                                          <p:attrName>ppt_x</p:attrName>
                                        </p:attrNameLst>
                                      </p:cBhvr>
                                      <p:tavLst>
                                        <p:tav tm="0">
                                          <p:val>
                                            <p:strVal val="#ppt_x"/>
                                          </p:val>
                                        </p:tav>
                                        <p:tav tm="100000">
                                          <p:val>
                                            <p:strVal val="#ppt_x"/>
                                          </p:val>
                                        </p:tav>
                                      </p:tavLst>
                                    </p:anim>
                                    <p:anim calcmode="lin" valueType="num">
                                      <p:cBhvr additive="base">
                                        <p:cTn id="30" dur="500" fill="hold"/>
                                        <p:tgtEl>
                                          <p:spTgt spid="20276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2761"/>
                                        </p:tgtEl>
                                        <p:attrNameLst>
                                          <p:attrName>style.visibility</p:attrName>
                                        </p:attrNameLst>
                                      </p:cBhvr>
                                      <p:to>
                                        <p:strVal val="visible"/>
                                      </p:to>
                                    </p:set>
                                    <p:anim calcmode="lin" valueType="num">
                                      <p:cBhvr additive="base">
                                        <p:cTn id="33" dur="500" fill="hold"/>
                                        <p:tgtEl>
                                          <p:spTgt spid="202761"/>
                                        </p:tgtEl>
                                        <p:attrNameLst>
                                          <p:attrName>ppt_x</p:attrName>
                                        </p:attrNameLst>
                                      </p:cBhvr>
                                      <p:tavLst>
                                        <p:tav tm="0">
                                          <p:val>
                                            <p:strVal val="#ppt_x"/>
                                          </p:val>
                                        </p:tav>
                                        <p:tav tm="100000">
                                          <p:val>
                                            <p:strVal val="#ppt_x"/>
                                          </p:val>
                                        </p:tav>
                                      </p:tavLst>
                                    </p:anim>
                                    <p:anim calcmode="lin" valueType="num">
                                      <p:cBhvr additive="base">
                                        <p:cTn id="34" dur="500" fill="hold"/>
                                        <p:tgtEl>
                                          <p:spTgt spid="20276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2762"/>
                                        </p:tgtEl>
                                        <p:attrNameLst>
                                          <p:attrName>style.visibility</p:attrName>
                                        </p:attrNameLst>
                                      </p:cBhvr>
                                      <p:to>
                                        <p:strVal val="visible"/>
                                      </p:to>
                                    </p:set>
                                    <p:anim calcmode="lin" valueType="num">
                                      <p:cBhvr additive="base">
                                        <p:cTn id="37" dur="500" fill="hold"/>
                                        <p:tgtEl>
                                          <p:spTgt spid="202762"/>
                                        </p:tgtEl>
                                        <p:attrNameLst>
                                          <p:attrName>ppt_x</p:attrName>
                                        </p:attrNameLst>
                                      </p:cBhvr>
                                      <p:tavLst>
                                        <p:tav tm="0">
                                          <p:val>
                                            <p:strVal val="#ppt_x"/>
                                          </p:val>
                                        </p:tav>
                                        <p:tav tm="100000">
                                          <p:val>
                                            <p:strVal val="#ppt_x"/>
                                          </p:val>
                                        </p:tav>
                                      </p:tavLst>
                                    </p:anim>
                                    <p:anim calcmode="lin" valueType="num">
                                      <p:cBhvr additive="base">
                                        <p:cTn id="38" dur="500" fill="hold"/>
                                        <p:tgtEl>
                                          <p:spTgt spid="20276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2763"/>
                                        </p:tgtEl>
                                        <p:attrNameLst>
                                          <p:attrName>style.visibility</p:attrName>
                                        </p:attrNameLst>
                                      </p:cBhvr>
                                      <p:to>
                                        <p:strVal val="visible"/>
                                      </p:to>
                                    </p:set>
                                    <p:anim calcmode="lin" valueType="num">
                                      <p:cBhvr additive="base">
                                        <p:cTn id="41" dur="500" fill="hold"/>
                                        <p:tgtEl>
                                          <p:spTgt spid="202763"/>
                                        </p:tgtEl>
                                        <p:attrNameLst>
                                          <p:attrName>ppt_x</p:attrName>
                                        </p:attrNameLst>
                                      </p:cBhvr>
                                      <p:tavLst>
                                        <p:tav tm="0">
                                          <p:val>
                                            <p:strVal val="#ppt_x"/>
                                          </p:val>
                                        </p:tav>
                                        <p:tav tm="100000">
                                          <p:val>
                                            <p:strVal val="#ppt_x"/>
                                          </p:val>
                                        </p:tav>
                                      </p:tavLst>
                                    </p:anim>
                                    <p:anim calcmode="lin" valueType="num">
                                      <p:cBhvr additive="base">
                                        <p:cTn id="42" dur="500" fill="hold"/>
                                        <p:tgtEl>
                                          <p:spTgt spid="20276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02764"/>
                                        </p:tgtEl>
                                        <p:attrNameLst>
                                          <p:attrName>style.visibility</p:attrName>
                                        </p:attrNameLst>
                                      </p:cBhvr>
                                      <p:to>
                                        <p:strVal val="visible"/>
                                      </p:to>
                                    </p:set>
                                    <p:anim calcmode="lin" valueType="num">
                                      <p:cBhvr additive="base">
                                        <p:cTn id="45" dur="500" fill="hold"/>
                                        <p:tgtEl>
                                          <p:spTgt spid="202764"/>
                                        </p:tgtEl>
                                        <p:attrNameLst>
                                          <p:attrName>ppt_x</p:attrName>
                                        </p:attrNameLst>
                                      </p:cBhvr>
                                      <p:tavLst>
                                        <p:tav tm="0">
                                          <p:val>
                                            <p:strVal val="#ppt_x"/>
                                          </p:val>
                                        </p:tav>
                                        <p:tav tm="100000">
                                          <p:val>
                                            <p:strVal val="#ppt_x"/>
                                          </p:val>
                                        </p:tav>
                                      </p:tavLst>
                                    </p:anim>
                                    <p:anim calcmode="lin" valueType="num">
                                      <p:cBhvr additive="base">
                                        <p:cTn id="46" dur="500" fill="hold"/>
                                        <p:tgtEl>
                                          <p:spTgt spid="20276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2765"/>
                                        </p:tgtEl>
                                        <p:attrNameLst>
                                          <p:attrName>style.visibility</p:attrName>
                                        </p:attrNameLst>
                                      </p:cBhvr>
                                      <p:to>
                                        <p:strVal val="visible"/>
                                      </p:to>
                                    </p:set>
                                    <p:anim calcmode="lin" valueType="num">
                                      <p:cBhvr additive="base">
                                        <p:cTn id="49" dur="500" fill="hold"/>
                                        <p:tgtEl>
                                          <p:spTgt spid="202765"/>
                                        </p:tgtEl>
                                        <p:attrNameLst>
                                          <p:attrName>ppt_x</p:attrName>
                                        </p:attrNameLst>
                                      </p:cBhvr>
                                      <p:tavLst>
                                        <p:tav tm="0">
                                          <p:val>
                                            <p:strVal val="#ppt_x"/>
                                          </p:val>
                                        </p:tav>
                                        <p:tav tm="100000">
                                          <p:val>
                                            <p:strVal val="#ppt_x"/>
                                          </p:val>
                                        </p:tav>
                                      </p:tavLst>
                                    </p:anim>
                                    <p:anim calcmode="lin" valueType="num">
                                      <p:cBhvr additive="base">
                                        <p:cTn id="50" dur="500" fill="hold"/>
                                        <p:tgtEl>
                                          <p:spTgt spid="20276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02766"/>
                                        </p:tgtEl>
                                        <p:attrNameLst>
                                          <p:attrName>style.visibility</p:attrName>
                                        </p:attrNameLst>
                                      </p:cBhvr>
                                      <p:to>
                                        <p:strVal val="visible"/>
                                      </p:to>
                                    </p:set>
                                    <p:anim calcmode="lin" valueType="num">
                                      <p:cBhvr additive="base">
                                        <p:cTn id="53" dur="500" fill="hold"/>
                                        <p:tgtEl>
                                          <p:spTgt spid="202766"/>
                                        </p:tgtEl>
                                        <p:attrNameLst>
                                          <p:attrName>ppt_x</p:attrName>
                                        </p:attrNameLst>
                                      </p:cBhvr>
                                      <p:tavLst>
                                        <p:tav tm="0">
                                          <p:val>
                                            <p:strVal val="#ppt_x"/>
                                          </p:val>
                                        </p:tav>
                                        <p:tav tm="100000">
                                          <p:val>
                                            <p:strVal val="#ppt_x"/>
                                          </p:val>
                                        </p:tav>
                                      </p:tavLst>
                                    </p:anim>
                                    <p:anim calcmode="lin" valueType="num">
                                      <p:cBhvr additive="base">
                                        <p:cTn id="54" dur="500" fill="hold"/>
                                        <p:tgtEl>
                                          <p:spTgt spid="202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6" grpId="0"/>
      <p:bldP spid="202759" grpId="0" animBg="1"/>
      <p:bldP spid="202760" grpId="0" animBg="1"/>
      <p:bldP spid="202761" grpId="0" animBg="1"/>
      <p:bldP spid="202762" grpId="0" animBg="1"/>
      <p:bldP spid="202763" grpId="0" animBg="1"/>
      <p:bldP spid="202764" grpId="0" animBg="1"/>
      <p:bldP spid="202765" grpId="0" animBg="1"/>
      <p:bldP spid="20276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p:cNvSpPr>
          <p:nvPr>
            <p:ph type="title"/>
          </p:nvPr>
        </p:nvSpPr>
        <p:spPr>
          <a:xfrm>
            <a:off x="2281238" y="685800"/>
            <a:ext cx="4244975" cy="62865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四输出移位型节拍分配器的波形图</a:t>
            </a:r>
            <a:endParaRPr lang="zh-CN" altLang="en-US" sz="2000" b="1" dirty="0">
              <a:latin typeface="华文新魏" panose="02010800040101010101" pitchFamily="2" charset="-122"/>
              <a:ea typeface="华文新魏" panose="02010800040101010101" pitchFamily="2" charset="-122"/>
            </a:endParaRPr>
          </a:p>
        </p:txBody>
      </p:sp>
      <p:grpSp>
        <p:nvGrpSpPr>
          <p:cNvPr id="203779" name="Group 332"/>
          <p:cNvGrpSpPr/>
          <p:nvPr/>
        </p:nvGrpSpPr>
        <p:grpSpPr>
          <a:xfrm>
            <a:off x="2020888" y="1843088"/>
            <a:ext cx="5045075" cy="203200"/>
            <a:chOff x="0" y="0"/>
            <a:chExt cx="3178" cy="170"/>
          </a:xfrm>
        </p:grpSpPr>
        <p:sp>
          <p:nvSpPr>
            <p:cNvPr id="203838" name="Line 9"/>
            <p:cNvSpPr/>
            <p:nvPr/>
          </p:nvSpPr>
          <p:spPr>
            <a:xfrm>
              <a:off x="0" y="170"/>
              <a:ext cx="408" cy="0"/>
            </a:xfrm>
            <a:prstGeom prst="line">
              <a:avLst/>
            </a:prstGeom>
            <a:ln w="28575" cap="flat" cmpd="sng">
              <a:solidFill>
                <a:schemeClr val="tx1"/>
              </a:solidFill>
              <a:prstDash val="solid"/>
              <a:headEnd type="none" w="med" len="med"/>
              <a:tailEnd type="none" w="med" len="med"/>
            </a:ln>
          </p:spPr>
        </p:sp>
        <p:sp>
          <p:nvSpPr>
            <p:cNvPr id="203839" name="Line 10"/>
            <p:cNvSpPr/>
            <p:nvPr/>
          </p:nvSpPr>
          <p:spPr>
            <a:xfrm>
              <a:off x="415" y="0"/>
              <a:ext cx="175" cy="0"/>
            </a:xfrm>
            <a:prstGeom prst="line">
              <a:avLst/>
            </a:prstGeom>
            <a:ln w="28575" cap="flat" cmpd="sng">
              <a:solidFill>
                <a:schemeClr val="tx1"/>
              </a:solidFill>
              <a:prstDash val="solid"/>
              <a:headEnd type="none" w="med" len="med"/>
              <a:tailEnd type="none" w="med" len="med"/>
            </a:ln>
          </p:spPr>
        </p:sp>
        <p:sp>
          <p:nvSpPr>
            <p:cNvPr id="203840" name="Line 11"/>
            <p:cNvSpPr/>
            <p:nvPr/>
          </p:nvSpPr>
          <p:spPr>
            <a:xfrm>
              <a:off x="415" y="0"/>
              <a:ext cx="0" cy="166"/>
            </a:xfrm>
            <a:prstGeom prst="line">
              <a:avLst/>
            </a:prstGeom>
            <a:ln w="28575" cap="flat" cmpd="sng">
              <a:solidFill>
                <a:schemeClr val="tx1"/>
              </a:solidFill>
              <a:prstDash val="solid"/>
              <a:headEnd type="none" w="med" len="med"/>
              <a:tailEnd type="none" w="med" len="med"/>
            </a:ln>
          </p:spPr>
        </p:sp>
        <p:sp>
          <p:nvSpPr>
            <p:cNvPr id="203841" name="Line 12"/>
            <p:cNvSpPr/>
            <p:nvPr/>
          </p:nvSpPr>
          <p:spPr>
            <a:xfrm>
              <a:off x="590" y="0"/>
              <a:ext cx="0" cy="166"/>
            </a:xfrm>
            <a:prstGeom prst="line">
              <a:avLst/>
            </a:prstGeom>
            <a:ln w="28575" cap="flat" cmpd="sng">
              <a:solidFill>
                <a:schemeClr val="tx1"/>
              </a:solidFill>
              <a:prstDash val="solid"/>
              <a:headEnd type="none" w="med" len="med"/>
              <a:tailEnd type="none" w="med" len="med"/>
            </a:ln>
          </p:spPr>
        </p:sp>
        <p:sp>
          <p:nvSpPr>
            <p:cNvPr id="203842" name="Line 14"/>
            <p:cNvSpPr/>
            <p:nvPr/>
          </p:nvSpPr>
          <p:spPr>
            <a:xfrm>
              <a:off x="590" y="166"/>
              <a:ext cx="175" cy="0"/>
            </a:xfrm>
            <a:prstGeom prst="line">
              <a:avLst/>
            </a:prstGeom>
            <a:ln w="28575" cap="flat" cmpd="sng">
              <a:solidFill>
                <a:schemeClr val="tx1"/>
              </a:solidFill>
              <a:prstDash val="solid"/>
              <a:headEnd type="none" w="med" len="med"/>
              <a:tailEnd type="none" w="med" len="med"/>
            </a:ln>
          </p:spPr>
        </p:sp>
        <p:sp>
          <p:nvSpPr>
            <p:cNvPr id="203843" name="Line 15"/>
            <p:cNvSpPr/>
            <p:nvPr/>
          </p:nvSpPr>
          <p:spPr>
            <a:xfrm>
              <a:off x="759" y="0"/>
              <a:ext cx="175" cy="0"/>
            </a:xfrm>
            <a:prstGeom prst="line">
              <a:avLst/>
            </a:prstGeom>
            <a:ln w="28575" cap="flat" cmpd="sng">
              <a:solidFill>
                <a:schemeClr val="tx1"/>
              </a:solidFill>
              <a:prstDash val="solid"/>
              <a:headEnd type="none" w="med" len="med"/>
              <a:tailEnd type="none" w="med" len="med"/>
            </a:ln>
          </p:spPr>
        </p:sp>
        <p:sp>
          <p:nvSpPr>
            <p:cNvPr id="203844" name="Line 16"/>
            <p:cNvSpPr/>
            <p:nvPr/>
          </p:nvSpPr>
          <p:spPr>
            <a:xfrm>
              <a:off x="759" y="0"/>
              <a:ext cx="0" cy="166"/>
            </a:xfrm>
            <a:prstGeom prst="line">
              <a:avLst/>
            </a:prstGeom>
            <a:ln w="28575" cap="flat" cmpd="sng">
              <a:solidFill>
                <a:schemeClr val="tx1"/>
              </a:solidFill>
              <a:prstDash val="solid"/>
              <a:headEnd type="none" w="med" len="med"/>
              <a:tailEnd type="none" w="med" len="med"/>
            </a:ln>
          </p:spPr>
        </p:sp>
        <p:sp>
          <p:nvSpPr>
            <p:cNvPr id="203845" name="Line 17"/>
            <p:cNvSpPr/>
            <p:nvPr/>
          </p:nvSpPr>
          <p:spPr>
            <a:xfrm>
              <a:off x="934" y="0"/>
              <a:ext cx="0" cy="166"/>
            </a:xfrm>
            <a:prstGeom prst="line">
              <a:avLst/>
            </a:prstGeom>
            <a:ln w="28575" cap="flat" cmpd="sng">
              <a:solidFill>
                <a:schemeClr val="tx1"/>
              </a:solidFill>
              <a:prstDash val="solid"/>
              <a:headEnd type="none" w="med" len="med"/>
              <a:tailEnd type="none" w="med" len="med"/>
            </a:ln>
          </p:spPr>
        </p:sp>
        <p:sp>
          <p:nvSpPr>
            <p:cNvPr id="203846" name="Line 20"/>
            <p:cNvSpPr/>
            <p:nvPr/>
          </p:nvSpPr>
          <p:spPr>
            <a:xfrm>
              <a:off x="939" y="166"/>
              <a:ext cx="175" cy="0"/>
            </a:xfrm>
            <a:prstGeom prst="line">
              <a:avLst/>
            </a:prstGeom>
            <a:ln w="28575" cap="flat" cmpd="sng">
              <a:solidFill>
                <a:schemeClr val="tx1"/>
              </a:solidFill>
              <a:prstDash val="solid"/>
              <a:headEnd type="none" w="med" len="med"/>
              <a:tailEnd type="none" w="med" len="med"/>
            </a:ln>
          </p:spPr>
        </p:sp>
        <p:sp>
          <p:nvSpPr>
            <p:cNvPr id="203847" name="Line 21"/>
            <p:cNvSpPr/>
            <p:nvPr/>
          </p:nvSpPr>
          <p:spPr>
            <a:xfrm>
              <a:off x="1108" y="0"/>
              <a:ext cx="175" cy="0"/>
            </a:xfrm>
            <a:prstGeom prst="line">
              <a:avLst/>
            </a:prstGeom>
            <a:ln w="28575" cap="flat" cmpd="sng">
              <a:solidFill>
                <a:schemeClr val="tx1"/>
              </a:solidFill>
              <a:prstDash val="solid"/>
              <a:headEnd type="none" w="med" len="med"/>
              <a:tailEnd type="none" w="med" len="med"/>
            </a:ln>
          </p:spPr>
        </p:sp>
        <p:sp>
          <p:nvSpPr>
            <p:cNvPr id="203848" name="Line 22"/>
            <p:cNvSpPr/>
            <p:nvPr/>
          </p:nvSpPr>
          <p:spPr>
            <a:xfrm>
              <a:off x="1108" y="0"/>
              <a:ext cx="0" cy="166"/>
            </a:xfrm>
            <a:prstGeom prst="line">
              <a:avLst/>
            </a:prstGeom>
            <a:ln w="28575" cap="flat" cmpd="sng">
              <a:solidFill>
                <a:schemeClr val="tx1"/>
              </a:solidFill>
              <a:prstDash val="solid"/>
              <a:headEnd type="none" w="med" len="med"/>
              <a:tailEnd type="none" w="med" len="med"/>
            </a:ln>
          </p:spPr>
        </p:sp>
        <p:sp>
          <p:nvSpPr>
            <p:cNvPr id="203849" name="Line 23"/>
            <p:cNvSpPr/>
            <p:nvPr/>
          </p:nvSpPr>
          <p:spPr>
            <a:xfrm>
              <a:off x="1283" y="0"/>
              <a:ext cx="0" cy="166"/>
            </a:xfrm>
            <a:prstGeom prst="line">
              <a:avLst/>
            </a:prstGeom>
            <a:ln w="28575" cap="flat" cmpd="sng">
              <a:solidFill>
                <a:schemeClr val="tx1"/>
              </a:solidFill>
              <a:prstDash val="solid"/>
              <a:headEnd type="none" w="med" len="med"/>
              <a:tailEnd type="none" w="med" len="med"/>
            </a:ln>
          </p:spPr>
        </p:sp>
        <p:sp>
          <p:nvSpPr>
            <p:cNvPr id="203850" name="Line 25"/>
            <p:cNvSpPr/>
            <p:nvPr/>
          </p:nvSpPr>
          <p:spPr>
            <a:xfrm>
              <a:off x="1283" y="166"/>
              <a:ext cx="175" cy="0"/>
            </a:xfrm>
            <a:prstGeom prst="line">
              <a:avLst/>
            </a:prstGeom>
            <a:ln w="28575" cap="flat" cmpd="sng">
              <a:solidFill>
                <a:schemeClr val="tx1"/>
              </a:solidFill>
              <a:prstDash val="solid"/>
              <a:headEnd type="none" w="med" len="med"/>
              <a:tailEnd type="none" w="med" len="med"/>
            </a:ln>
          </p:spPr>
        </p:sp>
        <p:sp>
          <p:nvSpPr>
            <p:cNvPr id="203851" name="Line 26"/>
            <p:cNvSpPr/>
            <p:nvPr/>
          </p:nvSpPr>
          <p:spPr>
            <a:xfrm>
              <a:off x="1452" y="0"/>
              <a:ext cx="175" cy="0"/>
            </a:xfrm>
            <a:prstGeom prst="line">
              <a:avLst/>
            </a:prstGeom>
            <a:ln w="28575" cap="flat" cmpd="sng">
              <a:solidFill>
                <a:schemeClr val="tx1"/>
              </a:solidFill>
              <a:prstDash val="solid"/>
              <a:headEnd type="none" w="med" len="med"/>
              <a:tailEnd type="none" w="med" len="med"/>
            </a:ln>
          </p:spPr>
        </p:sp>
        <p:sp>
          <p:nvSpPr>
            <p:cNvPr id="203852" name="Line 27"/>
            <p:cNvSpPr/>
            <p:nvPr/>
          </p:nvSpPr>
          <p:spPr>
            <a:xfrm>
              <a:off x="1452" y="0"/>
              <a:ext cx="0" cy="166"/>
            </a:xfrm>
            <a:prstGeom prst="line">
              <a:avLst/>
            </a:prstGeom>
            <a:ln w="28575" cap="flat" cmpd="sng">
              <a:solidFill>
                <a:schemeClr val="tx1"/>
              </a:solidFill>
              <a:prstDash val="solid"/>
              <a:headEnd type="none" w="med" len="med"/>
              <a:tailEnd type="none" w="med" len="med"/>
            </a:ln>
          </p:spPr>
        </p:sp>
        <p:sp>
          <p:nvSpPr>
            <p:cNvPr id="203853" name="Line 28"/>
            <p:cNvSpPr/>
            <p:nvPr/>
          </p:nvSpPr>
          <p:spPr>
            <a:xfrm>
              <a:off x="1627" y="0"/>
              <a:ext cx="0" cy="166"/>
            </a:xfrm>
            <a:prstGeom prst="line">
              <a:avLst/>
            </a:prstGeom>
            <a:ln w="28575" cap="flat" cmpd="sng">
              <a:solidFill>
                <a:schemeClr val="tx1"/>
              </a:solidFill>
              <a:prstDash val="solid"/>
              <a:headEnd type="none" w="med" len="med"/>
              <a:tailEnd type="none" w="med" len="med"/>
            </a:ln>
          </p:spPr>
        </p:sp>
        <p:sp>
          <p:nvSpPr>
            <p:cNvPr id="203854" name="Line 32"/>
            <p:cNvSpPr/>
            <p:nvPr/>
          </p:nvSpPr>
          <p:spPr>
            <a:xfrm>
              <a:off x="1622" y="166"/>
              <a:ext cx="175" cy="0"/>
            </a:xfrm>
            <a:prstGeom prst="line">
              <a:avLst/>
            </a:prstGeom>
            <a:ln w="28575" cap="flat" cmpd="sng">
              <a:solidFill>
                <a:schemeClr val="tx1"/>
              </a:solidFill>
              <a:prstDash val="solid"/>
              <a:headEnd type="none" w="med" len="med"/>
              <a:tailEnd type="none" w="med" len="med"/>
            </a:ln>
          </p:spPr>
        </p:sp>
        <p:sp>
          <p:nvSpPr>
            <p:cNvPr id="203855" name="Line 33"/>
            <p:cNvSpPr/>
            <p:nvPr/>
          </p:nvSpPr>
          <p:spPr>
            <a:xfrm>
              <a:off x="1791" y="0"/>
              <a:ext cx="175" cy="0"/>
            </a:xfrm>
            <a:prstGeom prst="line">
              <a:avLst/>
            </a:prstGeom>
            <a:ln w="28575" cap="flat" cmpd="sng">
              <a:solidFill>
                <a:schemeClr val="tx1"/>
              </a:solidFill>
              <a:prstDash val="solid"/>
              <a:headEnd type="none" w="med" len="med"/>
              <a:tailEnd type="none" w="med" len="med"/>
            </a:ln>
          </p:spPr>
        </p:sp>
        <p:sp>
          <p:nvSpPr>
            <p:cNvPr id="203856" name="Line 34"/>
            <p:cNvSpPr/>
            <p:nvPr/>
          </p:nvSpPr>
          <p:spPr>
            <a:xfrm>
              <a:off x="1791" y="0"/>
              <a:ext cx="0" cy="166"/>
            </a:xfrm>
            <a:prstGeom prst="line">
              <a:avLst/>
            </a:prstGeom>
            <a:ln w="28575" cap="flat" cmpd="sng">
              <a:solidFill>
                <a:schemeClr val="tx1"/>
              </a:solidFill>
              <a:prstDash val="solid"/>
              <a:headEnd type="none" w="med" len="med"/>
              <a:tailEnd type="none" w="med" len="med"/>
            </a:ln>
          </p:spPr>
        </p:sp>
        <p:sp>
          <p:nvSpPr>
            <p:cNvPr id="203857" name="Line 35"/>
            <p:cNvSpPr/>
            <p:nvPr/>
          </p:nvSpPr>
          <p:spPr>
            <a:xfrm>
              <a:off x="1966" y="0"/>
              <a:ext cx="0" cy="166"/>
            </a:xfrm>
            <a:prstGeom prst="line">
              <a:avLst/>
            </a:prstGeom>
            <a:ln w="28575" cap="flat" cmpd="sng">
              <a:solidFill>
                <a:schemeClr val="tx1"/>
              </a:solidFill>
              <a:prstDash val="solid"/>
              <a:headEnd type="none" w="med" len="med"/>
              <a:tailEnd type="none" w="med" len="med"/>
            </a:ln>
          </p:spPr>
        </p:sp>
        <p:sp>
          <p:nvSpPr>
            <p:cNvPr id="203858" name="Line 37"/>
            <p:cNvSpPr/>
            <p:nvPr/>
          </p:nvSpPr>
          <p:spPr>
            <a:xfrm>
              <a:off x="1966" y="166"/>
              <a:ext cx="175" cy="0"/>
            </a:xfrm>
            <a:prstGeom prst="line">
              <a:avLst/>
            </a:prstGeom>
            <a:ln w="28575" cap="flat" cmpd="sng">
              <a:solidFill>
                <a:schemeClr val="tx1"/>
              </a:solidFill>
              <a:prstDash val="solid"/>
              <a:headEnd type="none" w="med" len="med"/>
              <a:tailEnd type="none" w="med" len="med"/>
            </a:ln>
          </p:spPr>
        </p:sp>
        <p:sp>
          <p:nvSpPr>
            <p:cNvPr id="203859" name="Line 38"/>
            <p:cNvSpPr/>
            <p:nvPr/>
          </p:nvSpPr>
          <p:spPr>
            <a:xfrm>
              <a:off x="2135" y="0"/>
              <a:ext cx="175" cy="0"/>
            </a:xfrm>
            <a:prstGeom prst="line">
              <a:avLst/>
            </a:prstGeom>
            <a:ln w="28575" cap="flat" cmpd="sng">
              <a:solidFill>
                <a:schemeClr val="tx1"/>
              </a:solidFill>
              <a:prstDash val="solid"/>
              <a:headEnd type="none" w="med" len="med"/>
              <a:tailEnd type="none" w="med" len="med"/>
            </a:ln>
          </p:spPr>
        </p:sp>
        <p:sp>
          <p:nvSpPr>
            <p:cNvPr id="203860" name="Line 39"/>
            <p:cNvSpPr/>
            <p:nvPr/>
          </p:nvSpPr>
          <p:spPr>
            <a:xfrm>
              <a:off x="2135" y="0"/>
              <a:ext cx="0" cy="166"/>
            </a:xfrm>
            <a:prstGeom prst="line">
              <a:avLst/>
            </a:prstGeom>
            <a:ln w="28575" cap="flat" cmpd="sng">
              <a:solidFill>
                <a:schemeClr val="tx1"/>
              </a:solidFill>
              <a:prstDash val="solid"/>
              <a:headEnd type="none" w="med" len="med"/>
              <a:tailEnd type="none" w="med" len="med"/>
            </a:ln>
          </p:spPr>
        </p:sp>
        <p:sp>
          <p:nvSpPr>
            <p:cNvPr id="203861" name="Line 40"/>
            <p:cNvSpPr/>
            <p:nvPr/>
          </p:nvSpPr>
          <p:spPr>
            <a:xfrm>
              <a:off x="2310" y="0"/>
              <a:ext cx="0" cy="166"/>
            </a:xfrm>
            <a:prstGeom prst="line">
              <a:avLst/>
            </a:prstGeom>
            <a:ln w="28575" cap="flat" cmpd="sng">
              <a:solidFill>
                <a:schemeClr val="tx1"/>
              </a:solidFill>
              <a:prstDash val="solid"/>
              <a:headEnd type="none" w="med" len="med"/>
              <a:tailEnd type="none" w="med" len="med"/>
            </a:ln>
          </p:spPr>
        </p:sp>
        <p:sp>
          <p:nvSpPr>
            <p:cNvPr id="203862" name="Line 43"/>
            <p:cNvSpPr/>
            <p:nvPr/>
          </p:nvSpPr>
          <p:spPr>
            <a:xfrm>
              <a:off x="2315" y="166"/>
              <a:ext cx="175" cy="0"/>
            </a:xfrm>
            <a:prstGeom prst="line">
              <a:avLst/>
            </a:prstGeom>
            <a:ln w="28575" cap="flat" cmpd="sng">
              <a:solidFill>
                <a:schemeClr val="tx1"/>
              </a:solidFill>
              <a:prstDash val="solid"/>
              <a:headEnd type="none" w="med" len="med"/>
              <a:tailEnd type="none" w="med" len="med"/>
            </a:ln>
          </p:spPr>
        </p:sp>
        <p:sp>
          <p:nvSpPr>
            <p:cNvPr id="203863" name="Line 44"/>
            <p:cNvSpPr/>
            <p:nvPr/>
          </p:nvSpPr>
          <p:spPr>
            <a:xfrm>
              <a:off x="2484" y="0"/>
              <a:ext cx="175" cy="0"/>
            </a:xfrm>
            <a:prstGeom prst="line">
              <a:avLst/>
            </a:prstGeom>
            <a:ln w="28575" cap="flat" cmpd="sng">
              <a:solidFill>
                <a:schemeClr val="tx1"/>
              </a:solidFill>
              <a:prstDash val="solid"/>
              <a:headEnd type="none" w="med" len="med"/>
              <a:tailEnd type="none" w="med" len="med"/>
            </a:ln>
          </p:spPr>
        </p:sp>
        <p:sp>
          <p:nvSpPr>
            <p:cNvPr id="203864" name="Line 45"/>
            <p:cNvSpPr/>
            <p:nvPr/>
          </p:nvSpPr>
          <p:spPr>
            <a:xfrm>
              <a:off x="2484" y="0"/>
              <a:ext cx="0" cy="166"/>
            </a:xfrm>
            <a:prstGeom prst="line">
              <a:avLst/>
            </a:prstGeom>
            <a:ln w="28575" cap="flat" cmpd="sng">
              <a:solidFill>
                <a:schemeClr val="tx1"/>
              </a:solidFill>
              <a:prstDash val="solid"/>
              <a:headEnd type="none" w="med" len="med"/>
              <a:tailEnd type="none" w="med" len="med"/>
            </a:ln>
          </p:spPr>
        </p:sp>
        <p:sp>
          <p:nvSpPr>
            <p:cNvPr id="203865" name="Line 46"/>
            <p:cNvSpPr/>
            <p:nvPr/>
          </p:nvSpPr>
          <p:spPr>
            <a:xfrm>
              <a:off x="2659" y="0"/>
              <a:ext cx="0" cy="166"/>
            </a:xfrm>
            <a:prstGeom prst="line">
              <a:avLst/>
            </a:prstGeom>
            <a:ln w="28575" cap="flat" cmpd="sng">
              <a:solidFill>
                <a:schemeClr val="tx1"/>
              </a:solidFill>
              <a:prstDash val="solid"/>
              <a:headEnd type="none" w="med" len="med"/>
              <a:tailEnd type="none" w="med" len="med"/>
            </a:ln>
          </p:spPr>
        </p:sp>
        <p:sp>
          <p:nvSpPr>
            <p:cNvPr id="203866" name="Line 48"/>
            <p:cNvSpPr/>
            <p:nvPr/>
          </p:nvSpPr>
          <p:spPr>
            <a:xfrm>
              <a:off x="2659" y="166"/>
              <a:ext cx="175" cy="0"/>
            </a:xfrm>
            <a:prstGeom prst="line">
              <a:avLst/>
            </a:prstGeom>
            <a:ln w="28575" cap="flat" cmpd="sng">
              <a:solidFill>
                <a:schemeClr val="tx1"/>
              </a:solidFill>
              <a:prstDash val="solid"/>
              <a:headEnd type="none" w="med" len="med"/>
              <a:tailEnd type="none" w="med" len="med"/>
            </a:ln>
          </p:spPr>
        </p:sp>
        <p:sp>
          <p:nvSpPr>
            <p:cNvPr id="203867" name="Line 49"/>
            <p:cNvSpPr/>
            <p:nvPr/>
          </p:nvSpPr>
          <p:spPr>
            <a:xfrm>
              <a:off x="2828" y="0"/>
              <a:ext cx="175" cy="0"/>
            </a:xfrm>
            <a:prstGeom prst="line">
              <a:avLst/>
            </a:prstGeom>
            <a:ln w="28575" cap="flat" cmpd="sng">
              <a:solidFill>
                <a:schemeClr val="tx1"/>
              </a:solidFill>
              <a:prstDash val="solid"/>
              <a:headEnd type="none" w="med" len="med"/>
              <a:tailEnd type="none" w="med" len="med"/>
            </a:ln>
          </p:spPr>
        </p:sp>
        <p:sp>
          <p:nvSpPr>
            <p:cNvPr id="203868" name="Line 50"/>
            <p:cNvSpPr/>
            <p:nvPr/>
          </p:nvSpPr>
          <p:spPr>
            <a:xfrm>
              <a:off x="2828" y="0"/>
              <a:ext cx="0" cy="166"/>
            </a:xfrm>
            <a:prstGeom prst="line">
              <a:avLst/>
            </a:prstGeom>
            <a:ln w="28575" cap="flat" cmpd="sng">
              <a:solidFill>
                <a:schemeClr val="tx1"/>
              </a:solidFill>
              <a:prstDash val="solid"/>
              <a:headEnd type="none" w="med" len="med"/>
              <a:tailEnd type="none" w="med" len="med"/>
            </a:ln>
          </p:spPr>
        </p:sp>
        <p:sp>
          <p:nvSpPr>
            <p:cNvPr id="203869" name="Line 51"/>
            <p:cNvSpPr/>
            <p:nvPr/>
          </p:nvSpPr>
          <p:spPr>
            <a:xfrm>
              <a:off x="3003" y="0"/>
              <a:ext cx="0" cy="166"/>
            </a:xfrm>
            <a:prstGeom prst="line">
              <a:avLst/>
            </a:prstGeom>
            <a:ln w="28575" cap="flat" cmpd="sng">
              <a:solidFill>
                <a:schemeClr val="tx1"/>
              </a:solidFill>
              <a:prstDash val="solid"/>
              <a:headEnd type="none" w="med" len="med"/>
              <a:tailEnd type="none" w="med" len="med"/>
            </a:ln>
          </p:spPr>
        </p:sp>
        <p:sp>
          <p:nvSpPr>
            <p:cNvPr id="203870" name="Line 52"/>
            <p:cNvSpPr/>
            <p:nvPr/>
          </p:nvSpPr>
          <p:spPr>
            <a:xfrm>
              <a:off x="3003" y="166"/>
              <a:ext cx="175" cy="0"/>
            </a:xfrm>
            <a:prstGeom prst="line">
              <a:avLst/>
            </a:prstGeom>
            <a:ln w="28575" cap="flat" cmpd="sng">
              <a:solidFill>
                <a:schemeClr val="tx1"/>
              </a:solidFill>
              <a:prstDash val="solid"/>
              <a:headEnd type="none" w="med" len="med"/>
              <a:tailEnd type="none" w="med" len="med"/>
            </a:ln>
          </p:spPr>
        </p:sp>
      </p:grpSp>
      <p:sp>
        <p:nvSpPr>
          <p:cNvPr id="203780" name="Text Box 53"/>
          <p:cNvSpPr txBox="1"/>
          <p:nvPr/>
        </p:nvSpPr>
        <p:spPr>
          <a:xfrm>
            <a:off x="1258888" y="1828800"/>
            <a:ext cx="990600" cy="39878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endParaRPr lang="en-US" altLang="zh-CN" b="1">
              <a:solidFill>
                <a:schemeClr val="tx1"/>
              </a:solidFill>
              <a:latin typeface="黑体" panose="02010609060101010101" pitchFamily="2" charset="-122"/>
              <a:ea typeface="黑体" panose="02010609060101010101" pitchFamily="2" charset="-122"/>
            </a:endParaRPr>
          </a:p>
        </p:txBody>
      </p:sp>
      <p:grpSp>
        <p:nvGrpSpPr>
          <p:cNvPr id="203781" name="Group 331"/>
          <p:cNvGrpSpPr/>
          <p:nvPr/>
        </p:nvGrpSpPr>
        <p:grpSpPr>
          <a:xfrm>
            <a:off x="1258888" y="1371600"/>
            <a:ext cx="5807075" cy="368300"/>
            <a:chOff x="0" y="0"/>
            <a:chExt cx="3658" cy="310"/>
          </a:xfrm>
        </p:grpSpPr>
        <p:sp>
          <p:nvSpPr>
            <p:cNvPr id="203832" name="Line 55"/>
            <p:cNvSpPr/>
            <p:nvPr/>
          </p:nvSpPr>
          <p:spPr>
            <a:xfrm>
              <a:off x="651" y="228"/>
              <a:ext cx="175" cy="0"/>
            </a:xfrm>
            <a:prstGeom prst="line">
              <a:avLst/>
            </a:prstGeom>
            <a:ln w="28575" cap="flat" cmpd="sng">
              <a:solidFill>
                <a:schemeClr val="tx1"/>
              </a:solidFill>
              <a:prstDash val="solid"/>
              <a:headEnd type="none" w="med" len="med"/>
              <a:tailEnd type="none" w="med" len="med"/>
            </a:ln>
          </p:spPr>
        </p:sp>
        <p:sp>
          <p:nvSpPr>
            <p:cNvPr id="203833" name="Line 57"/>
            <p:cNvSpPr/>
            <p:nvPr/>
          </p:nvSpPr>
          <p:spPr>
            <a:xfrm>
              <a:off x="470" y="70"/>
              <a:ext cx="181" cy="0"/>
            </a:xfrm>
            <a:prstGeom prst="line">
              <a:avLst/>
            </a:prstGeom>
            <a:ln w="28575" cap="flat" cmpd="sng">
              <a:solidFill>
                <a:schemeClr val="tx1"/>
              </a:solidFill>
              <a:prstDash val="solid"/>
              <a:headEnd type="none" w="med" len="med"/>
              <a:tailEnd type="none" w="med" len="med"/>
            </a:ln>
          </p:spPr>
        </p:sp>
        <p:sp>
          <p:nvSpPr>
            <p:cNvPr id="203834" name="Line 58"/>
            <p:cNvSpPr/>
            <p:nvPr/>
          </p:nvSpPr>
          <p:spPr>
            <a:xfrm>
              <a:off x="655" y="70"/>
              <a:ext cx="0" cy="166"/>
            </a:xfrm>
            <a:prstGeom prst="line">
              <a:avLst/>
            </a:prstGeom>
            <a:ln w="28575" cap="flat" cmpd="sng">
              <a:solidFill>
                <a:schemeClr val="tx1"/>
              </a:solidFill>
              <a:prstDash val="solid"/>
              <a:headEnd type="none" w="med" len="med"/>
              <a:tailEnd type="none" w="med" len="med"/>
            </a:ln>
          </p:spPr>
        </p:sp>
        <p:sp>
          <p:nvSpPr>
            <p:cNvPr id="203835" name="Line 59"/>
            <p:cNvSpPr/>
            <p:nvPr/>
          </p:nvSpPr>
          <p:spPr>
            <a:xfrm>
              <a:off x="824" y="70"/>
              <a:ext cx="2834" cy="0"/>
            </a:xfrm>
            <a:prstGeom prst="line">
              <a:avLst/>
            </a:prstGeom>
            <a:ln w="28575" cap="flat" cmpd="sng">
              <a:solidFill>
                <a:schemeClr val="tx1"/>
              </a:solidFill>
              <a:prstDash val="solid"/>
              <a:headEnd type="none" w="med" len="med"/>
              <a:tailEnd type="none" w="med" len="med"/>
            </a:ln>
          </p:spPr>
        </p:sp>
        <p:sp>
          <p:nvSpPr>
            <p:cNvPr id="203836" name="Line 60"/>
            <p:cNvSpPr/>
            <p:nvPr/>
          </p:nvSpPr>
          <p:spPr>
            <a:xfrm>
              <a:off x="824" y="70"/>
              <a:ext cx="0" cy="166"/>
            </a:xfrm>
            <a:prstGeom prst="line">
              <a:avLst/>
            </a:prstGeom>
            <a:ln w="28575" cap="flat" cmpd="sng">
              <a:solidFill>
                <a:schemeClr val="tx1"/>
              </a:solidFill>
              <a:prstDash val="solid"/>
              <a:headEnd type="none" w="med" len="med"/>
              <a:tailEnd type="none" w="med" len="med"/>
            </a:ln>
          </p:spPr>
        </p:sp>
        <p:sp>
          <p:nvSpPr>
            <p:cNvPr id="203837" name="Text Box 61"/>
            <p:cNvSpPr txBox="1"/>
            <p:nvPr/>
          </p:nvSpPr>
          <p:spPr>
            <a:xfrm>
              <a:off x="0" y="0"/>
              <a:ext cx="64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203782" name="Group 334"/>
          <p:cNvGrpSpPr/>
          <p:nvPr/>
        </p:nvGrpSpPr>
        <p:grpSpPr>
          <a:xfrm>
            <a:off x="2020888" y="2774950"/>
            <a:ext cx="5032375" cy="196850"/>
            <a:chOff x="0" y="0"/>
            <a:chExt cx="3170" cy="166"/>
          </a:xfrm>
        </p:grpSpPr>
        <p:sp>
          <p:nvSpPr>
            <p:cNvPr id="203823" name="Line 65"/>
            <p:cNvSpPr/>
            <p:nvPr/>
          </p:nvSpPr>
          <p:spPr>
            <a:xfrm>
              <a:off x="745" y="0"/>
              <a:ext cx="363" cy="0"/>
            </a:xfrm>
            <a:prstGeom prst="line">
              <a:avLst/>
            </a:prstGeom>
            <a:ln w="28575" cap="flat" cmpd="sng">
              <a:solidFill>
                <a:schemeClr val="tx1"/>
              </a:solidFill>
              <a:prstDash val="solid"/>
              <a:headEnd type="none" w="med" len="med"/>
              <a:tailEnd type="none" w="med" len="med"/>
            </a:ln>
          </p:spPr>
        </p:sp>
        <p:sp>
          <p:nvSpPr>
            <p:cNvPr id="203824" name="Line 66"/>
            <p:cNvSpPr/>
            <p:nvPr/>
          </p:nvSpPr>
          <p:spPr>
            <a:xfrm>
              <a:off x="758" y="0"/>
              <a:ext cx="0" cy="166"/>
            </a:xfrm>
            <a:prstGeom prst="line">
              <a:avLst/>
            </a:prstGeom>
            <a:ln w="28575" cap="flat" cmpd="sng">
              <a:solidFill>
                <a:schemeClr val="tx1"/>
              </a:solidFill>
              <a:prstDash val="solid"/>
              <a:headEnd type="none" w="med" len="med"/>
              <a:tailEnd type="none" w="med" len="med"/>
            </a:ln>
          </p:spPr>
        </p:sp>
        <p:sp>
          <p:nvSpPr>
            <p:cNvPr id="203825" name="Line 67"/>
            <p:cNvSpPr/>
            <p:nvPr/>
          </p:nvSpPr>
          <p:spPr>
            <a:xfrm>
              <a:off x="1114" y="0"/>
              <a:ext cx="0" cy="166"/>
            </a:xfrm>
            <a:prstGeom prst="line">
              <a:avLst/>
            </a:prstGeom>
            <a:ln w="28575" cap="flat" cmpd="sng">
              <a:solidFill>
                <a:schemeClr val="tx1"/>
              </a:solidFill>
              <a:prstDash val="solid"/>
              <a:headEnd type="none" w="med" len="med"/>
              <a:tailEnd type="none" w="med" len="med"/>
            </a:ln>
          </p:spPr>
        </p:sp>
        <p:sp>
          <p:nvSpPr>
            <p:cNvPr id="203826" name="Line 68"/>
            <p:cNvSpPr/>
            <p:nvPr/>
          </p:nvSpPr>
          <p:spPr>
            <a:xfrm>
              <a:off x="1114" y="166"/>
              <a:ext cx="1020" cy="0"/>
            </a:xfrm>
            <a:prstGeom prst="line">
              <a:avLst/>
            </a:prstGeom>
            <a:ln w="28575" cap="flat" cmpd="sng">
              <a:solidFill>
                <a:schemeClr val="tx1"/>
              </a:solidFill>
              <a:prstDash val="solid"/>
              <a:headEnd type="none" w="med" len="med"/>
              <a:tailEnd type="none" w="med" len="med"/>
            </a:ln>
          </p:spPr>
        </p:sp>
        <p:sp>
          <p:nvSpPr>
            <p:cNvPr id="203827" name="Line 71"/>
            <p:cNvSpPr/>
            <p:nvPr/>
          </p:nvSpPr>
          <p:spPr>
            <a:xfrm>
              <a:off x="2131" y="0"/>
              <a:ext cx="349" cy="0"/>
            </a:xfrm>
            <a:prstGeom prst="line">
              <a:avLst/>
            </a:prstGeom>
            <a:ln w="28575" cap="flat" cmpd="sng">
              <a:solidFill>
                <a:schemeClr val="tx1"/>
              </a:solidFill>
              <a:prstDash val="solid"/>
              <a:headEnd type="none" w="med" len="med"/>
              <a:tailEnd type="none" w="med" len="med"/>
            </a:ln>
          </p:spPr>
        </p:sp>
        <p:sp>
          <p:nvSpPr>
            <p:cNvPr id="203828" name="Line 72"/>
            <p:cNvSpPr/>
            <p:nvPr/>
          </p:nvSpPr>
          <p:spPr>
            <a:xfrm>
              <a:off x="2140" y="0"/>
              <a:ext cx="0" cy="166"/>
            </a:xfrm>
            <a:prstGeom prst="line">
              <a:avLst/>
            </a:prstGeom>
            <a:ln w="28575" cap="flat" cmpd="sng">
              <a:solidFill>
                <a:schemeClr val="tx1"/>
              </a:solidFill>
              <a:prstDash val="solid"/>
              <a:headEnd type="none" w="med" len="med"/>
              <a:tailEnd type="none" w="med" len="med"/>
            </a:ln>
          </p:spPr>
        </p:sp>
        <p:sp>
          <p:nvSpPr>
            <p:cNvPr id="203829" name="Line 73"/>
            <p:cNvSpPr/>
            <p:nvPr/>
          </p:nvSpPr>
          <p:spPr>
            <a:xfrm>
              <a:off x="2486" y="0"/>
              <a:ext cx="0" cy="166"/>
            </a:xfrm>
            <a:prstGeom prst="line">
              <a:avLst/>
            </a:prstGeom>
            <a:ln w="28575" cap="flat" cmpd="sng">
              <a:solidFill>
                <a:schemeClr val="tx1"/>
              </a:solidFill>
              <a:prstDash val="solid"/>
              <a:headEnd type="none" w="med" len="med"/>
              <a:tailEnd type="none" w="med" len="med"/>
            </a:ln>
          </p:spPr>
        </p:sp>
        <p:sp>
          <p:nvSpPr>
            <p:cNvPr id="203830" name="Line 74"/>
            <p:cNvSpPr/>
            <p:nvPr/>
          </p:nvSpPr>
          <p:spPr>
            <a:xfrm>
              <a:off x="2490" y="166"/>
              <a:ext cx="680" cy="0"/>
            </a:xfrm>
            <a:prstGeom prst="line">
              <a:avLst/>
            </a:prstGeom>
            <a:ln w="28575" cap="flat" cmpd="sng">
              <a:solidFill>
                <a:schemeClr val="tx1"/>
              </a:solidFill>
              <a:prstDash val="solid"/>
              <a:headEnd type="none" w="med" len="med"/>
              <a:tailEnd type="none" w="med" len="med"/>
            </a:ln>
          </p:spPr>
        </p:sp>
        <p:sp>
          <p:nvSpPr>
            <p:cNvPr id="203831" name="Line 75"/>
            <p:cNvSpPr/>
            <p:nvPr/>
          </p:nvSpPr>
          <p:spPr>
            <a:xfrm>
              <a:off x="0" y="165"/>
              <a:ext cx="771" cy="0"/>
            </a:xfrm>
            <a:prstGeom prst="line">
              <a:avLst/>
            </a:prstGeom>
            <a:ln w="28575" cap="flat" cmpd="sng">
              <a:solidFill>
                <a:schemeClr val="tx1"/>
              </a:solidFill>
              <a:prstDash val="solid"/>
              <a:headEnd type="none" w="med" len="med"/>
              <a:tailEnd type="none" w="med" len="med"/>
            </a:ln>
          </p:spPr>
        </p:sp>
      </p:grpSp>
      <p:grpSp>
        <p:nvGrpSpPr>
          <p:cNvPr id="203783" name="Group 335"/>
          <p:cNvGrpSpPr/>
          <p:nvPr/>
        </p:nvGrpSpPr>
        <p:grpSpPr>
          <a:xfrm>
            <a:off x="2020888" y="3173413"/>
            <a:ext cx="5045075" cy="198437"/>
            <a:chOff x="0" y="0"/>
            <a:chExt cx="3178" cy="167"/>
          </a:xfrm>
        </p:grpSpPr>
        <p:sp>
          <p:nvSpPr>
            <p:cNvPr id="203814" name="Line 78"/>
            <p:cNvSpPr/>
            <p:nvPr/>
          </p:nvSpPr>
          <p:spPr>
            <a:xfrm>
              <a:off x="1107" y="0"/>
              <a:ext cx="349" cy="0"/>
            </a:xfrm>
            <a:prstGeom prst="line">
              <a:avLst/>
            </a:prstGeom>
            <a:ln w="28575" cap="flat" cmpd="sng">
              <a:solidFill>
                <a:schemeClr val="tx1"/>
              </a:solidFill>
              <a:prstDash val="solid"/>
              <a:headEnd type="none" w="med" len="med"/>
              <a:tailEnd type="none" w="med" len="med"/>
            </a:ln>
          </p:spPr>
        </p:sp>
        <p:sp>
          <p:nvSpPr>
            <p:cNvPr id="203815" name="Line 79"/>
            <p:cNvSpPr/>
            <p:nvPr/>
          </p:nvSpPr>
          <p:spPr>
            <a:xfrm>
              <a:off x="1114" y="0"/>
              <a:ext cx="0" cy="167"/>
            </a:xfrm>
            <a:prstGeom prst="line">
              <a:avLst/>
            </a:prstGeom>
            <a:ln w="28575" cap="flat" cmpd="sng">
              <a:solidFill>
                <a:schemeClr val="tx1"/>
              </a:solidFill>
              <a:prstDash val="solid"/>
              <a:headEnd type="none" w="med" len="med"/>
              <a:tailEnd type="none" w="med" len="med"/>
            </a:ln>
          </p:spPr>
        </p:sp>
        <p:sp>
          <p:nvSpPr>
            <p:cNvPr id="203816" name="Line 80"/>
            <p:cNvSpPr/>
            <p:nvPr/>
          </p:nvSpPr>
          <p:spPr>
            <a:xfrm>
              <a:off x="1450" y="0"/>
              <a:ext cx="0" cy="167"/>
            </a:xfrm>
            <a:prstGeom prst="line">
              <a:avLst/>
            </a:prstGeom>
            <a:ln w="28575" cap="flat" cmpd="sng">
              <a:solidFill>
                <a:schemeClr val="tx1"/>
              </a:solidFill>
              <a:prstDash val="solid"/>
              <a:headEnd type="none" w="med" len="med"/>
              <a:tailEnd type="none" w="med" len="med"/>
            </a:ln>
          </p:spPr>
        </p:sp>
        <p:sp>
          <p:nvSpPr>
            <p:cNvPr id="203817" name="Line 81"/>
            <p:cNvSpPr/>
            <p:nvPr/>
          </p:nvSpPr>
          <p:spPr>
            <a:xfrm>
              <a:off x="1446" y="167"/>
              <a:ext cx="1043" cy="0"/>
            </a:xfrm>
            <a:prstGeom prst="line">
              <a:avLst/>
            </a:prstGeom>
            <a:ln w="28575" cap="flat" cmpd="sng">
              <a:solidFill>
                <a:schemeClr val="tx1"/>
              </a:solidFill>
              <a:prstDash val="solid"/>
              <a:headEnd type="none" w="med" len="med"/>
              <a:tailEnd type="none" w="med" len="med"/>
            </a:ln>
          </p:spPr>
        </p:sp>
        <p:sp>
          <p:nvSpPr>
            <p:cNvPr id="203818" name="Line 84"/>
            <p:cNvSpPr/>
            <p:nvPr/>
          </p:nvSpPr>
          <p:spPr>
            <a:xfrm>
              <a:off x="2483" y="0"/>
              <a:ext cx="349" cy="0"/>
            </a:xfrm>
            <a:prstGeom prst="line">
              <a:avLst/>
            </a:prstGeom>
            <a:ln w="28575" cap="flat" cmpd="sng">
              <a:solidFill>
                <a:schemeClr val="tx1"/>
              </a:solidFill>
              <a:prstDash val="solid"/>
              <a:headEnd type="none" w="med" len="med"/>
              <a:tailEnd type="none" w="med" len="med"/>
            </a:ln>
          </p:spPr>
        </p:sp>
        <p:sp>
          <p:nvSpPr>
            <p:cNvPr id="203819" name="Line 85"/>
            <p:cNvSpPr/>
            <p:nvPr/>
          </p:nvSpPr>
          <p:spPr>
            <a:xfrm>
              <a:off x="2486" y="0"/>
              <a:ext cx="0" cy="167"/>
            </a:xfrm>
            <a:prstGeom prst="line">
              <a:avLst/>
            </a:prstGeom>
            <a:ln w="28575" cap="flat" cmpd="sng">
              <a:solidFill>
                <a:schemeClr val="tx1"/>
              </a:solidFill>
              <a:prstDash val="solid"/>
              <a:headEnd type="none" w="med" len="med"/>
              <a:tailEnd type="none" w="med" len="med"/>
            </a:ln>
          </p:spPr>
        </p:sp>
        <p:sp>
          <p:nvSpPr>
            <p:cNvPr id="203820" name="Line 86"/>
            <p:cNvSpPr/>
            <p:nvPr/>
          </p:nvSpPr>
          <p:spPr>
            <a:xfrm>
              <a:off x="2832" y="0"/>
              <a:ext cx="0" cy="167"/>
            </a:xfrm>
            <a:prstGeom prst="line">
              <a:avLst/>
            </a:prstGeom>
            <a:ln w="28575" cap="flat" cmpd="sng">
              <a:solidFill>
                <a:schemeClr val="tx1"/>
              </a:solidFill>
              <a:prstDash val="solid"/>
              <a:headEnd type="none" w="med" len="med"/>
              <a:tailEnd type="none" w="med" len="med"/>
            </a:ln>
          </p:spPr>
        </p:sp>
        <p:sp>
          <p:nvSpPr>
            <p:cNvPr id="203821" name="Line 87"/>
            <p:cNvSpPr/>
            <p:nvPr/>
          </p:nvSpPr>
          <p:spPr>
            <a:xfrm>
              <a:off x="0" y="166"/>
              <a:ext cx="1111" cy="0"/>
            </a:xfrm>
            <a:prstGeom prst="line">
              <a:avLst/>
            </a:prstGeom>
            <a:ln w="28575" cap="flat" cmpd="sng">
              <a:solidFill>
                <a:schemeClr val="tx1"/>
              </a:solidFill>
              <a:prstDash val="solid"/>
              <a:headEnd type="none" w="med" len="med"/>
              <a:tailEnd type="none" w="med" len="med"/>
            </a:ln>
          </p:spPr>
        </p:sp>
        <p:sp>
          <p:nvSpPr>
            <p:cNvPr id="203822" name="Line 89"/>
            <p:cNvSpPr/>
            <p:nvPr/>
          </p:nvSpPr>
          <p:spPr>
            <a:xfrm>
              <a:off x="2838" y="166"/>
              <a:ext cx="340" cy="0"/>
            </a:xfrm>
            <a:prstGeom prst="line">
              <a:avLst/>
            </a:prstGeom>
            <a:ln w="28575" cap="flat" cmpd="sng">
              <a:solidFill>
                <a:schemeClr val="tx1"/>
              </a:solidFill>
              <a:prstDash val="solid"/>
              <a:headEnd type="none" w="med" len="med"/>
              <a:tailEnd type="none" w="med" len="med"/>
            </a:ln>
          </p:spPr>
        </p:sp>
      </p:grpSp>
      <p:sp>
        <p:nvSpPr>
          <p:cNvPr id="203784" name="Text Box 287"/>
          <p:cNvSpPr txBox="1"/>
          <p:nvPr/>
        </p:nvSpPr>
        <p:spPr>
          <a:xfrm>
            <a:off x="1489075" y="2697163"/>
            <a:ext cx="725488"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203785" name="Text Box 288"/>
          <p:cNvSpPr txBox="1"/>
          <p:nvPr/>
        </p:nvSpPr>
        <p:spPr>
          <a:xfrm>
            <a:off x="1487488" y="3097213"/>
            <a:ext cx="725487" cy="4476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203786" name="Group 333"/>
          <p:cNvGrpSpPr/>
          <p:nvPr/>
        </p:nvGrpSpPr>
        <p:grpSpPr>
          <a:xfrm>
            <a:off x="1489075" y="2286000"/>
            <a:ext cx="5561013" cy="369888"/>
            <a:chOff x="0" y="0"/>
            <a:chExt cx="3503" cy="310"/>
          </a:xfrm>
        </p:grpSpPr>
        <p:sp>
          <p:nvSpPr>
            <p:cNvPr id="203804" name="Text Box 286"/>
            <p:cNvSpPr txBox="1"/>
            <p:nvPr/>
          </p:nvSpPr>
          <p:spPr>
            <a:xfrm>
              <a:off x="0" y="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203805" name="Line 291"/>
            <p:cNvSpPr/>
            <p:nvPr/>
          </p:nvSpPr>
          <p:spPr>
            <a:xfrm>
              <a:off x="335" y="214"/>
              <a:ext cx="408" cy="0"/>
            </a:xfrm>
            <a:prstGeom prst="line">
              <a:avLst/>
            </a:prstGeom>
            <a:ln w="28575" cap="flat" cmpd="sng">
              <a:solidFill>
                <a:schemeClr val="tx1"/>
              </a:solidFill>
              <a:prstDash val="solid"/>
              <a:headEnd type="none" w="med" len="med"/>
              <a:tailEnd type="none" w="med" len="med"/>
            </a:ln>
          </p:spPr>
        </p:sp>
        <p:sp>
          <p:nvSpPr>
            <p:cNvPr id="203806" name="Line 292"/>
            <p:cNvSpPr/>
            <p:nvPr/>
          </p:nvSpPr>
          <p:spPr>
            <a:xfrm>
              <a:off x="738" y="48"/>
              <a:ext cx="351" cy="0"/>
            </a:xfrm>
            <a:prstGeom prst="line">
              <a:avLst/>
            </a:prstGeom>
            <a:ln w="28575" cap="flat" cmpd="sng">
              <a:solidFill>
                <a:schemeClr val="tx1"/>
              </a:solidFill>
              <a:prstDash val="solid"/>
              <a:headEnd type="none" w="med" len="med"/>
              <a:tailEnd type="none" w="med" len="med"/>
            </a:ln>
          </p:spPr>
        </p:sp>
        <p:sp>
          <p:nvSpPr>
            <p:cNvPr id="203807" name="Line 293"/>
            <p:cNvSpPr/>
            <p:nvPr/>
          </p:nvSpPr>
          <p:spPr>
            <a:xfrm>
              <a:off x="747" y="48"/>
              <a:ext cx="0" cy="166"/>
            </a:xfrm>
            <a:prstGeom prst="line">
              <a:avLst/>
            </a:prstGeom>
            <a:ln w="28575" cap="flat" cmpd="sng">
              <a:solidFill>
                <a:schemeClr val="tx1"/>
              </a:solidFill>
              <a:prstDash val="solid"/>
              <a:headEnd type="none" w="med" len="med"/>
              <a:tailEnd type="none" w="med" len="med"/>
            </a:ln>
          </p:spPr>
        </p:sp>
        <p:sp>
          <p:nvSpPr>
            <p:cNvPr id="203808" name="Line 294"/>
            <p:cNvSpPr/>
            <p:nvPr/>
          </p:nvSpPr>
          <p:spPr>
            <a:xfrm>
              <a:off x="1093" y="48"/>
              <a:ext cx="0" cy="166"/>
            </a:xfrm>
            <a:prstGeom prst="line">
              <a:avLst/>
            </a:prstGeom>
            <a:ln w="28575" cap="flat" cmpd="sng">
              <a:solidFill>
                <a:schemeClr val="tx1"/>
              </a:solidFill>
              <a:prstDash val="solid"/>
              <a:headEnd type="none" w="med" len="med"/>
              <a:tailEnd type="none" w="med" len="med"/>
            </a:ln>
          </p:spPr>
        </p:sp>
        <p:sp>
          <p:nvSpPr>
            <p:cNvPr id="203809" name="Line 295"/>
            <p:cNvSpPr/>
            <p:nvPr/>
          </p:nvSpPr>
          <p:spPr>
            <a:xfrm>
              <a:off x="1087" y="214"/>
              <a:ext cx="1043" cy="0"/>
            </a:xfrm>
            <a:prstGeom prst="line">
              <a:avLst/>
            </a:prstGeom>
            <a:ln w="28575" cap="flat" cmpd="sng">
              <a:solidFill>
                <a:schemeClr val="tx1"/>
              </a:solidFill>
              <a:prstDash val="solid"/>
              <a:headEnd type="none" w="med" len="med"/>
              <a:tailEnd type="none" w="med" len="med"/>
            </a:ln>
          </p:spPr>
        </p:sp>
        <p:sp>
          <p:nvSpPr>
            <p:cNvPr id="203810" name="Line 298"/>
            <p:cNvSpPr/>
            <p:nvPr/>
          </p:nvSpPr>
          <p:spPr>
            <a:xfrm>
              <a:off x="2134" y="48"/>
              <a:ext cx="349" cy="0"/>
            </a:xfrm>
            <a:prstGeom prst="line">
              <a:avLst/>
            </a:prstGeom>
            <a:ln w="28575" cap="flat" cmpd="sng">
              <a:solidFill>
                <a:schemeClr val="tx1"/>
              </a:solidFill>
              <a:prstDash val="solid"/>
              <a:headEnd type="none" w="med" len="med"/>
              <a:tailEnd type="none" w="med" len="med"/>
            </a:ln>
          </p:spPr>
        </p:sp>
        <p:sp>
          <p:nvSpPr>
            <p:cNvPr id="203811" name="Line 299"/>
            <p:cNvSpPr/>
            <p:nvPr/>
          </p:nvSpPr>
          <p:spPr>
            <a:xfrm>
              <a:off x="2131" y="48"/>
              <a:ext cx="0" cy="166"/>
            </a:xfrm>
            <a:prstGeom prst="line">
              <a:avLst/>
            </a:prstGeom>
            <a:ln w="28575" cap="flat" cmpd="sng">
              <a:solidFill>
                <a:schemeClr val="tx1"/>
              </a:solidFill>
              <a:prstDash val="solid"/>
              <a:headEnd type="none" w="med" len="med"/>
              <a:tailEnd type="none" w="med" len="med"/>
            </a:ln>
          </p:spPr>
        </p:sp>
        <p:sp>
          <p:nvSpPr>
            <p:cNvPr id="203812" name="Line 300"/>
            <p:cNvSpPr/>
            <p:nvPr/>
          </p:nvSpPr>
          <p:spPr>
            <a:xfrm>
              <a:off x="2475" y="48"/>
              <a:ext cx="0" cy="166"/>
            </a:xfrm>
            <a:prstGeom prst="line">
              <a:avLst/>
            </a:prstGeom>
            <a:ln w="28575" cap="flat" cmpd="sng">
              <a:solidFill>
                <a:schemeClr val="tx1"/>
              </a:solidFill>
              <a:prstDash val="solid"/>
              <a:headEnd type="none" w="med" len="med"/>
              <a:tailEnd type="none" w="med" len="med"/>
            </a:ln>
          </p:spPr>
        </p:sp>
        <p:sp>
          <p:nvSpPr>
            <p:cNvPr id="203813" name="Line 301"/>
            <p:cNvSpPr/>
            <p:nvPr/>
          </p:nvSpPr>
          <p:spPr>
            <a:xfrm>
              <a:off x="2483" y="214"/>
              <a:ext cx="1020" cy="0"/>
            </a:xfrm>
            <a:prstGeom prst="line">
              <a:avLst/>
            </a:prstGeom>
            <a:ln w="28575" cap="flat" cmpd="sng">
              <a:solidFill>
                <a:schemeClr val="tx1"/>
              </a:solidFill>
              <a:prstDash val="solid"/>
              <a:headEnd type="none" w="med" len="med"/>
              <a:tailEnd type="none" w="med" len="med"/>
            </a:ln>
          </p:spPr>
        </p:sp>
      </p:grpSp>
      <p:sp>
        <p:nvSpPr>
          <p:cNvPr id="203787" name="Line 319"/>
          <p:cNvSpPr/>
          <p:nvPr/>
        </p:nvSpPr>
        <p:spPr>
          <a:xfrm>
            <a:off x="2674938" y="2057400"/>
            <a:ext cx="0" cy="1889125"/>
          </a:xfrm>
          <a:prstGeom prst="line">
            <a:avLst/>
          </a:prstGeom>
          <a:ln w="9525" cap="flat" cmpd="sng">
            <a:solidFill>
              <a:schemeClr val="tx1"/>
            </a:solidFill>
            <a:prstDash val="dash"/>
            <a:headEnd type="none" w="med" len="med"/>
            <a:tailEnd type="none" w="med" len="med"/>
          </a:ln>
        </p:spPr>
      </p:sp>
      <p:sp>
        <p:nvSpPr>
          <p:cNvPr id="203788" name="Line 320"/>
          <p:cNvSpPr/>
          <p:nvPr/>
        </p:nvSpPr>
        <p:spPr>
          <a:xfrm>
            <a:off x="3224213" y="2057400"/>
            <a:ext cx="0" cy="1889125"/>
          </a:xfrm>
          <a:prstGeom prst="line">
            <a:avLst/>
          </a:prstGeom>
          <a:ln w="9525" cap="flat" cmpd="sng">
            <a:solidFill>
              <a:schemeClr val="tx1"/>
            </a:solidFill>
            <a:prstDash val="dash"/>
            <a:headEnd type="none" w="med" len="med"/>
            <a:tailEnd type="none" w="med" len="med"/>
          </a:ln>
        </p:spPr>
      </p:sp>
      <p:sp>
        <p:nvSpPr>
          <p:cNvPr id="203789" name="Line 321"/>
          <p:cNvSpPr/>
          <p:nvPr/>
        </p:nvSpPr>
        <p:spPr>
          <a:xfrm>
            <a:off x="3789363" y="2057400"/>
            <a:ext cx="0" cy="1889125"/>
          </a:xfrm>
          <a:prstGeom prst="line">
            <a:avLst/>
          </a:prstGeom>
          <a:ln w="9525" cap="flat" cmpd="sng">
            <a:solidFill>
              <a:schemeClr val="tx1"/>
            </a:solidFill>
            <a:prstDash val="dash"/>
            <a:headEnd type="none" w="med" len="med"/>
            <a:tailEnd type="none" w="med" len="med"/>
          </a:ln>
        </p:spPr>
      </p:sp>
      <p:sp>
        <p:nvSpPr>
          <p:cNvPr id="203790" name="Line 322"/>
          <p:cNvSpPr/>
          <p:nvPr/>
        </p:nvSpPr>
        <p:spPr>
          <a:xfrm>
            <a:off x="4322763" y="2057400"/>
            <a:ext cx="0" cy="1889125"/>
          </a:xfrm>
          <a:prstGeom prst="line">
            <a:avLst/>
          </a:prstGeom>
          <a:ln w="9525" cap="flat" cmpd="sng">
            <a:solidFill>
              <a:schemeClr val="tx1"/>
            </a:solidFill>
            <a:prstDash val="dash"/>
            <a:headEnd type="none" w="med" len="med"/>
            <a:tailEnd type="none" w="med" len="med"/>
          </a:ln>
        </p:spPr>
      </p:sp>
      <p:sp>
        <p:nvSpPr>
          <p:cNvPr id="203791" name="Line 323"/>
          <p:cNvSpPr/>
          <p:nvPr/>
        </p:nvSpPr>
        <p:spPr>
          <a:xfrm>
            <a:off x="4872038" y="2057400"/>
            <a:ext cx="0" cy="1889125"/>
          </a:xfrm>
          <a:prstGeom prst="line">
            <a:avLst/>
          </a:prstGeom>
          <a:ln w="9525" cap="flat" cmpd="sng">
            <a:solidFill>
              <a:schemeClr val="tx1"/>
            </a:solidFill>
            <a:prstDash val="dash"/>
            <a:headEnd type="none" w="med" len="med"/>
            <a:tailEnd type="none" w="med" len="med"/>
          </a:ln>
        </p:spPr>
      </p:sp>
      <p:sp>
        <p:nvSpPr>
          <p:cNvPr id="203792" name="Line 324"/>
          <p:cNvSpPr/>
          <p:nvPr/>
        </p:nvSpPr>
        <p:spPr>
          <a:xfrm>
            <a:off x="5421313" y="2057400"/>
            <a:ext cx="0" cy="1889125"/>
          </a:xfrm>
          <a:prstGeom prst="line">
            <a:avLst/>
          </a:prstGeom>
          <a:ln w="9525" cap="flat" cmpd="sng">
            <a:solidFill>
              <a:schemeClr val="tx1"/>
            </a:solidFill>
            <a:prstDash val="dash"/>
            <a:headEnd type="none" w="med" len="med"/>
            <a:tailEnd type="none" w="med" len="med"/>
          </a:ln>
        </p:spPr>
      </p:sp>
      <p:sp>
        <p:nvSpPr>
          <p:cNvPr id="203793" name="Line 326"/>
          <p:cNvSpPr/>
          <p:nvPr/>
        </p:nvSpPr>
        <p:spPr>
          <a:xfrm>
            <a:off x="5967413" y="2057400"/>
            <a:ext cx="0" cy="1889125"/>
          </a:xfrm>
          <a:prstGeom prst="line">
            <a:avLst/>
          </a:prstGeom>
          <a:ln w="9525" cap="flat" cmpd="sng">
            <a:solidFill>
              <a:schemeClr val="tx1"/>
            </a:solidFill>
            <a:prstDash val="dash"/>
            <a:headEnd type="none" w="med" len="med"/>
            <a:tailEnd type="none" w="med" len="med"/>
          </a:ln>
        </p:spPr>
      </p:sp>
      <p:sp>
        <p:nvSpPr>
          <p:cNvPr id="203794" name="Line 327"/>
          <p:cNvSpPr/>
          <p:nvPr/>
        </p:nvSpPr>
        <p:spPr>
          <a:xfrm>
            <a:off x="6516688" y="2057400"/>
            <a:ext cx="0" cy="1889125"/>
          </a:xfrm>
          <a:prstGeom prst="line">
            <a:avLst/>
          </a:prstGeom>
          <a:ln w="9525" cap="flat" cmpd="sng">
            <a:solidFill>
              <a:schemeClr val="tx1"/>
            </a:solidFill>
            <a:prstDash val="dash"/>
            <a:headEnd type="none" w="med" len="med"/>
            <a:tailEnd type="none" w="med" len="med"/>
          </a:ln>
        </p:spPr>
      </p:sp>
      <p:grpSp>
        <p:nvGrpSpPr>
          <p:cNvPr id="203795" name="Group 336"/>
          <p:cNvGrpSpPr/>
          <p:nvPr/>
        </p:nvGrpSpPr>
        <p:grpSpPr>
          <a:xfrm>
            <a:off x="1487488" y="3543300"/>
            <a:ext cx="5578475" cy="369888"/>
            <a:chOff x="0" y="0"/>
            <a:chExt cx="3514" cy="310"/>
          </a:xfrm>
        </p:grpSpPr>
        <p:sp>
          <p:nvSpPr>
            <p:cNvPr id="203796" name="Text Box 289"/>
            <p:cNvSpPr txBox="1"/>
            <p:nvPr/>
          </p:nvSpPr>
          <p:spPr>
            <a:xfrm>
              <a:off x="0" y="0"/>
              <a:ext cx="457"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baseline="-25000">
                <a:solidFill>
                  <a:schemeClr val="tx1"/>
                </a:solidFill>
                <a:latin typeface="黑体" panose="02010609060101010101" pitchFamily="2" charset="-122"/>
                <a:ea typeface="黑体" panose="02010609060101010101" pitchFamily="2" charset="-122"/>
              </a:endParaRPr>
            </a:p>
          </p:txBody>
        </p:sp>
        <p:sp>
          <p:nvSpPr>
            <p:cNvPr id="203797" name="Line 305"/>
            <p:cNvSpPr/>
            <p:nvPr/>
          </p:nvSpPr>
          <p:spPr>
            <a:xfrm>
              <a:off x="1784" y="48"/>
              <a:ext cx="349" cy="0"/>
            </a:xfrm>
            <a:prstGeom prst="line">
              <a:avLst/>
            </a:prstGeom>
            <a:ln w="28575" cap="flat" cmpd="sng">
              <a:solidFill>
                <a:schemeClr val="tx1"/>
              </a:solidFill>
              <a:prstDash val="solid"/>
              <a:headEnd type="none" w="med" len="med"/>
              <a:tailEnd type="none" w="med" len="med"/>
            </a:ln>
          </p:spPr>
        </p:sp>
        <p:sp>
          <p:nvSpPr>
            <p:cNvPr id="203798" name="Line 306"/>
            <p:cNvSpPr/>
            <p:nvPr/>
          </p:nvSpPr>
          <p:spPr>
            <a:xfrm>
              <a:off x="1786" y="48"/>
              <a:ext cx="0" cy="167"/>
            </a:xfrm>
            <a:prstGeom prst="line">
              <a:avLst/>
            </a:prstGeom>
            <a:ln w="28575" cap="flat" cmpd="sng">
              <a:solidFill>
                <a:schemeClr val="tx1"/>
              </a:solidFill>
              <a:prstDash val="solid"/>
              <a:headEnd type="none" w="med" len="med"/>
              <a:tailEnd type="none" w="med" len="med"/>
            </a:ln>
          </p:spPr>
        </p:sp>
        <p:sp>
          <p:nvSpPr>
            <p:cNvPr id="203799" name="Line 307"/>
            <p:cNvSpPr/>
            <p:nvPr/>
          </p:nvSpPr>
          <p:spPr>
            <a:xfrm>
              <a:off x="2132" y="48"/>
              <a:ext cx="0" cy="167"/>
            </a:xfrm>
            <a:prstGeom prst="line">
              <a:avLst/>
            </a:prstGeom>
            <a:ln w="28575" cap="flat" cmpd="sng">
              <a:solidFill>
                <a:schemeClr val="tx1"/>
              </a:solidFill>
              <a:prstDash val="solid"/>
              <a:headEnd type="none" w="med" len="med"/>
              <a:tailEnd type="none" w="med" len="med"/>
            </a:ln>
          </p:spPr>
        </p:sp>
        <p:sp>
          <p:nvSpPr>
            <p:cNvPr id="203800" name="Line 308"/>
            <p:cNvSpPr/>
            <p:nvPr/>
          </p:nvSpPr>
          <p:spPr>
            <a:xfrm>
              <a:off x="2133" y="215"/>
              <a:ext cx="1043" cy="0"/>
            </a:xfrm>
            <a:prstGeom prst="line">
              <a:avLst/>
            </a:prstGeom>
            <a:ln w="28575" cap="flat" cmpd="sng">
              <a:solidFill>
                <a:schemeClr val="tx1"/>
              </a:solidFill>
              <a:prstDash val="solid"/>
              <a:headEnd type="none" w="med" len="med"/>
              <a:tailEnd type="none" w="med" len="med"/>
            </a:ln>
          </p:spPr>
        </p:sp>
        <p:sp>
          <p:nvSpPr>
            <p:cNvPr id="203801" name="Line 311"/>
            <p:cNvSpPr/>
            <p:nvPr/>
          </p:nvSpPr>
          <p:spPr>
            <a:xfrm>
              <a:off x="336" y="215"/>
              <a:ext cx="1451" cy="0"/>
            </a:xfrm>
            <a:prstGeom prst="line">
              <a:avLst/>
            </a:prstGeom>
            <a:ln w="28575" cap="flat" cmpd="sng">
              <a:solidFill>
                <a:schemeClr val="tx1"/>
              </a:solidFill>
              <a:prstDash val="solid"/>
              <a:headEnd type="none" w="med" len="med"/>
              <a:tailEnd type="none" w="med" len="med"/>
            </a:ln>
          </p:spPr>
        </p:sp>
        <p:sp>
          <p:nvSpPr>
            <p:cNvPr id="203802" name="Line 328"/>
            <p:cNvSpPr/>
            <p:nvPr/>
          </p:nvSpPr>
          <p:spPr>
            <a:xfrm>
              <a:off x="3165" y="48"/>
              <a:ext cx="349" cy="0"/>
            </a:xfrm>
            <a:prstGeom prst="line">
              <a:avLst/>
            </a:prstGeom>
            <a:ln w="28575" cap="flat" cmpd="sng">
              <a:solidFill>
                <a:schemeClr val="tx1"/>
              </a:solidFill>
              <a:prstDash val="solid"/>
              <a:headEnd type="none" w="med" len="med"/>
              <a:tailEnd type="none" w="med" len="med"/>
            </a:ln>
          </p:spPr>
        </p:sp>
        <p:sp>
          <p:nvSpPr>
            <p:cNvPr id="203803" name="Line 329"/>
            <p:cNvSpPr/>
            <p:nvPr/>
          </p:nvSpPr>
          <p:spPr>
            <a:xfrm>
              <a:off x="3167" y="48"/>
              <a:ext cx="0" cy="167"/>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p:cNvSpPr>
          <p:nvPr>
            <p:ph type="title"/>
          </p:nvPr>
        </p:nvSpPr>
        <p:spPr>
          <a:xfrm>
            <a:off x="2125663" y="681038"/>
            <a:ext cx="4540250" cy="628650"/>
          </a:xfrm>
          <a:prstGeom prst="rect">
            <a:avLst/>
          </a:prstGeom>
          <a:noFill/>
          <a:ln w="28575">
            <a:noFill/>
          </a:ln>
        </p:spPr>
        <p:txBody>
          <a:bodyPr/>
          <a:p>
            <a:pPr eaLnBrk="1" hangingPunct="1"/>
            <a:r>
              <a:rPr lang="zh-CN" altLang="en-US" sz="2000" b="1" dirty="0">
                <a:latin typeface="华文新魏" panose="02010800040101010101" pitchFamily="2" charset="-122"/>
                <a:ea typeface="华文新魏" panose="02010800040101010101" pitchFamily="2" charset="-122"/>
              </a:rPr>
              <a:t>三输出扭环移位型节拍分配器逻辑图</a:t>
            </a:r>
            <a:endParaRPr lang="zh-CN" altLang="en-US" sz="2000" b="1" dirty="0">
              <a:latin typeface="华文新魏" panose="02010800040101010101" pitchFamily="2" charset="-122"/>
              <a:ea typeface="华文新魏" panose="02010800040101010101" pitchFamily="2" charset="-122"/>
            </a:endParaRPr>
          </a:p>
        </p:txBody>
      </p:sp>
      <p:grpSp>
        <p:nvGrpSpPr>
          <p:cNvPr id="204803" name="Group 3"/>
          <p:cNvGrpSpPr/>
          <p:nvPr/>
        </p:nvGrpSpPr>
        <p:grpSpPr>
          <a:xfrm>
            <a:off x="962660" y="1066800"/>
            <a:ext cx="7219950" cy="3449638"/>
            <a:chOff x="0" y="0"/>
            <a:chExt cx="11370" cy="5433"/>
          </a:xfrm>
        </p:grpSpPr>
        <p:sp>
          <p:nvSpPr>
            <p:cNvPr id="204813" name="AutoShape 10"/>
            <p:cNvSpPr/>
            <p:nvPr/>
          </p:nvSpPr>
          <p:spPr>
            <a:xfrm rot="-5400000">
              <a:off x="5561" y="2128"/>
              <a:ext cx="753"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4" name="Text Box 13"/>
            <p:cNvSpPr txBox="1"/>
            <p:nvPr/>
          </p:nvSpPr>
          <p:spPr>
            <a:xfrm>
              <a:off x="5210" y="2405"/>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5" name="Text Box 14"/>
            <p:cNvSpPr txBox="1"/>
            <p:nvPr/>
          </p:nvSpPr>
          <p:spPr>
            <a:xfrm>
              <a:off x="5225" y="2865"/>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6" name="AutoShape 18"/>
            <p:cNvSpPr/>
            <p:nvPr/>
          </p:nvSpPr>
          <p:spPr>
            <a:xfrm rot="-5400000">
              <a:off x="369" y="2124"/>
              <a:ext cx="752"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7" name="Text Box 21"/>
            <p:cNvSpPr txBox="1"/>
            <p:nvPr/>
          </p:nvSpPr>
          <p:spPr>
            <a:xfrm>
              <a:off x="30" y="239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8" name="Text Box 22"/>
            <p:cNvSpPr txBox="1"/>
            <p:nvPr/>
          </p:nvSpPr>
          <p:spPr>
            <a:xfrm>
              <a:off x="931" y="2401"/>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19" name="Text Box 23"/>
            <p:cNvSpPr txBox="1"/>
            <p:nvPr/>
          </p:nvSpPr>
          <p:spPr>
            <a:xfrm>
              <a:off x="65" y="285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0" name="Text Box 24"/>
            <p:cNvSpPr txBox="1"/>
            <p:nvPr/>
          </p:nvSpPr>
          <p:spPr>
            <a:xfrm>
              <a:off x="864" y="2744"/>
              <a:ext cx="888" cy="485"/>
            </a:xfrm>
            <a:prstGeom prst="rect">
              <a:avLst/>
            </a:prstGeom>
            <a:noFill/>
            <a:ln w="28575">
              <a:noFill/>
            </a:ln>
          </p:spPr>
          <p:txBody>
            <a:bodyPr>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1" name="AutoShape 27"/>
            <p:cNvSpPr/>
            <p:nvPr/>
          </p:nvSpPr>
          <p:spPr>
            <a:xfrm rot="-5400000">
              <a:off x="2886" y="2141"/>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22" name="Text Box 30"/>
            <p:cNvSpPr txBox="1"/>
            <p:nvPr/>
          </p:nvSpPr>
          <p:spPr>
            <a:xfrm>
              <a:off x="2570" y="2413"/>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3" name="Text Box 31"/>
            <p:cNvSpPr txBox="1"/>
            <p:nvPr/>
          </p:nvSpPr>
          <p:spPr>
            <a:xfrm>
              <a:off x="2585" y="287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4" name="AutoShape 35"/>
            <p:cNvSpPr/>
            <p:nvPr/>
          </p:nvSpPr>
          <p:spPr>
            <a:xfrm rot="-5400000">
              <a:off x="8406" y="2126"/>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nvGrpSpPr>
            <p:cNvPr id="204825" name="Group 135"/>
            <p:cNvGrpSpPr/>
            <p:nvPr/>
          </p:nvGrpSpPr>
          <p:grpSpPr>
            <a:xfrm>
              <a:off x="3650" y="3163"/>
              <a:ext cx="235" cy="112"/>
              <a:chOff x="0" y="0"/>
              <a:chExt cx="94" cy="59"/>
            </a:xfrm>
          </p:grpSpPr>
          <p:sp>
            <p:nvSpPr>
              <p:cNvPr id="204909" name="Line 28"/>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10" name="Line 3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sp>
          <p:nvSpPr>
            <p:cNvPr id="204826" name="Text Box 38"/>
            <p:cNvSpPr txBox="1"/>
            <p:nvPr/>
          </p:nvSpPr>
          <p:spPr>
            <a:xfrm>
              <a:off x="8090" y="2398"/>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7" name="Text Box 39"/>
            <p:cNvSpPr txBox="1"/>
            <p:nvPr/>
          </p:nvSpPr>
          <p:spPr>
            <a:xfrm>
              <a:off x="8960" y="239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8" name="Text Box 40"/>
            <p:cNvSpPr txBox="1"/>
            <p:nvPr/>
          </p:nvSpPr>
          <p:spPr>
            <a:xfrm>
              <a:off x="8327" y="2840"/>
              <a:ext cx="432"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29" name="Line 44"/>
            <p:cNvSpPr/>
            <p:nvPr/>
          </p:nvSpPr>
          <p:spPr>
            <a:xfrm>
              <a:off x="1265" y="3258"/>
              <a:ext cx="0" cy="900"/>
            </a:xfrm>
            <a:prstGeom prst="line">
              <a:avLst/>
            </a:prstGeom>
            <a:ln w="28575" cap="flat" cmpd="sng">
              <a:solidFill>
                <a:schemeClr val="tx1"/>
              </a:solidFill>
              <a:prstDash val="solid"/>
              <a:headEnd type="none" w="med" len="med"/>
              <a:tailEnd type="none" w="med" len="med"/>
            </a:ln>
          </p:spPr>
        </p:sp>
        <p:sp>
          <p:nvSpPr>
            <p:cNvPr id="204830" name="Line 45"/>
            <p:cNvSpPr/>
            <p:nvPr/>
          </p:nvSpPr>
          <p:spPr>
            <a:xfrm>
              <a:off x="1257" y="4115"/>
              <a:ext cx="9360" cy="0"/>
            </a:xfrm>
            <a:prstGeom prst="line">
              <a:avLst/>
            </a:prstGeom>
            <a:ln w="28575" cap="flat" cmpd="sng">
              <a:solidFill>
                <a:schemeClr val="tx1"/>
              </a:solidFill>
              <a:prstDash val="solid"/>
              <a:headEnd type="none" w="med" len="med"/>
              <a:tailEnd type="none" w="med" len="med"/>
            </a:ln>
          </p:spPr>
        </p:sp>
        <p:sp>
          <p:nvSpPr>
            <p:cNvPr id="204831" name="Line 47"/>
            <p:cNvSpPr/>
            <p:nvPr/>
          </p:nvSpPr>
          <p:spPr>
            <a:xfrm flipV="1">
              <a:off x="8685" y="3275"/>
              <a:ext cx="0" cy="1105"/>
            </a:xfrm>
            <a:prstGeom prst="line">
              <a:avLst/>
            </a:prstGeom>
            <a:ln w="28575" cap="flat" cmpd="sng">
              <a:solidFill>
                <a:schemeClr val="tx1"/>
              </a:solidFill>
              <a:prstDash val="solid"/>
              <a:headEnd type="none" w="med" len="med"/>
              <a:tailEnd type="none" w="med" len="med"/>
            </a:ln>
          </p:spPr>
        </p:sp>
        <p:sp>
          <p:nvSpPr>
            <p:cNvPr id="204832" name="Line 48"/>
            <p:cNvSpPr/>
            <p:nvPr/>
          </p:nvSpPr>
          <p:spPr>
            <a:xfrm>
              <a:off x="3751" y="3258"/>
              <a:ext cx="0" cy="900"/>
            </a:xfrm>
            <a:prstGeom prst="line">
              <a:avLst/>
            </a:prstGeom>
            <a:ln w="28575" cap="flat" cmpd="sng">
              <a:solidFill>
                <a:schemeClr val="tx1"/>
              </a:solidFill>
              <a:prstDash val="solid"/>
              <a:headEnd type="none" w="med" len="med"/>
              <a:tailEnd type="none" w="med" len="med"/>
            </a:ln>
          </p:spPr>
        </p:sp>
        <p:sp>
          <p:nvSpPr>
            <p:cNvPr id="204833" name="Line 49"/>
            <p:cNvSpPr/>
            <p:nvPr/>
          </p:nvSpPr>
          <p:spPr>
            <a:xfrm>
              <a:off x="6393" y="3258"/>
              <a:ext cx="0" cy="900"/>
            </a:xfrm>
            <a:prstGeom prst="line">
              <a:avLst/>
            </a:prstGeom>
            <a:ln w="28575" cap="flat" cmpd="sng">
              <a:solidFill>
                <a:schemeClr val="tx1"/>
              </a:solidFill>
              <a:prstDash val="solid"/>
              <a:headEnd type="none" w="med" len="med"/>
              <a:tailEnd type="none" w="med" len="med"/>
            </a:ln>
          </p:spPr>
        </p:sp>
        <p:sp>
          <p:nvSpPr>
            <p:cNvPr id="204834" name="Line 50"/>
            <p:cNvSpPr/>
            <p:nvPr/>
          </p:nvSpPr>
          <p:spPr>
            <a:xfrm>
              <a:off x="9334" y="3258"/>
              <a:ext cx="0" cy="900"/>
            </a:xfrm>
            <a:prstGeom prst="line">
              <a:avLst/>
            </a:prstGeom>
            <a:ln w="28575" cap="flat" cmpd="sng">
              <a:solidFill>
                <a:schemeClr val="tx1"/>
              </a:solidFill>
              <a:prstDash val="solid"/>
              <a:headEnd type="none" w="med" len="med"/>
              <a:tailEnd type="none" w="med" len="med"/>
            </a:ln>
          </p:spPr>
        </p:sp>
        <p:sp>
          <p:nvSpPr>
            <p:cNvPr id="204835" name="Line 51"/>
            <p:cNvSpPr/>
            <p:nvPr/>
          </p:nvSpPr>
          <p:spPr>
            <a:xfrm flipV="1">
              <a:off x="293" y="1745"/>
              <a:ext cx="0" cy="720"/>
            </a:xfrm>
            <a:prstGeom prst="line">
              <a:avLst/>
            </a:prstGeom>
            <a:ln w="28575" cap="flat" cmpd="sng">
              <a:solidFill>
                <a:schemeClr val="tx1"/>
              </a:solidFill>
              <a:prstDash val="solid"/>
              <a:headEnd type="none" w="med" len="med"/>
              <a:tailEnd type="none" w="med" len="med"/>
            </a:ln>
          </p:spPr>
        </p:sp>
        <p:sp>
          <p:nvSpPr>
            <p:cNvPr id="204836" name="Line 52"/>
            <p:cNvSpPr/>
            <p:nvPr/>
          </p:nvSpPr>
          <p:spPr>
            <a:xfrm flipV="1">
              <a:off x="2763" y="2180"/>
              <a:ext cx="0" cy="293"/>
            </a:xfrm>
            <a:prstGeom prst="line">
              <a:avLst/>
            </a:prstGeom>
            <a:ln w="28575" cap="flat" cmpd="sng">
              <a:solidFill>
                <a:schemeClr val="tx1"/>
              </a:solidFill>
              <a:prstDash val="solid"/>
              <a:headEnd type="none" w="med" len="med"/>
              <a:tailEnd type="none" w="med" len="med"/>
            </a:ln>
          </p:spPr>
        </p:sp>
        <p:sp>
          <p:nvSpPr>
            <p:cNvPr id="204837" name="Line 55"/>
            <p:cNvSpPr/>
            <p:nvPr/>
          </p:nvSpPr>
          <p:spPr>
            <a:xfrm flipV="1">
              <a:off x="1180" y="1248"/>
              <a:ext cx="0" cy="1092"/>
            </a:xfrm>
            <a:prstGeom prst="line">
              <a:avLst/>
            </a:prstGeom>
            <a:ln w="28575" cap="flat" cmpd="sng">
              <a:solidFill>
                <a:schemeClr val="tx1"/>
              </a:solidFill>
              <a:prstDash val="solid"/>
              <a:headEnd type="none" w="med" len="med"/>
              <a:tailEnd type="none" w="med" len="med"/>
            </a:ln>
          </p:spPr>
        </p:sp>
        <p:sp>
          <p:nvSpPr>
            <p:cNvPr id="204838" name="Line 56"/>
            <p:cNvSpPr/>
            <p:nvPr/>
          </p:nvSpPr>
          <p:spPr>
            <a:xfrm>
              <a:off x="1158" y="1875"/>
              <a:ext cx="6415" cy="0"/>
            </a:xfrm>
            <a:prstGeom prst="line">
              <a:avLst/>
            </a:prstGeom>
            <a:ln w="28575" cap="flat" cmpd="sng">
              <a:solidFill>
                <a:schemeClr val="tx1"/>
              </a:solidFill>
              <a:prstDash val="solid"/>
              <a:headEnd type="none" w="med" len="med"/>
              <a:tailEnd type="none" w="med" len="med"/>
            </a:ln>
          </p:spPr>
        </p:sp>
        <p:sp>
          <p:nvSpPr>
            <p:cNvPr id="204839" name="Line 57"/>
            <p:cNvSpPr/>
            <p:nvPr/>
          </p:nvSpPr>
          <p:spPr>
            <a:xfrm>
              <a:off x="7560" y="1870"/>
              <a:ext cx="0" cy="1893"/>
            </a:xfrm>
            <a:prstGeom prst="line">
              <a:avLst/>
            </a:prstGeom>
            <a:ln w="28575" cap="flat" cmpd="sng">
              <a:solidFill>
                <a:schemeClr val="tx1"/>
              </a:solidFill>
              <a:prstDash val="solid"/>
              <a:headEnd type="none" w="med" len="med"/>
              <a:tailEnd type="none" w="med" len="med"/>
            </a:ln>
          </p:spPr>
        </p:sp>
        <p:sp>
          <p:nvSpPr>
            <p:cNvPr id="204840" name="Line 58"/>
            <p:cNvSpPr/>
            <p:nvPr/>
          </p:nvSpPr>
          <p:spPr>
            <a:xfrm>
              <a:off x="7560" y="3753"/>
              <a:ext cx="840" cy="0"/>
            </a:xfrm>
            <a:prstGeom prst="line">
              <a:avLst/>
            </a:prstGeom>
            <a:ln w="28575" cap="flat" cmpd="sng">
              <a:solidFill>
                <a:schemeClr val="tx1"/>
              </a:solidFill>
              <a:prstDash val="solid"/>
              <a:headEnd type="none" w="med" len="med"/>
              <a:tailEnd type="none" w="med" len="med"/>
            </a:ln>
          </p:spPr>
        </p:sp>
        <p:sp>
          <p:nvSpPr>
            <p:cNvPr id="204841" name="Line 59"/>
            <p:cNvSpPr/>
            <p:nvPr/>
          </p:nvSpPr>
          <p:spPr>
            <a:xfrm>
              <a:off x="8400" y="3243"/>
              <a:ext cx="0" cy="510"/>
            </a:xfrm>
            <a:prstGeom prst="line">
              <a:avLst/>
            </a:prstGeom>
            <a:ln w="28575" cap="flat" cmpd="sng">
              <a:solidFill>
                <a:schemeClr val="tx1"/>
              </a:solidFill>
              <a:prstDash val="solid"/>
              <a:headEnd type="none" w="med" len="med"/>
              <a:tailEnd type="none" w="med" len="med"/>
            </a:ln>
          </p:spPr>
        </p:sp>
        <p:sp>
          <p:nvSpPr>
            <p:cNvPr id="204842" name="Line 60"/>
            <p:cNvSpPr/>
            <p:nvPr/>
          </p:nvSpPr>
          <p:spPr>
            <a:xfrm flipH="1">
              <a:off x="1800" y="2198"/>
              <a:ext cx="953" cy="0"/>
            </a:xfrm>
            <a:prstGeom prst="line">
              <a:avLst/>
            </a:prstGeom>
            <a:ln w="28575" cap="flat" cmpd="sng">
              <a:solidFill>
                <a:schemeClr val="tx1"/>
              </a:solidFill>
              <a:prstDash val="solid"/>
              <a:headEnd type="none" w="med" len="med"/>
              <a:tailEnd type="none" w="med" len="med"/>
            </a:ln>
          </p:spPr>
        </p:sp>
        <p:sp>
          <p:nvSpPr>
            <p:cNvPr id="204843" name="Line 61"/>
            <p:cNvSpPr/>
            <p:nvPr/>
          </p:nvSpPr>
          <p:spPr>
            <a:xfrm>
              <a:off x="1800" y="1235"/>
              <a:ext cx="0" cy="4165"/>
            </a:xfrm>
            <a:prstGeom prst="line">
              <a:avLst/>
            </a:prstGeom>
            <a:ln w="28575" cap="flat" cmpd="sng">
              <a:solidFill>
                <a:schemeClr val="tx1"/>
              </a:solidFill>
              <a:prstDash val="solid"/>
              <a:headEnd type="none" w="med" len="med"/>
              <a:tailEnd type="none" w="med" len="med"/>
            </a:ln>
          </p:spPr>
        </p:sp>
        <p:sp>
          <p:nvSpPr>
            <p:cNvPr id="204844" name="Line 62"/>
            <p:cNvSpPr/>
            <p:nvPr/>
          </p:nvSpPr>
          <p:spPr>
            <a:xfrm>
              <a:off x="1780" y="5405"/>
              <a:ext cx="6603" cy="0"/>
            </a:xfrm>
            <a:prstGeom prst="line">
              <a:avLst/>
            </a:prstGeom>
            <a:ln w="28575" cap="flat" cmpd="sng">
              <a:solidFill>
                <a:schemeClr val="tx1"/>
              </a:solidFill>
              <a:prstDash val="solid"/>
              <a:headEnd type="none" w="med" len="med"/>
              <a:tailEnd type="none" w="med" len="med"/>
            </a:ln>
          </p:spPr>
        </p:sp>
        <p:sp>
          <p:nvSpPr>
            <p:cNvPr id="204845" name="Line 63"/>
            <p:cNvSpPr/>
            <p:nvPr/>
          </p:nvSpPr>
          <p:spPr>
            <a:xfrm flipV="1">
              <a:off x="8390" y="5043"/>
              <a:ext cx="0" cy="382"/>
            </a:xfrm>
            <a:prstGeom prst="line">
              <a:avLst/>
            </a:prstGeom>
            <a:ln w="28575" cap="flat" cmpd="sng">
              <a:solidFill>
                <a:schemeClr val="tx1"/>
              </a:solidFill>
              <a:prstDash val="solid"/>
              <a:headEnd type="none" w="med" len="med"/>
              <a:tailEnd type="none" w="med" len="med"/>
            </a:ln>
          </p:spPr>
        </p:sp>
        <p:sp>
          <p:nvSpPr>
            <p:cNvPr id="204846" name="Line 64"/>
            <p:cNvSpPr/>
            <p:nvPr/>
          </p:nvSpPr>
          <p:spPr>
            <a:xfrm>
              <a:off x="2850" y="3258"/>
              <a:ext cx="0" cy="540"/>
            </a:xfrm>
            <a:prstGeom prst="line">
              <a:avLst/>
            </a:prstGeom>
            <a:ln w="28575" cap="flat" cmpd="sng">
              <a:solidFill>
                <a:schemeClr val="tx1"/>
              </a:solidFill>
              <a:prstDash val="solid"/>
              <a:headEnd type="none" w="med" len="med"/>
              <a:tailEnd type="none" w="med" len="med"/>
            </a:ln>
          </p:spPr>
        </p:sp>
        <p:sp>
          <p:nvSpPr>
            <p:cNvPr id="204847" name="Line 65"/>
            <p:cNvSpPr/>
            <p:nvPr/>
          </p:nvSpPr>
          <p:spPr>
            <a:xfrm>
              <a:off x="5498" y="3243"/>
              <a:ext cx="0" cy="540"/>
            </a:xfrm>
            <a:prstGeom prst="line">
              <a:avLst/>
            </a:prstGeom>
            <a:ln w="28575" cap="flat" cmpd="sng">
              <a:solidFill>
                <a:schemeClr val="tx1"/>
              </a:solidFill>
              <a:prstDash val="solid"/>
              <a:headEnd type="none" w="med" len="med"/>
              <a:tailEnd type="none" w="med" len="med"/>
            </a:ln>
          </p:spPr>
        </p:sp>
        <p:sp>
          <p:nvSpPr>
            <p:cNvPr id="204848" name="Line 66"/>
            <p:cNvSpPr/>
            <p:nvPr/>
          </p:nvSpPr>
          <p:spPr>
            <a:xfrm>
              <a:off x="308" y="3258"/>
              <a:ext cx="0" cy="540"/>
            </a:xfrm>
            <a:prstGeom prst="line">
              <a:avLst/>
            </a:prstGeom>
            <a:ln w="28575" cap="flat" cmpd="sng">
              <a:solidFill>
                <a:schemeClr val="tx1"/>
              </a:solidFill>
              <a:prstDash val="solid"/>
              <a:headEnd type="none" w="med" len="med"/>
              <a:tailEnd type="none" w="med" len="med"/>
            </a:ln>
          </p:spPr>
        </p:sp>
        <p:sp>
          <p:nvSpPr>
            <p:cNvPr id="204849" name="Line 67"/>
            <p:cNvSpPr/>
            <p:nvPr/>
          </p:nvSpPr>
          <p:spPr>
            <a:xfrm>
              <a:off x="293" y="3798"/>
              <a:ext cx="1507" cy="0"/>
            </a:xfrm>
            <a:prstGeom prst="line">
              <a:avLst/>
            </a:prstGeom>
            <a:ln w="28575" cap="flat" cmpd="sng">
              <a:solidFill>
                <a:schemeClr val="tx1"/>
              </a:solidFill>
              <a:prstDash val="solid"/>
              <a:headEnd type="none" w="med" len="med"/>
              <a:tailEnd type="none" w="med" len="med"/>
            </a:ln>
          </p:spPr>
        </p:sp>
        <p:sp>
          <p:nvSpPr>
            <p:cNvPr id="204850" name="Line 68"/>
            <p:cNvSpPr/>
            <p:nvPr/>
          </p:nvSpPr>
          <p:spPr>
            <a:xfrm>
              <a:off x="2858" y="3783"/>
              <a:ext cx="1472" cy="0"/>
            </a:xfrm>
            <a:prstGeom prst="line">
              <a:avLst/>
            </a:prstGeom>
            <a:ln w="28575" cap="flat" cmpd="sng">
              <a:solidFill>
                <a:schemeClr val="tx1"/>
              </a:solidFill>
              <a:prstDash val="solid"/>
              <a:headEnd type="none" w="med" len="med"/>
              <a:tailEnd type="none" w="med" len="med"/>
            </a:ln>
          </p:spPr>
        </p:sp>
        <p:sp>
          <p:nvSpPr>
            <p:cNvPr id="204851" name="Line 69"/>
            <p:cNvSpPr/>
            <p:nvPr/>
          </p:nvSpPr>
          <p:spPr>
            <a:xfrm flipV="1">
              <a:off x="4320" y="1260"/>
              <a:ext cx="0" cy="2513"/>
            </a:xfrm>
            <a:prstGeom prst="line">
              <a:avLst/>
            </a:prstGeom>
            <a:ln w="28575" cap="flat" cmpd="sng">
              <a:solidFill>
                <a:schemeClr val="tx1"/>
              </a:solidFill>
              <a:prstDash val="solid"/>
              <a:headEnd type="none" w="med" len="med"/>
              <a:tailEnd type="none" w="med" len="med"/>
            </a:ln>
          </p:spPr>
        </p:sp>
        <p:sp>
          <p:nvSpPr>
            <p:cNvPr id="204852" name="Line 70"/>
            <p:cNvSpPr/>
            <p:nvPr/>
          </p:nvSpPr>
          <p:spPr>
            <a:xfrm>
              <a:off x="4320" y="2178"/>
              <a:ext cx="1123" cy="0"/>
            </a:xfrm>
            <a:prstGeom prst="line">
              <a:avLst/>
            </a:prstGeom>
            <a:ln w="28575" cap="flat" cmpd="sng">
              <a:solidFill>
                <a:schemeClr val="tx1"/>
              </a:solidFill>
              <a:prstDash val="solid"/>
              <a:headEnd type="none" w="med" len="med"/>
              <a:tailEnd type="none" w="med" len="med"/>
            </a:ln>
          </p:spPr>
        </p:sp>
        <p:sp>
          <p:nvSpPr>
            <p:cNvPr id="204853" name="Line 71"/>
            <p:cNvSpPr/>
            <p:nvPr/>
          </p:nvSpPr>
          <p:spPr>
            <a:xfrm>
              <a:off x="5498" y="3783"/>
              <a:ext cx="1360" cy="0"/>
            </a:xfrm>
            <a:prstGeom prst="line">
              <a:avLst/>
            </a:prstGeom>
            <a:ln w="28575" cap="flat" cmpd="sng">
              <a:solidFill>
                <a:schemeClr val="tx1"/>
              </a:solidFill>
              <a:prstDash val="solid"/>
              <a:headEnd type="none" w="med" len="med"/>
              <a:tailEnd type="none" w="med" len="med"/>
            </a:ln>
          </p:spPr>
        </p:sp>
        <p:sp>
          <p:nvSpPr>
            <p:cNvPr id="204854" name="Line 73"/>
            <p:cNvSpPr/>
            <p:nvPr/>
          </p:nvSpPr>
          <p:spPr>
            <a:xfrm>
              <a:off x="6840" y="2178"/>
              <a:ext cx="1490" cy="0"/>
            </a:xfrm>
            <a:prstGeom prst="line">
              <a:avLst/>
            </a:prstGeom>
            <a:ln w="28575" cap="flat" cmpd="sng">
              <a:solidFill>
                <a:schemeClr val="tx1"/>
              </a:solidFill>
              <a:prstDash val="solid"/>
              <a:headEnd type="none" w="med" len="med"/>
              <a:tailEnd type="none" w="med" len="med"/>
            </a:ln>
          </p:spPr>
        </p:sp>
        <p:sp>
          <p:nvSpPr>
            <p:cNvPr id="204855" name="Line 74"/>
            <p:cNvSpPr/>
            <p:nvPr/>
          </p:nvSpPr>
          <p:spPr>
            <a:xfrm flipV="1">
              <a:off x="9195" y="1818"/>
              <a:ext cx="0" cy="540"/>
            </a:xfrm>
            <a:prstGeom prst="line">
              <a:avLst/>
            </a:prstGeom>
            <a:ln w="28575" cap="flat" cmpd="sng">
              <a:solidFill>
                <a:schemeClr val="tx1"/>
              </a:solidFill>
              <a:prstDash val="solid"/>
              <a:headEnd type="none" w="med" len="med"/>
              <a:tailEnd type="none" w="med" len="med"/>
            </a:ln>
          </p:spPr>
        </p:sp>
        <p:sp>
          <p:nvSpPr>
            <p:cNvPr id="204856" name="Line 75"/>
            <p:cNvSpPr/>
            <p:nvPr/>
          </p:nvSpPr>
          <p:spPr>
            <a:xfrm>
              <a:off x="9218" y="1818"/>
              <a:ext cx="747" cy="0"/>
            </a:xfrm>
            <a:prstGeom prst="line">
              <a:avLst/>
            </a:prstGeom>
            <a:ln w="28575" cap="flat" cmpd="sng">
              <a:solidFill>
                <a:schemeClr val="tx1"/>
              </a:solidFill>
              <a:prstDash val="solid"/>
              <a:headEnd type="none" w="med" len="med"/>
              <a:tailEnd type="none" w="med" len="med"/>
            </a:ln>
          </p:spPr>
        </p:sp>
        <p:sp>
          <p:nvSpPr>
            <p:cNvPr id="204857" name="Line 76"/>
            <p:cNvSpPr/>
            <p:nvPr/>
          </p:nvSpPr>
          <p:spPr>
            <a:xfrm>
              <a:off x="9960" y="1820"/>
              <a:ext cx="0" cy="3613"/>
            </a:xfrm>
            <a:prstGeom prst="line">
              <a:avLst/>
            </a:prstGeom>
            <a:ln w="28575" cap="flat" cmpd="sng">
              <a:solidFill>
                <a:schemeClr val="tx1"/>
              </a:solidFill>
              <a:prstDash val="solid"/>
              <a:headEnd type="none" w="med" len="med"/>
              <a:tailEnd type="none" w="med" len="med"/>
            </a:ln>
          </p:spPr>
        </p:sp>
        <p:sp>
          <p:nvSpPr>
            <p:cNvPr id="204858" name="Line 77"/>
            <p:cNvSpPr/>
            <p:nvPr/>
          </p:nvSpPr>
          <p:spPr>
            <a:xfrm flipH="1">
              <a:off x="8980" y="5420"/>
              <a:ext cx="993" cy="0"/>
            </a:xfrm>
            <a:prstGeom prst="line">
              <a:avLst/>
            </a:prstGeom>
            <a:ln w="28575" cap="flat" cmpd="sng">
              <a:solidFill>
                <a:schemeClr val="tx1"/>
              </a:solidFill>
              <a:prstDash val="solid"/>
              <a:headEnd type="none" w="med" len="med"/>
              <a:tailEnd type="none" w="med" len="med"/>
            </a:ln>
          </p:spPr>
        </p:sp>
        <p:sp>
          <p:nvSpPr>
            <p:cNvPr id="204859" name="Line 78"/>
            <p:cNvSpPr/>
            <p:nvPr/>
          </p:nvSpPr>
          <p:spPr>
            <a:xfrm flipV="1">
              <a:off x="9000" y="5040"/>
              <a:ext cx="0" cy="383"/>
            </a:xfrm>
            <a:prstGeom prst="line">
              <a:avLst/>
            </a:prstGeom>
            <a:ln w="28575" cap="flat" cmpd="sng">
              <a:solidFill>
                <a:schemeClr val="tx1"/>
              </a:solidFill>
              <a:prstDash val="solid"/>
              <a:headEnd type="none" w="med" len="med"/>
              <a:tailEnd type="none" w="med" len="med"/>
            </a:ln>
          </p:spPr>
        </p:sp>
        <p:sp>
          <p:nvSpPr>
            <p:cNvPr id="204860" name="Text Box 86"/>
            <p:cNvSpPr txBox="1"/>
            <p:nvPr/>
          </p:nvSpPr>
          <p:spPr>
            <a:xfrm>
              <a:off x="10655" y="3845"/>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61" name="Text Box 87"/>
            <p:cNvSpPr txBox="1"/>
            <p:nvPr/>
          </p:nvSpPr>
          <p:spPr>
            <a:xfrm>
              <a:off x="5400" y="2073"/>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2" name="Text Box 88"/>
            <p:cNvSpPr txBox="1"/>
            <p:nvPr/>
          </p:nvSpPr>
          <p:spPr>
            <a:xfrm>
              <a:off x="240" y="327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3" name="Text Box 89"/>
            <p:cNvSpPr txBox="1"/>
            <p:nvPr/>
          </p:nvSpPr>
          <p:spPr>
            <a:xfrm>
              <a:off x="2785" y="326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4" name="Text Box 90"/>
            <p:cNvSpPr txBox="1"/>
            <p:nvPr/>
          </p:nvSpPr>
          <p:spPr>
            <a:xfrm>
              <a:off x="5425" y="326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5" name="Text Box 91"/>
            <p:cNvSpPr txBox="1"/>
            <p:nvPr/>
          </p:nvSpPr>
          <p:spPr>
            <a:xfrm>
              <a:off x="7490" y="3260"/>
              <a:ext cx="907"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  D</a:t>
              </a:r>
              <a:r>
                <a:rPr lang="en-US" altLang="zh-CN" sz="1400" b="1" baseline="-25000">
                  <a:solidFill>
                    <a:schemeClr val="tx1"/>
                  </a:solidFill>
                  <a:latin typeface="黑体" panose="02010609060101010101" pitchFamily="2" charset="-122"/>
                  <a:ea typeface="黑体" panose="02010609060101010101" pitchFamily="2" charset="-122"/>
                </a:rPr>
                <a:t>02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6" name="Text Box 92"/>
            <p:cNvSpPr txBox="1"/>
            <p:nvPr/>
          </p:nvSpPr>
          <p:spPr>
            <a:xfrm>
              <a:off x="8640" y="3260"/>
              <a:ext cx="624"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01</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7" name="Text Box 94"/>
            <p:cNvSpPr txBox="1"/>
            <p:nvPr/>
          </p:nvSpPr>
          <p:spPr>
            <a:xfrm>
              <a:off x="240" y="2000"/>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8" name="Text Box 96"/>
            <p:cNvSpPr txBox="1"/>
            <p:nvPr/>
          </p:nvSpPr>
          <p:spPr>
            <a:xfrm>
              <a:off x="2812" y="1819"/>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69" name="Rectangle 101"/>
            <p:cNvSpPr/>
            <p:nvPr/>
          </p:nvSpPr>
          <p:spPr>
            <a:xfrm>
              <a:off x="960" y="723"/>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0" name="Text Box 102"/>
            <p:cNvSpPr txBox="1"/>
            <p:nvPr/>
          </p:nvSpPr>
          <p:spPr>
            <a:xfrm>
              <a:off x="1244" y="67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1" name="Line 103"/>
            <p:cNvSpPr/>
            <p:nvPr/>
          </p:nvSpPr>
          <p:spPr>
            <a:xfrm>
              <a:off x="1485" y="398"/>
              <a:ext cx="0" cy="340"/>
            </a:xfrm>
            <a:prstGeom prst="line">
              <a:avLst/>
            </a:prstGeom>
            <a:ln w="28575">
              <a:noFill/>
            </a:ln>
          </p:spPr>
        </p:sp>
        <p:sp>
          <p:nvSpPr>
            <p:cNvPr id="204872" name="Text Box 104"/>
            <p:cNvSpPr txBox="1"/>
            <p:nvPr/>
          </p:nvSpPr>
          <p:spPr>
            <a:xfrm>
              <a:off x="1155" y="0"/>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3" name="Rectangle 107"/>
            <p:cNvSpPr/>
            <p:nvPr/>
          </p:nvSpPr>
          <p:spPr>
            <a:xfrm>
              <a:off x="3455"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4" name="Text Box 108"/>
            <p:cNvSpPr txBox="1"/>
            <p:nvPr/>
          </p:nvSpPr>
          <p:spPr>
            <a:xfrm>
              <a:off x="3739" y="68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5" name="Line 109"/>
            <p:cNvSpPr/>
            <p:nvPr/>
          </p:nvSpPr>
          <p:spPr>
            <a:xfrm>
              <a:off x="3980" y="408"/>
              <a:ext cx="0" cy="340"/>
            </a:xfrm>
            <a:prstGeom prst="line">
              <a:avLst/>
            </a:prstGeom>
            <a:ln w="28575">
              <a:noFill/>
            </a:ln>
          </p:spPr>
        </p:sp>
        <p:sp>
          <p:nvSpPr>
            <p:cNvPr id="204876" name="Text Box 110"/>
            <p:cNvSpPr txBox="1"/>
            <p:nvPr/>
          </p:nvSpPr>
          <p:spPr>
            <a:xfrm>
              <a:off x="3650" y="13"/>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7" name="Rectangle 112"/>
            <p:cNvSpPr/>
            <p:nvPr/>
          </p:nvSpPr>
          <p:spPr>
            <a:xfrm>
              <a:off x="6000"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8" name="Text Box 113"/>
            <p:cNvSpPr txBox="1"/>
            <p:nvPr/>
          </p:nvSpPr>
          <p:spPr>
            <a:xfrm>
              <a:off x="6284" y="683"/>
              <a:ext cx="72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79" name="Line 114"/>
            <p:cNvSpPr/>
            <p:nvPr/>
          </p:nvSpPr>
          <p:spPr>
            <a:xfrm>
              <a:off x="6525" y="408"/>
              <a:ext cx="0" cy="340"/>
            </a:xfrm>
            <a:prstGeom prst="line">
              <a:avLst/>
            </a:prstGeom>
            <a:ln w="28575">
              <a:noFill/>
            </a:ln>
          </p:spPr>
        </p:sp>
        <p:sp>
          <p:nvSpPr>
            <p:cNvPr id="204880" name="Text Box 115"/>
            <p:cNvSpPr txBox="1"/>
            <p:nvPr/>
          </p:nvSpPr>
          <p:spPr>
            <a:xfrm>
              <a:off x="6195" y="13"/>
              <a:ext cx="840" cy="485"/>
            </a:xfrm>
            <a:prstGeom prst="rect">
              <a:avLst/>
            </a:prstGeom>
            <a:noFill/>
            <a:ln w="28575">
              <a:noFill/>
            </a:ln>
          </p:spPr>
          <p:txBody>
            <a:bodyPr>
              <a:spAutoFit/>
            </a:bodyPr>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81" name="Text Box 117"/>
            <p:cNvSpPr txBox="1"/>
            <p:nvPr/>
          </p:nvSpPr>
          <p:spPr>
            <a:xfrm>
              <a:off x="8254" y="1932"/>
              <a:ext cx="528" cy="485"/>
            </a:xfrm>
            <a:prstGeom prst="rect">
              <a:avLst/>
            </a:prstGeom>
            <a:noFill/>
            <a:ln w="28575">
              <a:noFill/>
            </a:ln>
          </p:spPr>
          <p:txBody>
            <a:bodyPr wrap="none">
              <a:spAutoFit/>
            </a:bodyPr>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baseline="-25000">
                <a:solidFill>
                  <a:schemeClr val="tx1"/>
                </a:solidFill>
                <a:latin typeface="黑体" panose="02010609060101010101" pitchFamily="2" charset="-122"/>
                <a:ea typeface="黑体" panose="02010609060101010101" pitchFamily="2" charset="-122"/>
              </a:endParaRPr>
            </a:p>
          </p:txBody>
        </p:sp>
        <p:sp>
          <p:nvSpPr>
            <p:cNvPr id="204882" name="Oval 118"/>
            <p:cNvSpPr/>
            <p:nvPr/>
          </p:nvSpPr>
          <p:spPr>
            <a:xfrm>
              <a:off x="1740" y="37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3" name="Oval 119"/>
            <p:cNvSpPr/>
            <p:nvPr/>
          </p:nvSpPr>
          <p:spPr>
            <a:xfrm>
              <a:off x="1750" y="21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4" name="Oval 120"/>
            <p:cNvSpPr/>
            <p:nvPr/>
          </p:nvSpPr>
          <p:spPr>
            <a:xfrm>
              <a:off x="1105" y="181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5" name="Line 121"/>
            <p:cNvSpPr/>
            <p:nvPr/>
          </p:nvSpPr>
          <p:spPr>
            <a:xfrm flipV="1">
              <a:off x="3670" y="1255"/>
              <a:ext cx="0" cy="1130"/>
            </a:xfrm>
            <a:prstGeom prst="line">
              <a:avLst/>
            </a:prstGeom>
            <a:ln w="28575" cap="flat" cmpd="sng">
              <a:solidFill>
                <a:schemeClr val="tx1"/>
              </a:solidFill>
              <a:prstDash val="solid"/>
              <a:headEnd type="none" w="med" len="med"/>
              <a:tailEnd type="none" w="med" len="med"/>
            </a:ln>
          </p:spPr>
        </p:sp>
        <p:sp>
          <p:nvSpPr>
            <p:cNvPr id="204886" name="Line 122"/>
            <p:cNvSpPr/>
            <p:nvPr/>
          </p:nvSpPr>
          <p:spPr>
            <a:xfrm flipV="1">
              <a:off x="6290" y="1260"/>
              <a:ext cx="0" cy="1093"/>
            </a:xfrm>
            <a:prstGeom prst="line">
              <a:avLst/>
            </a:prstGeom>
            <a:ln w="28575" cap="flat" cmpd="sng">
              <a:solidFill>
                <a:schemeClr val="tx1"/>
              </a:solidFill>
              <a:prstDash val="solid"/>
              <a:headEnd type="none" w="med" len="med"/>
              <a:tailEnd type="none" w="med" len="med"/>
            </a:ln>
          </p:spPr>
        </p:sp>
        <p:sp>
          <p:nvSpPr>
            <p:cNvPr id="204887" name="Line 123"/>
            <p:cNvSpPr/>
            <p:nvPr/>
          </p:nvSpPr>
          <p:spPr>
            <a:xfrm flipV="1">
              <a:off x="5420" y="2178"/>
              <a:ext cx="0" cy="295"/>
            </a:xfrm>
            <a:prstGeom prst="line">
              <a:avLst/>
            </a:prstGeom>
            <a:ln w="28575" cap="flat" cmpd="sng">
              <a:solidFill>
                <a:schemeClr val="tx1"/>
              </a:solidFill>
              <a:prstDash val="solid"/>
              <a:headEnd type="none" w="med" len="med"/>
              <a:tailEnd type="none" w="med" len="med"/>
            </a:ln>
          </p:spPr>
        </p:sp>
        <p:sp>
          <p:nvSpPr>
            <p:cNvPr id="204888" name="Line 124"/>
            <p:cNvSpPr/>
            <p:nvPr/>
          </p:nvSpPr>
          <p:spPr>
            <a:xfrm flipV="1">
              <a:off x="8305" y="2178"/>
              <a:ext cx="0" cy="295"/>
            </a:xfrm>
            <a:prstGeom prst="line">
              <a:avLst/>
            </a:prstGeom>
            <a:ln w="28575" cap="flat" cmpd="sng">
              <a:solidFill>
                <a:schemeClr val="tx1"/>
              </a:solidFill>
              <a:prstDash val="solid"/>
              <a:headEnd type="none" w="med" len="med"/>
              <a:tailEnd type="none" w="med" len="med"/>
            </a:ln>
          </p:spPr>
        </p:sp>
        <p:sp>
          <p:nvSpPr>
            <p:cNvPr id="204889" name="Line 125"/>
            <p:cNvSpPr/>
            <p:nvPr/>
          </p:nvSpPr>
          <p:spPr>
            <a:xfrm flipV="1">
              <a:off x="6840" y="1260"/>
              <a:ext cx="0" cy="2513"/>
            </a:xfrm>
            <a:prstGeom prst="line">
              <a:avLst/>
            </a:prstGeom>
            <a:ln w="28575" cap="flat" cmpd="sng">
              <a:solidFill>
                <a:schemeClr val="tx1"/>
              </a:solidFill>
              <a:prstDash val="solid"/>
              <a:headEnd type="none" w="med" len="med"/>
              <a:tailEnd type="none" w="med" len="med"/>
            </a:ln>
          </p:spPr>
        </p:sp>
        <p:sp>
          <p:nvSpPr>
            <p:cNvPr id="204890" name="Oval 126"/>
            <p:cNvSpPr/>
            <p:nvPr/>
          </p:nvSpPr>
          <p:spPr>
            <a:xfrm>
              <a:off x="6770" y="212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1" name="Oval 127"/>
            <p:cNvSpPr/>
            <p:nvPr/>
          </p:nvSpPr>
          <p:spPr>
            <a:xfrm>
              <a:off x="4270" y="2123"/>
              <a:ext cx="120" cy="90"/>
            </a:xfrm>
            <a:prstGeom prst="ellipse">
              <a:avLst/>
            </a:prstGeom>
            <a:solidFill>
              <a:schemeClr val="tx1"/>
            </a:solidFill>
            <a:ln w="28575">
              <a:noFill/>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2" name="AutoShape 6"/>
            <p:cNvSpPr/>
            <p:nvPr/>
          </p:nvSpPr>
          <p:spPr>
            <a:xfrm>
              <a:off x="8170" y="4553"/>
              <a:ext cx="1020" cy="51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algn="ctr">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3" name="Oval 129"/>
            <p:cNvSpPr/>
            <p:nvPr/>
          </p:nvSpPr>
          <p:spPr>
            <a:xfrm>
              <a:off x="369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4" name="Oval 130"/>
            <p:cNvSpPr/>
            <p:nvPr/>
          </p:nvSpPr>
          <p:spPr>
            <a:xfrm>
              <a:off x="633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5" name="Oval 131"/>
            <p:cNvSpPr/>
            <p:nvPr/>
          </p:nvSpPr>
          <p:spPr>
            <a:xfrm>
              <a:off x="928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6" name="Text Box 7"/>
            <p:cNvSpPr txBox="1"/>
            <p:nvPr/>
          </p:nvSpPr>
          <p:spPr>
            <a:xfrm>
              <a:off x="8349" y="4494"/>
              <a:ext cx="885" cy="485"/>
            </a:xfrm>
            <a:prstGeom prst="rect">
              <a:avLst/>
            </a:prstGeom>
            <a:noFill/>
            <a:ln w="28575">
              <a:noFill/>
            </a:ln>
          </p:spPr>
          <p:txBody>
            <a:bodyPr>
              <a:spAutoFit/>
            </a:bodyPr>
            <a:p>
              <a:pPr>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 &amp;</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204897" name="Group 136"/>
            <p:cNvGrpSpPr/>
            <p:nvPr/>
          </p:nvGrpSpPr>
          <p:grpSpPr>
            <a:xfrm>
              <a:off x="1156" y="3132"/>
              <a:ext cx="235" cy="99"/>
              <a:chOff x="18" y="36"/>
              <a:chExt cx="94" cy="53"/>
            </a:xfrm>
          </p:grpSpPr>
          <p:sp>
            <p:nvSpPr>
              <p:cNvPr id="204907" name="Line 137"/>
              <p:cNvSpPr/>
              <p:nvPr/>
            </p:nvSpPr>
            <p:spPr>
              <a:xfrm rot="-5400000">
                <a:off x="18" y="36"/>
                <a:ext cx="48" cy="48"/>
              </a:xfrm>
              <a:prstGeom prst="line">
                <a:avLst/>
              </a:prstGeom>
              <a:ln w="28575" cap="flat" cmpd="sng">
                <a:solidFill>
                  <a:schemeClr val="tx1"/>
                </a:solidFill>
                <a:prstDash val="solid"/>
                <a:headEnd type="none" w="med" len="med"/>
                <a:tailEnd type="none" w="med" len="med"/>
              </a:ln>
            </p:spPr>
          </p:sp>
          <p:sp>
            <p:nvSpPr>
              <p:cNvPr id="204908" name="Line 138"/>
              <p:cNvSpPr/>
              <p:nvPr/>
            </p:nvSpPr>
            <p:spPr>
              <a:xfrm rot="-4800000" flipH="1">
                <a:off x="64" y="41"/>
                <a:ext cx="48" cy="48"/>
              </a:xfrm>
              <a:prstGeom prst="line">
                <a:avLst/>
              </a:prstGeom>
              <a:ln w="28575" cap="flat" cmpd="sng">
                <a:solidFill>
                  <a:schemeClr val="tx1"/>
                </a:solidFill>
                <a:prstDash val="solid"/>
                <a:headEnd type="none" w="med" len="med"/>
                <a:tailEnd type="none" w="med" len="med"/>
              </a:ln>
            </p:spPr>
          </p:sp>
        </p:grpSp>
        <p:sp>
          <p:nvSpPr>
            <p:cNvPr id="204898" name="Text Box 139"/>
            <p:cNvSpPr txBox="1"/>
            <p:nvPr/>
          </p:nvSpPr>
          <p:spPr>
            <a:xfrm>
              <a:off x="3376" y="2753"/>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99" name="Text Box 140"/>
            <p:cNvSpPr txBox="1"/>
            <p:nvPr/>
          </p:nvSpPr>
          <p:spPr>
            <a:xfrm>
              <a:off x="6038" y="2742"/>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900" name="Text Box 141"/>
            <p:cNvSpPr txBox="1"/>
            <p:nvPr/>
          </p:nvSpPr>
          <p:spPr>
            <a:xfrm>
              <a:off x="8943" y="2769"/>
              <a:ext cx="715" cy="48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endParaRPr lang="en-US" altLang="zh-CN" sz="1400">
                <a:solidFill>
                  <a:schemeClr val="tx1"/>
                </a:solidFill>
                <a:latin typeface="黑体" panose="02010609060101010101" pitchFamily="2" charset="-122"/>
                <a:ea typeface="黑体" panose="02010609060101010101" pitchFamily="2" charset="-122"/>
              </a:endParaRPr>
            </a:p>
          </p:txBody>
        </p:sp>
        <p:grpSp>
          <p:nvGrpSpPr>
            <p:cNvPr id="204901" name="Group 142"/>
            <p:cNvGrpSpPr/>
            <p:nvPr/>
          </p:nvGrpSpPr>
          <p:grpSpPr>
            <a:xfrm>
              <a:off x="6295" y="3150"/>
              <a:ext cx="235" cy="110"/>
              <a:chOff x="0" y="0"/>
              <a:chExt cx="94" cy="59"/>
            </a:xfrm>
          </p:grpSpPr>
          <p:sp>
            <p:nvSpPr>
              <p:cNvPr id="204905" name="Line 143"/>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6" name="Line 144"/>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nvGrpSpPr>
            <p:cNvPr id="204902" name="Group 145"/>
            <p:cNvGrpSpPr/>
            <p:nvPr/>
          </p:nvGrpSpPr>
          <p:grpSpPr>
            <a:xfrm>
              <a:off x="9245" y="3150"/>
              <a:ext cx="235" cy="110"/>
              <a:chOff x="0" y="0"/>
              <a:chExt cx="94" cy="59"/>
            </a:xfrm>
          </p:grpSpPr>
          <p:sp>
            <p:nvSpPr>
              <p:cNvPr id="204903" name="Line 146"/>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4" name="Line 14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sp>
        <p:nvSpPr>
          <p:cNvPr id="204804" name="Text Box 39"/>
          <p:cNvSpPr txBox="1"/>
          <p:nvPr/>
        </p:nvSpPr>
        <p:spPr>
          <a:xfrm>
            <a:off x="4811713" y="2593975"/>
            <a:ext cx="273050" cy="307975"/>
          </a:xfrm>
          <a:prstGeom prst="rect">
            <a:avLst/>
          </a:prstGeom>
          <a:noFill/>
          <a:ln w="28575">
            <a:noFill/>
          </a:ln>
        </p:spPr>
        <p:txBody>
          <a:bodyPr wrap="none">
            <a:spAutoFit/>
          </a:bodyPr>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endParaRPr lang="en-US" altLang="zh-CN" sz="1400">
              <a:solidFill>
                <a:schemeClr val="tx1"/>
              </a:solidFill>
              <a:latin typeface="黑体" panose="02010609060101010101" pitchFamily="2" charset="-122"/>
              <a:ea typeface="黑体" panose="02010609060101010101" pitchFamily="2" charset="-122"/>
            </a:endParaRPr>
          </a:p>
        </p:txBody>
      </p:sp>
      <p:sp>
        <p:nvSpPr>
          <p:cNvPr id="204805" name="Oval 78"/>
          <p:cNvSpPr/>
          <p:nvPr/>
        </p:nvSpPr>
        <p:spPr>
          <a:xfrm>
            <a:off x="1654175" y="2565400"/>
            <a:ext cx="96838" cy="73025"/>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6" name="Oval 78"/>
          <p:cNvSpPr/>
          <p:nvPr/>
        </p:nvSpPr>
        <p:spPr>
          <a:xfrm>
            <a:off x="3240088" y="2581275"/>
            <a:ext cx="98425" cy="71438"/>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7" name="Oval 78"/>
          <p:cNvSpPr/>
          <p:nvPr/>
        </p:nvSpPr>
        <p:spPr>
          <a:xfrm>
            <a:off x="4900613" y="2560638"/>
            <a:ext cx="96837"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8" name="Oval 78"/>
          <p:cNvSpPr/>
          <p:nvPr/>
        </p:nvSpPr>
        <p:spPr>
          <a:xfrm>
            <a:off x="6742113" y="256698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9" name="Oval 78"/>
          <p:cNvSpPr/>
          <p:nvPr/>
        </p:nvSpPr>
        <p:spPr>
          <a:xfrm>
            <a:off x="6421438" y="3868738"/>
            <a:ext cx="98425" cy="71437"/>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0" name="Line 51"/>
          <p:cNvSpPr/>
          <p:nvPr/>
        </p:nvSpPr>
        <p:spPr>
          <a:xfrm flipH="1" flipV="1">
            <a:off x="1885950" y="1368425"/>
            <a:ext cx="0" cy="157163"/>
          </a:xfrm>
          <a:prstGeom prst="line">
            <a:avLst/>
          </a:prstGeom>
          <a:ln w="28575" cap="flat" cmpd="sng">
            <a:solidFill>
              <a:schemeClr val="tx1"/>
            </a:solidFill>
            <a:prstDash val="solid"/>
            <a:headEnd type="none" w="med" len="med"/>
            <a:tailEnd type="none" w="med" len="med"/>
          </a:ln>
        </p:spPr>
      </p:sp>
      <p:sp>
        <p:nvSpPr>
          <p:cNvPr id="204811" name="Line 51"/>
          <p:cNvSpPr/>
          <p:nvPr/>
        </p:nvSpPr>
        <p:spPr>
          <a:xfrm flipH="1" flipV="1">
            <a:off x="3455988" y="1357313"/>
            <a:ext cx="0" cy="157162"/>
          </a:xfrm>
          <a:prstGeom prst="line">
            <a:avLst/>
          </a:prstGeom>
          <a:ln w="28575" cap="flat" cmpd="sng">
            <a:solidFill>
              <a:schemeClr val="tx1"/>
            </a:solidFill>
            <a:prstDash val="solid"/>
            <a:headEnd type="none" w="med" len="med"/>
            <a:tailEnd type="none" w="med" len="med"/>
          </a:ln>
        </p:spPr>
      </p:sp>
      <p:sp>
        <p:nvSpPr>
          <p:cNvPr id="204812" name="Line 51"/>
          <p:cNvSpPr/>
          <p:nvPr/>
        </p:nvSpPr>
        <p:spPr>
          <a:xfrm flipH="1" flipV="1">
            <a:off x="5040313" y="1357313"/>
            <a:ext cx="0" cy="157162"/>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p:cNvSpPr>
          <p:nvPr>
            <p:ph type="title"/>
          </p:nvPr>
        </p:nvSpPr>
        <p:spPr>
          <a:xfrm>
            <a:off x="2500313" y="687388"/>
            <a:ext cx="4102100" cy="571500"/>
          </a:xfrm>
          <a:prstGeom prst="rect">
            <a:avLst/>
          </a:prstGeom>
          <a:noFill/>
          <a:ln w="9525">
            <a:noFill/>
          </a:ln>
        </p:spPr>
        <p:txBody>
          <a:bodyPr/>
          <a:p>
            <a:pPr eaLnBrk="1" hangingPunct="1"/>
            <a:r>
              <a:rPr lang="zh-CN" altLang="en-US" sz="2000" b="1" dirty="0">
                <a:latin typeface="华文新魏" panose="02010800040101010101" pitchFamily="2" charset="-122"/>
                <a:ea typeface="华文新魏" panose="02010800040101010101" pitchFamily="2" charset="-122"/>
              </a:rPr>
              <a:t>三输出移位型节拍分配器波形图</a:t>
            </a:r>
            <a:endParaRPr lang="zh-CN" altLang="en-US" sz="2000" b="1" dirty="0">
              <a:latin typeface="华文新魏" panose="02010800040101010101" pitchFamily="2" charset="-122"/>
              <a:ea typeface="华文新魏" panose="02010800040101010101" pitchFamily="2" charset="-122"/>
            </a:endParaRPr>
          </a:p>
        </p:txBody>
      </p:sp>
      <p:grpSp>
        <p:nvGrpSpPr>
          <p:cNvPr id="205827" name="Group 3"/>
          <p:cNvGrpSpPr/>
          <p:nvPr/>
        </p:nvGrpSpPr>
        <p:grpSpPr>
          <a:xfrm>
            <a:off x="979488" y="1284288"/>
            <a:ext cx="6905625" cy="3016250"/>
            <a:chOff x="0" y="0"/>
            <a:chExt cx="10876" cy="4752"/>
          </a:xfrm>
        </p:grpSpPr>
        <p:sp>
          <p:nvSpPr>
            <p:cNvPr id="205828" name="Text Box 563"/>
            <p:cNvSpPr txBox="1"/>
            <p:nvPr/>
          </p:nvSpPr>
          <p:spPr>
            <a:xfrm>
              <a:off x="0" y="0"/>
              <a:ext cx="1502" cy="58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/CLK</a:t>
              </a:r>
              <a:endParaRPr lang="en-US" altLang="zh-CN" b="1">
                <a:solidFill>
                  <a:srgbClr val="FF0000"/>
                </a:solidFill>
                <a:latin typeface="黑体" panose="02010609060101010101" pitchFamily="2" charset="-122"/>
                <a:ea typeface="黑体" panose="02010609060101010101" pitchFamily="2" charset="-122"/>
              </a:endParaRPr>
            </a:p>
          </p:txBody>
        </p:sp>
        <p:sp>
          <p:nvSpPr>
            <p:cNvPr id="205829" name="Text Box 564"/>
            <p:cNvSpPr txBox="1"/>
            <p:nvPr/>
          </p:nvSpPr>
          <p:spPr>
            <a:xfrm>
              <a:off x="302" y="3526"/>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Y1</a:t>
              </a:r>
              <a:endParaRPr lang="en-US" altLang="zh-CN" b="1">
                <a:solidFill>
                  <a:srgbClr val="FF0000"/>
                </a:solidFill>
                <a:latin typeface="黑体" panose="02010609060101010101" pitchFamily="2" charset="-122"/>
                <a:ea typeface="黑体" panose="02010609060101010101" pitchFamily="2" charset="-122"/>
              </a:endParaRPr>
            </a:p>
          </p:txBody>
        </p:sp>
        <p:sp>
          <p:nvSpPr>
            <p:cNvPr id="205830" name="Text Box 565"/>
            <p:cNvSpPr txBox="1"/>
            <p:nvPr/>
          </p:nvSpPr>
          <p:spPr>
            <a:xfrm>
              <a:off x="302" y="296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Y0</a:t>
              </a:r>
              <a:endParaRPr lang="en-US" altLang="zh-CN" b="1">
                <a:solidFill>
                  <a:srgbClr val="FF0000"/>
                </a:solidFill>
                <a:latin typeface="黑体" panose="02010609060101010101" pitchFamily="2" charset="-122"/>
                <a:ea typeface="黑体" panose="02010609060101010101" pitchFamily="2" charset="-122"/>
              </a:endParaRPr>
            </a:p>
          </p:txBody>
        </p:sp>
        <p:sp>
          <p:nvSpPr>
            <p:cNvPr id="205831" name="Text Box 566"/>
            <p:cNvSpPr txBox="1"/>
            <p:nvPr/>
          </p:nvSpPr>
          <p:spPr>
            <a:xfrm>
              <a:off x="302" y="4066"/>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Y2</a:t>
              </a:r>
              <a:endParaRPr lang="en-US" altLang="zh-CN" b="1">
                <a:solidFill>
                  <a:srgbClr val="FF0000"/>
                </a:solidFill>
                <a:latin typeface="黑体" panose="02010609060101010101" pitchFamily="2" charset="-122"/>
                <a:ea typeface="黑体" panose="02010609060101010101" pitchFamily="2" charset="-122"/>
              </a:endParaRPr>
            </a:p>
          </p:txBody>
        </p:sp>
        <p:sp>
          <p:nvSpPr>
            <p:cNvPr id="205832" name="Text Box 567"/>
            <p:cNvSpPr txBox="1"/>
            <p:nvPr/>
          </p:nvSpPr>
          <p:spPr>
            <a:xfrm>
              <a:off x="302" y="71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Q0</a:t>
              </a:r>
              <a:endParaRPr lang="en-US" altLang="zh-CN" b="1">
                <a:solidFill>
                  <a:srgbClr val="FF0000"/>
                </a:solidFill>
                <a:latin typeface="黑体" panose="02010609060101010101" pitchFamily="2" charset="-122"/>
                <a:ea typeface="黑体" panose="02010609060101010101" pitchFamily="2" charset="-122"/>
              </a:endParaRPr>
            </a:p>
          </p:txBody>
        </p:sp>
        <p:sp>
          <p:nvSpPr>
            <p:cNvPr id="205833" name="Text Box 568"/>
            <p:cNvSpPr txBox="1"/>
            <p:nvPr/>
          </p:nvSpPr>
          <p:spPr>
            <a:xfrm>
              <a:off x="302" y="125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Q1</a:t>
              </a:r>
              <a:endParaRPr lang="en-US" altLang="zh-CN" b="1">
                <a:solidFill>
                  <a:srgbClr val="FF0000"/>
                </a:solidFill>
                <a:latin typeface="黑体" panose="02010609060101010101" pitchFamily="2" charset="-122"/>
                <a:ea typeface="黑体" panose="02010609060101010101" pitchFamily="2" charset="-122"/>
              </a:endParaRPr>
            </a:p>
          </p:txBody>
        </p:sp>
        <p:sp>
          <p:nvSpPr>
            <p:cNvPr id="205834" name="Text Box 569"/>
            <p:cNvSpPr txBox="1"/>
            <p:nvPr/>
          </p:nvSpPr>
          <p:spPr>
            <a:xfrm>
              <a:off x="302" y="233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Q3</a:t>
              </a:r>
              <a:endParaRPr lang="en-US" altLang="zh-CN" b="1">
                <a:solidFill>
                  <a:srgbClr val="FF0000"/>
                </a:solidFill>
                <a:latin typeface="黑体" panose="02010609060101010101" pitchFamily="2" charset="-122"/>
                <a:ea typeface="黑体" panose="02010609060101010101" pitchFamily="2" charset="-122"/>
              </a:endParaRPr>
            </a:p>
          </p:txBody>
        </p:sp>
        <p:sp>
          <p:nvSpPr>
            <p:cNvPr id="205835" name="Text Box 570"/>
            <p:cNvSpPr txBox="1"/>
            <p:nvPr/>
          </p:nvSpPr>
          <p:spPr>
            <a:xfrm>
              <a:off x="302" y="1799"/>
              <a:ext cx="1142"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Q2</a:t>
              </a:r>
              <a:endParaRPr lang="en-US" altLang="zh-CN" b="1">
                <a:solidFill>
                  <a:srgbClr val="FF0000"/>
                </a:solidFill>
                <a:latin typeface="黑体" panose="02010609060101010101" pitchFamily="2" charset="-122"/>
                <a:ea typeface="黑体" panose="02010609060101010101" pitchFamily="2" charset="-122"/>
              </a:endParaRPr>
            </a:p>
          </p:txBody>
        </p:sp>
        <p:sp>
          <p:nvSpPr>
            <p:cNvPr id="205836" name="Line 572"/>
            <p:cNvSpPr/>
            <p:nvPr/>
          </p:nvSpPr>
          <p:spPr>
            <a:xfrm flipV="1">
              <a:off x="2399" y="3373"/>
              <a:ext cx="4535" cy="0"/>
            </a:xfrm>
            <a:prstGeom prst="line">
              <a:avLst/>
            </a:prstGeom>
            <a:ln w="28575" cap="flat" cmpd="sng">
              <a:solidFill>
                <a:schemeClr val="tx1"/>
              </a:solidFill>
              <a:prstDash val="solid"/>
              <a:headEnd type="none" w="med" len="med"/>
              <a:tailEnd type="none" w="med" len="med"/>
            </a:ln>
          </p:spPr>
        </p:sp>
        <p:sp>
          <p:nvSpPr>
            <p:cNvPr id="205837" name="Line 573"/>
            <p:cNvSpPr/>
            <p:nvPr/>
          </p:nvSpPr>
          <p:spPr>
            <a:xfrm flipV="1">
              <a:off x="1762" y="3075"/>
              <a:ext cx="0" cy="297"/>
            </a:xfrm>
            <a:prstGeom prst="line">
              <a:avLst/>
            </a:prstGeom>
            <a:ln w="28575" cap="flat" cmpd="sng">
              <a:solidFill>
                <a:schemeClr val="tx1"/>
              </a:solidFill>
              <a:prstDash val="solid"/>
              <a:headEnd type="none" w="med" len="med"/>
              <a:tailEnd type="none" w="med" len="med"/>
            </a:ln>
          </p:spPr>
        </p:sp>
        <p:sp>
          <p:nvSpPr>
            <p:cNvPr id="205838" name="Line 574"/>
            <p:cNvSpPr/>
            <p:nvPr/>
          </p:nvSpPr>
          <p:spPr>
            <a:xfrm flipV="1">
              <a:off x="1109" y="3369"/>
              <a:ext cx="650" cy="0"/>
            </a:xfrm>
            <a:prstGeom prst="line">
              <a:avLst/>
            </a:prstGeom>
            <a:ln w="28575" cap="flat" cmpd="sng">
              <a:solidFill>
                <a:schemeClr val="tx1"/>
              </a:solidFill>
              <a:prstDash val="solid"/>
              <a:headEnd type="none" w="med" len="med"/>
              <a:tailEnd type="none" w="med" len="med"/>
            </a:ln>
          </p:spPr>
        </p:sp>
        <p:sp>
          <p:nvSpPr>
            <p:cNvPr id="205839" name="Line 575"/>
            <p:cNvSpPr/>
            <p:nvPr/>
          </p:nvSpPr>
          <p:spPr>
            <a:xfrm flipV="1">
              <a:off x="2417" y="3075"/>
              <a:ext cx="0" cy="297"/>
            </a:xfrm>
            <a:prstGeom prst="line">
              <a:avLst/>
            </a:prstGeom>
            <a:ln w="28575" cap="flat" cmpd="sng">
              <a:solidFill>
                <a:schemeClr val="tx1"/>
              </a:solidFill>
              <a:prstDash val="solid"/>
              <a:headEnd type="none" w="med" len="med"/>
              <a:tailEnd type="none" w="med" len="med"/>
            </a:ln>
          </p:spPr>
        </p:sp>
        <p:sp>
          <p:nvSpPr>
            <p:cNvPr id="205840" name="Line 576"/>
            <p:cNvSpPr/>
            <p:nvPr/>
          </p:nvSpPr>
          <p:spPr>
            <a:xfrm>
              <a:off x="1762" y="3076"/>
              <a:ext cx="655" cy="0"/>
            </a:xfrm>
            <a:prstGeom prst="line">
              <a:avLst/>
            </a:prstGeom>
            <a:ln w="28575" cap="flat" cmpd="sng">
              <a:solidFill>
                <a:schemeClr val="tx1"/>
              </a:solidFill>
              <a:prstDash val="solid"/>
              <a:headEnd type="none" w="med" len="med"/>
              <a:tailEnd type="none" w="med" len="med"/>
            </a:ln>
          </p:spPr>
        </p:sp>
        <p:sp>
          <p:nvSpPr>
            <p:cNvPr id="205841" name="Line 577"/>
            <p:cNvSpPr/>
            <p:nvPr/>
          </p:nvSpPr>
          <p:spPr>
            <a:xfrm flipV="1">
              <a:off x="6947" y="3075"/>
              <a:ext cx="0" cy="297"/>
            </a:xfrm>
            <a:prstGeom prst="line">
              <a:avLst/>
            </a:prstGeom>
            <a:ln w="28575" cap="flat" cmpd="sng">
              <a:solidFill>
                <a:schemeClr val="tx1"/>
              </a:solidFill>
              <a:prstDash val="solid"/>
              <a:headEnd type="none" w="med" len="med"/>
              <a:tailEnd type="none" w="med" len="med"/>
            </a:ln>
          </p:spPr>
        </p:sp>
        <p:sp>
          <p:nvSpPr>
            <p:cNvPr id="205842" name="Line 578"/>
            <p:cNvSpPr/>
            <p:nvPr/>
          </p:nvSpPr>
          <p:spPr>
            <a:xfrm flipV="1">
              <a:off x="7632" y="3075"/>
              <a:ext cx="0" cy="297"/>
            </a:xfrm>
            <a:prstGeom prst="line">
              <a:avLst/>
            </a:prstGeom>
            <a:ln w="28575" cap="flat" cmpd="sng">
              <a:solidFill>
                <a:schemeClr val="tx1"/>
              </a:solidFill>
              <a:prstDash val="solid"/>
              <a:headEnd type="none" w="med" len="med"/>
              <a:tailEnd type="none" w="med" len="med"/>
            </a:ln>
          </p:spPr>
        </p:sp>
        <p:sp>
          <p:nvSpPr>
            <p:cNvPr id="205843" name="Line 579"/>
            <p:cNvSpPr/>
            <p:nvPr/>
          </p:nvSpPr>
          <p:spPr>
            <a:xfrm>
              <a:off x="6947" y="3076"/>
              <a:ext cx="680" cy="0"/>
            </a:xfrm>
            <a:prstGeom prst="line">
              <a:avLst/>
            </a:prstGeom>
            <a:ln w="28575" cap="flat" cmpd="sng">
              <a:solidFill>
                <a:schemeClr val="tx1"/>
              </a:solidFill>
              <a:prstDash val="solid"/>
              <a:headEnd type="none" w="med" len="med"/>
              <a:tailEnd type="none" w="med" len="med"/>
            </a:ln>
          </p:spPr>
        </p:sp>
        <p:sp>
          <p:nvSpPr>
            <p:cNvPr id="205844" name="Line 580"/>
            <p:cNvSpPr/>
            <p:nvPr/>
          </p:nvSpPr>
          <p:spPr>
            <a:xfrm>
              <a:off x="7629" y="3388"/>
              <a:ext cx="3005" cy="0"/>
            </a:xfrm>
            <a:prstGeom prst="line">
              <a:avLst/>
            </a:prstGeom>
            <a:ln w="28575" cap="flat" cmpd="sng">
              <a:solidFill>
                <a:schemeClr val="tx1"/>
              </a:solidFill>
              <a:prstDash val="solid"/>
              <a:headEnd type="none" w="med" len="med"/>
              <a:tailEnd type="none" w="med" len="med"/>
            </a:ln>
          </p:spPr>
        </p:sp>
        <p:grpSp>
          <p:nvGrpSpPr>
            <p:cNvPr id="205845" name="Group 581"/>
            <p:cNvGrpSpPr/>
            <p:nvPr/>
          </p:nvGrpSpPr>
          <p:grpSpPr>
            <a:xfrm>
              <a:off x="1169" y="719"/>
              <a:ext cx="9503" cy="312"/>
              <a:chOff x="0" y="0"/>
              <a:chExt cx="3801" cy="166"/>
            </a:xfrm>
          </p:grpSpPr>
          <p:sp>
            <p:nvSpPr>
              <p:cNvPr id="205967" name="Line 582"/>
              <p:cNvSpPr/>
              <p:nvPr/>
            </p:nvSpPr>
            <p:spPr>
              <a:xfrm>
                <a:off x="0" y="159"/>
                <a:ext cx="227" cy="0"/>
              </a:xfrm>
              <a:prstGeom prst="line">
                <a:avLst/>
              </a:prstGeom>
              <a:ln w="28575" cap="flat" cmpd="sng">
                <a:solidFill>
                  <a:schemeClr val="tx1"/>
                </a:solidFill>
                <a:prstDash val="solid"/>
                <a:headEnd type="none" w="med" len="med"/>
                <a:tailEnd type="none" w="med" len="med"/>
              </a:ln>
            </p:spPr>
          </p:sp>
          <p:sp>
            <p:nvSpPr>
              <p:cNvPr id="205968" name="Line 583"/>
              <p:cNvSpPr/>
              <p:nvPr/>
            </p:nvSpPr>
            <p:spPr>
              <a:xfrm>
                <a:off x="228" y="0"/>
                <a:ext cx="1047" cy="0"/>
              </a:xfrm>
              <a:prstGeom prst="line">
                <a:avLst/>
              </a:prstGeom>
              <a:ln w="28575" cap="flat" cmpd="sng">
                <a:solidFill>
                  <a:schemeClr val="tx1"/>
                </a:solidFill>
                <a:prstDash val="solid"/>
                <a:headEnd type="none" w="med" len="med"/>
                <a:tailEnd type="none" w="med" len="med"/>
              </a:ln>
            </p:spPr>
          </p:sp>
          <p:sp>
            <p:nvSpPr>
              <p:cNvPr id="205969" name="Line 584"/>
              <p:cNvSpPr/>
              <p:nvPr/>
            </p:nvSpPr>
            <p:spPr>
              <a:xfrm>
                <a:off x="229" y="0"/>
                <a:ext cx="0" cy="166"/>
              </a:xfrm>
              <a:prstGeom prst="line">
                <a:avLst/>
              </a:prstGeom>
              <a:ln w="28575" cap="flat" cmpd="sng">
                <a:solidFill>
                  <a:schemeClr val="tx1"/>
                </a:solidFill>
                <a:prstDash val="solid"/>
                <a:headEnd type="none" w="med" len="med"/>
                <a:tailEnd type="none" w="med" len="med"/>
              </a:ln>
            </p:spPr>
          </p:sp>
          <p:sp>
            <p:nvSpPr>
              <p:cNvPr id="205970" name="Line 585"/>
              <p:cNvSpPr/>
              <p:nvPr/>
            </p:nvSpPr>
            <p:spPr>
              <a:xfrm>
                <a:off x="1264" y="0"/>
                <a:ext cx="0" cy="166"/>
              </a:xfrm>
              <a:prstGeom prst="line">
                <a:avLst/>
              </a:prstGeom>
              <a:ln w="28575" cap="flat" cmpd="sng">
                <a:solidFill>
                  <a:schemeClr val="tx1"/>
                </a:solidFill>
                <a:prstDash val="solid"/>
                <a:headEnd type="none" w="med" len="med"/>
                <a:tailEnd type="none" w="med" len="med"/>
              </a:ln>
            </p:spPr>
          </p:sp>
          <p:sp>
            <p:nvSpPr>
              <p:cNvPr id="205971" name="Line 586"/>
              <p:cNvSpPr/>
              <p:nvPr/>
            </p:nvSpPr>
            <p:spPr>
              <a:xfrm>
                <a:off x="1258" y="166"/>
                <a:ext cx="1065" cy="0"/>
              </a:xfrm>
              <a:prstGeom prst="line">
                <a:avLst/>
              </a:prstGeom>
              <a:ln w="28575" cap="flat" cmpd="sng">
                <a:solidFill>
                  <a:schemeClr val="tx1"/>
                </a:solidFill>
                <a:prstDash val="solid"/>
                <a:headEnd type="none" w="med" len="med"/>
                <a:tailEnd type="none" w="med" len="med"/>
              </a:ln>
            </p:spPr>
          </p:sp>
          <p:sp>
            <p:nvSpPr>
              <p:cNvPr id="205972" name="Line 587"/>
              <p:cNvSpPr/>
              <p:nvPr/>
            </p:nvSpPr>
            <p:spPr>
              <a:xfrm>
                <a:off x="2301" y="0"/>
                <a:ext cx="1047" cy="0"/>
              </a:xfrm>
              <a:prstGeom prst="line">
                <a:avLst/>
              </a:prstGeom>
              <a:ln w="28575" cap="flat" cmpd="sng">
                <a:solidFill>
                  <a:schemeClr val="tx1"/>
                </a:solidFill>
                <a:prstDash val="solid"/>
                <a:headEnd type="none" w="med" len="med"/>
                <a:tailEnd type="none" w="med" len="med"/>
              </a:ln>
            </p:spPr>
          </p:sp>
          <p:sp>
            <p:nvSpPr>
              <p:cNvPr id="205973" name="Line 588"/>
              <p:cNvSpPr/>
              <p:nvPr/>
            </p:nvSpPr>
            <p:spPr>
              <a:xfrm>
                <a:off x="2311" y="0"/>
                <a:ext cx="0" cy="166"/>
              </a:xfrm>
              <a:prstGeom prst="line">
                <a:avLst/>
              </a:prstGeom>
              <a:ln w="28575" cap="flat" cmpd="sng">
                <a:solidFill>
                  <a:schemeClr val="tx1"/>
                </a:solidFill>
                <a:prstDash val="solid"/>
                <a:headEnd type="none" w="med" len="med"/>
                <a:tailEnd type="none" w="med" len="med"/>
              </a:ln>
            </p:spPr>
          </p:sp>
          <p:sp>
            <p:nvSpPr>
              <p:cNvPr id="205974" name="Line 589"/>
              <p:cNvSpPr/>
              <p:nvPr/>
            </p:nvSpPr>
            <p:spPr>
              <a:xfrm>
                <a:off x="3348" y="0"/>
                <a:ext cx="0" cy="166"/>
              </a:xfrm>
              <a:prstGeom prst="line">
                <a:avLst/>
              </a:prstGeom>
              <a:ln w="28575" cap="flat" cmpd="sng">
                <a:solidFill>
                  <a:schemeClr val="tx1"/>
                </a:solidFill>
                <a:prstDash val="solid"/>
                <a:headEnd type="none" w="med" len="med"/>
                <a:tailEnd type="none" w="med" len="med"/>
              </a:ln>
            </p:spPr>
          </p:sp>
          <p:sp>
            <p:nvSpPr>
              <p:cNvPr id="205975" name="Line 590"/>
              <p:cNvSpPr/>
              <p:nvPr/>
            </p:nvSpPr>
            <p:spPr>
              <a:xfrm>
                <a:off x="3348" y="157"/>
                <a:ext cx="453" cy="0"/>
              </a:xfrm>
              <a:prstGeom prst="line">
                <a:avLst/>
              </a:prstGeom>
              <a:ln w="28575" cap="flat" cmpd="sng">
                <a:solidFill>
                  <a:schemeClr val="tx1"/>
                </a:solidFill>
                <a:prstDash val="solid"/>
                <a:headEnd type="none" w="med" len="med"/>
                <a:tailEnd type="none" w="med" len="med"/>
              </a:ln>
            </p:spPr>
          </p:sp>
        </p:grpSp>
        <p:grpSp>
          <p:nvGrpSpPr>
            <p:cNvPr id="205846" name="Group 591"/>
            <p:cNvGrpSpPr/>
            <p:nvPr/>
          </p:nvGrpSpPr>
          <p:grpSpPr>
            <a:xfrm>
              <a:off x="1117" y="1259"/>
              <a:ext cx="9730" cy="312"/>
              <a:chOff x="0" y="0"/>
              <a:chExt cx="3892" cy="166"/>
            </a:xfrm>
          </p:grpSpPr>
          <p:sp>
            <p:nvSpPr>
              <p:cNvPr id="205958" name="Line 592"/>
              <p:cNvSpPr/>
              <p:nvPr/>
            </p:nvSpPr>
            <p:spPr>
              <a:xfrm>
                <a:off x="0" y="154"/>
                <a:ext cx="521" cy="0"/>
              </a:xfrm>
              <a:prstGeom prst="line">
                <a:avLst/>
              </a:prstGeom>
              <a:ln w="28575" cap="flat" cmpd="sng">
                <a:solidFill>
                  <a:schemeClr val="tx1"/>
                </a:solidFill>
                <a:prstDash val="solid"/>
                <a:headEnd type="none" w="med" len="med"/>
                <a:tailEnd type="none" w="med" len="med"/>
              </a:ln>
            </p:spPr>
          </p:sp>
          <p:sp>
            <p:nvSpPr>
              <p:cNvPr id="205959" name="Line 593"/>
              <p:cNvSpPr/>
              <p:nvPr/>
            </p:nvSpPr>
            <p:spPr>
              <a:xfrm>
                <a:off x="518" y="0"/>
                <a:ext cx="1031" cy="0"/>
              </a:xfrm>
              <a:prstGeom prst="line">
                <a:avLst/>
              </a:prstGeom>
              <a:ln w="28575" cap="flat" cmpd="sng">
                <a:solidFill>
                  <a:schemeClr val="tx1"/>
                </a:solidFill>
                <a:prstDash val="solid"/>
                <a:headEnd type="none" w="med" len="med"/>
                <a:tailEnd type="none" w="med" len="med"/>
              </a:ln>
            </p:spPr>
          </p:sp>
          <p:sp>
            <p:nvSpPr>
              <p:cNvPr id="205960" name="Line 594"/>
              <p:cNvSpPr/>
              <p:nvPr/>
            </p:nvSpPr>
            <p:spPr>
              <a:xfrm>
                <a:off x="518" y="0"/>
                <a:ext cx="0" cy="166"/>
              </a:xfrm>
              <a:prstGeom prst="line">
                <a:avLst/>
              </a:prstGeom>
              <a:ln w="28575" cap="flat" cmpd="sng">
                <a:solidFill>
                  <a:schemeClr val="tx1"/>
                </a:solidFill>
                <a:prstDash val="solid"/>
                <a:headEnd type="none" w="med" len="med"/>
                <a:tailEnd type="none" w="med" len="med"/>
              </a:ln>
            </p:spPr>
          </p:sp>
          <p:sp>
            <p:nvSpPr>
              <p:cNvPr id="205961" name="Line 595"/>
              <p:cNvSpPr/>
              <p:nvPr/>
            </p:nvSpPr>
            <p:spPr>
              <a:xfrm>
                <a:off x="1550" y="0"/>
                <a:ext cx="0" cy="166"/>
              </a:xfrm>
              <a:prstGeom prst="line">
                <a:avLst/>
              </a:prstGeom>
              <a:ln w="28575" cap="flat" cmpd="sng">
                <a:solidFill>
                  <a:schemeClr val="tx1"/>
                </a:solidFill>
                <a:prstDash val="solid"/>
                <a:headEnd type="none" w="med" len="med"/>
                <a:tailEnd type="none" w="med" len="med"/>
              </a:ln>
            </p:spPr>
          </p:sp>
          <p:sp>
            <p:nvSpPr>
              <p:cNvPr id="205962" name="Line 596"/>
              <p:cNvSpPr/>
              <p:nvPr/>
            </p:nvSpPr>
            <p:spPr>
              <a:xfrm>
                <a:off x="1549" y="166"/>
                <a:ext cx="1065" cy="0"/>
              </a:xfrm>
              <a:prstGeom prst="line">
                <a:avLst/>
              </a:prstGeom>
              <a:ln w="28575" cap="flat" cmpd="sng">
                <a:solidFill>
                  <a:schemeClr val="tx1"/>
                </a:solidFill>
                <a:prstDash val="solid"/>
                <a:headEnd type="none" w="med" len="med"/>
                <a:tailEnd type="none" w="med" len="med"/>
              </a:ln>
            </p:spPr>
          </p:sp>
          <p:sp>
            <p:nvSpPr>
              <p:cNvPr id="205963" name="Line 597"/>
              <p:cNvSpPr/>
              <p:nvPr/>
            </p:nvSpPr>
            <p:spPr>
              <a:xfrm>
                <a:off x="2602" y="0"/>
                <a:ext cx="1031" cy="0"/>
              </a:xfrm>
              <a:prstGeom prst="line">
                <a:avLst/>
              </a:prstGeom>
              <a:ln w="28575" cap="flat" cmpd="sng">
                <a:solidFill>
                  <a:schemeClr val="tx1"/>
                </a:solidFill>
                <a:prstDash val="solid"/>
                <a:headEnd type="none" w="med" len="med"/>
                <a:tailEnd type="none" w="med" len="med"/>
              </a:ln>
            </p:spPr>
          </p:sp>
          <p:sp>
            <p:nvSpPr>
              <p:cNvPr id="205964" name="Line 598"/>
              <p:cNvSpPr/>
              <p:nvPr/>
            </p:nvSpPr>
            <p:spPr>
              <a:xfrm>
                <a:off x="2602" y="0"/>
                <a:ext cx="0" cy="166"/>
              </a:xfrm>
              <a:prstGeom prst="line">
                <a:avLst/>
              </a:prstGeom>
              <a:ln w="28575" cap="flat" cmpd="sng">
                <a:solidFill>
                  <a:schemeClr val="tx1"/>
                </a:solidFill>
                <a:prstDash val="solid"/>
                <a:headEnd type="none" w="med" len="med"/>
                <a:tailEnd type="none" w="med" len="med"/>
              </a:ln>
            </p:spPr>
          </p:sp>
          <p:sp>
            <p:nvSpPr>
              <p:cNvPr id="205965" name="Line 599"/>
              <p:cNvSpPr/>
              <p:nvPr/>
            </p:nvSpPr>
            <p:spPr>
              <a:xfrm>
                <a:off x="3629" y="0"/>
                <a:ext cx="0" cy="166"/>
              </a:xfrm>
              <a:prstGeom prst="line">
                <a:avLst/>
              </a:prstGeom>
              <a:ln w="28575" cap="flat" cmpd="sng">
                <a:solidFill>
                  <a:schemeClr val="tx1"/>
                </a:solidFill>
                <a:prstDash val="solid"/>
                <a:headEnd type="none" w="med" len="med"/>
                <a:tailEnd type="none" w="med" len="med"/>
              </a:ln>
            </p:spPr>
          </p:sp>
          <p:sp>
            <p:nvSpPr>
              <p:cNvPr id="205966" name="Line 600"/>
              <p:cNvSpPr/>
              <p:nvPr/>
            </p:nvSpPr>
            <p:spPr>
              <a:xfrm>
                <a:off x="3629" y="157"/>
                <a:ext cx="263" cy="0"/>
              </a:xfrm>
              <a:prstGeom prst="line">
                <a:avLst/>
              </a:prstGeom>
              <a:ln w="28575" cap="flat" cmpd="sng">
                <a:solidFill>
                  <a:schemeClr val="tx1"/>
                </a:solidFill>
                <a:prstDash val="solid"/>
                <a:headEnd type="none" w="med" len="med"/>
                <a:tailEnd type="none" w="med" len="med"/>
              </a:ln>
            </p:spPr>
          </p:sp>
        </p:grpSp>
        <p:grpSp>
          <p:nvGrpSpPr>
            <p:cNvPr id="205847" name="Group 601"/>
            <p:cNvGrpSpPr/>
            <p:nvPr/>
          </p:nvGrpSpPr>
          <p:grpSpPr>
            <a:xfrm>
              <a:off x="1142" y="1799"/>
              <a:ext cx="9690" cy="312"/>
              <a:chOff x="0" y="0"/>
              <a:chExt cx="3876" cy="166"/>
            </a:xfrm>
          </p:grpSpPr>
          <p:sp>
            <p:nvSpPr>
              <p:cNvPr id="205951" name="Line 602"/>
              <p:cNvSpPr/>
              <p:nvPr/>
            </p:nvSpPr>
            <p:spPr>
              <a:xfrm>
                <a:off x="0" y="154"/>
                <a:ext cx="771" cy="0"/>
              </a:xfrm>
              <a:prstGeom prst="line">
                <a:avLst/>
              </a:prstGeom>
              <a:ln w="28575" cap="flat" cmpd="sng">
                <a:solidFill>
                  <a:schemeClr val="tx1"/>
                </a:solidFill>
                <a:prstDash val="solid"/>
                <a:headEnd type="none" w="med" len="med"/>
                <a:tailEnd type="none" w="med" len="med"/>
              </a:ln>
            </p:spPr>
          </p:sp>
          <p:sp>
            <p:nvSpPr>
              <p:cNvPr id="205952" name="Line 603"/>
              <p:cNvSpPr/>
              <p:nvPr/>
            </p:nvSpPr>
            <p:spPr>
              <a:xfrm>
                <a:off x="771" y="0"/>
                <a:ext cx="1031" cy="0"/>
              </a:xfrm>
              <a:prstGeom prst="line">
                <a:avLst/>
              </a:prstGeom>
              <a:ln w="28575" cap="flat" cmpd="sng">
                <a:solidFill>
                  <a:schemeClr val="tx1"/>
                </a:solidFill>
                <a:prstDash val="solid"/>
                <a:headEnd type="none" w="med" len="med"/>
                <a:tailEnd type="none" w="med" len="med"/>
              </a:ln>
            </p:spPr>
          </p:sp>
          <p:sp>
            <p:nvSpPr>
              <p:cNvPr id="205953" name="Line 604"/>
              <p:cNvSpPr/>
              <p:nvPr/>
            </p:nvSpPr>
            <p:spPr>
              <a:xfrm>
                <a:off x="771" y="0"/>
                <a:ext cx="0" cy="166"/>
              </a:xfrm>
              <a:prstGeom prst="line">
                <a:avLst/>
              </a:prstGeom>
              <a:ln w="28575" cap="flat" cmpd="sng">
                <a:solidFill>
                  <a:schemeClr val="tx1"/>
                </a:solidFill>
                <a:prstDash val="solid"/>
                <a:headEnd type="none" w="med" len="med"/>
                <a:tailEnd type="none" w="med" len="med"/>
              </a:ln>
            </p:spPr>
          </p:sp>
          <p:sp>
            <p:nvSpPr>
              <p:cNvPr id="205954" name="Line 605"/>
              <p:cNvSpPr/>
              <p:nvPr/>
            </p:nvSpPr>
            <p:spPr>
              <a:xfrm>
                <a:off x="1803" y="0"/>
                <a:ext cx="0" cy="166"/>
              </a:xfrm>
              <a:prstGeom prst="line">
                <a:avLst/>
              </a:prstGeom>
              <a:ln w="28575" cap="flat" cmpd="sng">
                <a:solidFill>
                  <a:schemeClr val="tx1"/>
                </a:solidFill>
                <a:prstDash val="solid"/>
                <a:headEnd type="none" w="med" len="med"/>
                <a:tailEnd type="none" w="med" len="med"/>
              </a:ln>
            </p:spPr>
          </p:sp>
          <p:sp>
            <p:nvSpPr>
              <p:cNvPr id="205955" name="Line 606"/>
              <p:cNvSpPr/>
              <p:nvPr/>
            </p:nvSpPr>
            <p:spPr>
              <a:xfrm>
                <a:off x="1797" y="166"/>
                <a:ext cx="1055" cy="0"/>
              </a:xfrm>
              <a:prstGeom prst="line">
                <a:avLst/>
              </a:prstGeom>
              <a:ln w="28575" cap="flat" cmpd="sng">
                <a:solidFill>
                  <a:schemeClr val="tx1"/>
                </a:solidFill>
                <a:prstDash val="solid"/>
                <a:headEnd type="none" w="med" len="med"/>
                <a:tailEnd type="none" w="med" len="med"/>
              </a:ln>
            </p:spPr>
          </p:sp>
          <p:sp>
            <p:nvSpPr>
              <p:cNvPr id="205956" name="Line 607"/>
              <p:cNvSpPr/>
              <p:nvPr/>
            </p:nvSpPr>
            <p:spPr>
              <a:xfrm>
                <a:off x="2845" y="0"/>
                <a:ext cx="1031" cy="0"/>
              </a:xfrm>
              <a:prstGeom prst="line">
                <a:avLst/>
              </a:prstGeom>
              <a:ln w="28575" cap="flat" cmpd="sng">
                <a:solidFill>
                  <a:schemeClr val="tx1"/>
                </a:solidFill>
                <a:prstDash val="solid"/>
                <a:headEnd type="none" w="med" len="med"/>
                <a:tailEnd type="none" w="med" len="med"/>
              </a:ln>
            </p:spPr>
          </p:sp>
          <p:sp>
            <p:nvSpPr>
              <p:cNvPr id="205957" name="Line 608"/>
              <p:cNvSpPr/>
              <p:nvPr/>
            </p:nvSpPr>
            <p:spPr>
              <a:xfrm>
                <a:off x="2852" y="0"/>
                <a:ext cx="0" cy="166"/>
              </a:xfrm>
              <a:prstGeom prst="line">
                <a:avLst/>
              </a:prstGeom>
              <a:ln w="28575" cap="flat" cmpd="sng">
                <a:solidFill>
                  <a:schemeClr val="tx1"/>
                </a:solidFill>
                <a:prstDash val="solid"/>
                <a:headEnd type="none" w="med" len="med"/>
                <a:tailEnd type="none" w="med" len="med"/>
              </a:ln>
            </p:spPr>
          </p:sp>
        </p:grpSp>
        <p:grpSp>
          <p:nvGrpSpPr>
            <p:cNvPr id="205848" name="Group 609"/>
            <p:cNvGrpSpPr/>
            <p:nvPr/>
          </p:nvGrpSpPr>
          <p:grpSpPr>
            <a:xfrm>
              <a:off x="1142" y="2339"/>
              <a:ext cx="9735" cy="312"/>
              <a:chOff x="0" y="0"/>
              <a:chExt cx="3894" cy="166"/>
            </a:xfrm>
          </p:grpSpPr>
          <p:sp>
            <p:nvSpPr>
              <p:cNvPr id="205944" name="Line 610"/>
              <p:cNvSpPr/>
              <p:nvPr/>
            </p:nvSpPr>
            <p:spPr>
              <a:xfrm>
                <a:off x="0" y="154"/>
                <a:ext cx="1020" cy="0"/>
              </a:xfrm>
              <a:prstGeom prst="line">
                <a:avLst/>
              </a:prstGeom>
              <a:ln w="28575" cap="flat" cmpd="sng">
                <a:solidFill>
                  <a:schemeClr val="tx1"/>
                </a:solidFill>
                <a:prstDash val="solid"/>
                <a:headEnd type="none" w="med" len="med"/>
                <a:tailEnd type="none" w="med" len="med"/>
              </a:ln>
            </p:spPr>
          </p:sp>
          <p:sp>
            <p:nvSpPr>
              <p:cNvPr id="205945" name="Line 611"/>
              <p:cNvSpPr/>
              <p:nvPr/>
            </p:nvSpPr>
            <p:spPr>
              <a:xfrm>
                <a:off x="1028" y="0"/>
                <a:ext cx="1031" cy="0"/>
              </a:xfrm>
              <a:prstGeom prst="line">
                <a:avLst/>
              </a:prstGeom>
              <a:ln w="28575" cap="flat" cmpd="sng">
                <a:solidFill>
                  <a:schemeClr val="tx1"/>
                </a:solidFill>
                <a:prstDash val="solid"/>
                <a:headEnd type="none" w="med" len="med"/>
                <a:tailEnd type="none" w="med" len="med"/>
              </a:ln>
            </p:spPr>
          </p:sp>
          <p:sp>
            <p:nvSpPr>
              <p:cNvPr id="205946" name="Line 612"/>
              <p:cNvSpPr/>
              <p:nvPr/>
            </p:nvSpPr>
            <p:spPr>
              <a:xfrm>
                <a:off x="1028" y="0"/>
                <a:ext cx="0" cy="166"/>
              </a:xfrm>
              <a:prstGeom prst="line">
                <a:avLst/>
              </a:prstGeom>
              <a:ln w="28575" cap="flat" cmpd="sng">
                <a:solidFill>
                  <a:schemeClr val="tx1"/>
                </a:solidFill>
                <a:prstDash val="solid"/>
                <a:headEnd type="none" w="med" len="med"/>
                <a:tailEnd type="none" w="med" len="med"/>
              </a:ln>
            </p:spPr>
          </p:sp>
          <p:sp>
            <p:nvSpPr>
              <p:cNvPr id="205947" name="Line 613"/>
              <p:cNvSpPr/>
              <p:nvPr/>
            </p:nvSpPr>
            <p:spPr>
              <a:xfrm>
                <a:off x="2054" y="0"/>
                <a:ext cx="0" cy="166"/>
              </a:xfrm>
              <a:prstGeom prst="line">
                <a:avLst/>
              </a:prstGeom>
              <a:ln w="28575" cap="flat" cmpd="sng">
                <a:solidFill>
                  <a:schemeClr val="tx1"/>
                </a:solidFill>
                <a:prstDash val="solid"/>
                <a:headEnd type="none" w="med" len="med"/>
                <a:tailEnd type="none" w="med" len="med"/>
              </a:ln>
            </p:spPr>
          </p:sp>
          <p:sp>
            <p:nvSpPr>
              <p:cNvPr id="205948" name="Line 614"/>
              <p:cNvSpPr/>
              <p:nvPr/>
            </p:nvSpPr>
            <p:spPr>
              <a:xfrm>
                <a:off x="2052" y="166"/>
                <a:ext cx="1065" cy="0"/>
              </a:xfrm>
              <a:prstGeom prst="line">
                <a:avLst/>
              </a:prstGeom>
              <a:ln w="28575" cap="flat" cmpd="sng">
                <a:solidFill>
                  <a:schemeClr val="tx1"/>
                </a:solidFill>
                <a:prstDash val="solid"/>
                <a:headEnd type="none" w="med" len="med"/>
                <a:tailEnd type="none" w="med" len="med"/>
              </a:ln>
            </p:spPr>
          </p:sp>
          <p:sp>
            <p:nvSpPr>
              <p:cNvPr id="205949" name="Line 615"/>
              <p:cNvSpPr/>
              <p:nvPr/>
            </p:nvSpPr>
            <p:spPr>
              <a:xfrm>
                <a:off x="3112" y="0"/>
                <a:ext cx="782" cy="0"/>
              </a:xfrm>
              <a:prstGeom prst="line">
                <a:avLst/>
              </a:prstGeom>
              <a:ln w="28575" cap="flat" cmpd="sng">
                <a:solidFill>
                  <a:schemeClr val="tx1"/>
                </a:solidFill>
                <a:prstDash val="solid"/>
                <a:headEnd type="none" w="med" len="med"/>
                <a:tailEnd type="none" w="med" len="med"/>
              </a:ln>
            </p:spPr>
          </p:sp>
          <p:sp>
            <p:nvSpPr>
              <p:cNvPr id="205950" name="Line 616"/>
              <p:cNvSpPr/>
              <p:nvPr/>
            </p:nvSpPr>
            <p:spPr>
              <a:xfrm>
                <a:off x="3120" y="0"/>
                <a:ext cx="0" cy="166"/>
              </a:xfrm>
              <a:prstGeom prst="line">
                <a:avLst/>
              </a:prstGeom>
              <a:ln w="28575" cap="flat" cmpd="sng">
                <a:solidFill>
                  <a:schemeClr val="tx1"/>
                </a:solidFill>
                <a:prstDash val="solid"/>
                <a:headEnd type="none" w="med" len="med"/>
                <a:tailEnd type="none" w="med" len="med"/>
              </a:ln>
            </p:spPr>
          </p:sp>
        </p:grpSp>
        <p:grpSp>
          <p:nvGrpSpPr>
            <p:cNvPr id="205849" name="Group 617"/>
            <p:cNvGrpSpPr/>
            <p:nvPr/>
          </p:nvGrpSpPr>
          <p:grpSpPr>
            <a:xfrm>
              <a:off x="1169" y="3648"/>
              <a:ext cx="9543" cy="311"/>
              <a:chOff x="0" y="0"/>
              <a:chExt cx="3817" cy="166"/>
            </a:xfrm>
          </p:grpSpPr>
          <p:sp>
            <p:nvSpPr>
              <p:cNvPr id="205934" name="Line 618"/>
              <p:cNvSpPr/>
              <p:nvPr/>
            </p:nvSpPr>
            <p:spPr>
              <a:xfrm flipV="1">
                <a:off x="0" y="156"/>
                <a:ext cx="262" cy="0"/>
              </a:xfrm>
              <a:prstGeom prst="line">
                <a:avLst/>
              </a:prstGeom>
              <a:ln w="28575" cap="flat" cmpd="sng">
                <a:solidFill>
                  <a:schemeClr val="tx1"/>
                </a:solidFill>
                <a:prstDash val="solid"/>
                <a:headEnd type="none" w="med" len="med"/>
                <a:tailEnd type="none" w="med" len="med"/>
              </a:ln>
            </p:spPr>
          </p:sp>
          <p:sp>
            <p:nvSpPr>
              <p:cNvPr id="205935" name="Line 619"/>
              <p:cNvSpPr/>
              <p:nvPr/>
            </p:nvSpPr>
            <p:spPr>
              <a:xfrm flipV="1">
                <a:off x="760" y="158"/>
                <a:ext cx="1814" cy="0"/>
              </a:xfrm>
              <a:prstGeom prst="line">
                <a:avLst/>
              </a:prstGeom>
              <a:ln w="28575" cap="flat" cmpd="sng">
                <a:solidFill>
                  <a:schemeClr val="tx1"/>
                </a:solidFill>
                <a:prstDash val="solid"/>
                <a:headEnd type="none" w="med" len="med"/>
                <a:tailEnd type="none" w="med" len="med"/>
              </a:ln>
            </p:spPr>
          </p:sp>
          <p:sp>
            <p:nvSpPr>
              <p:cNvPr id="205936" name="Line 620"/>
              <p:cNvSpPr/>
              <p:nvPr/>
            </p:nvSpPr>
            <p:spPr>
              <a:xfrm flipV="1">
                <a:off x="495" y="0"/>
                <a:ext cx="0" cy="158"/>
              </a:xfrm>
              <a:prstGeom prst="line">
                <a:avLst/>
              </a:prstGeom>
              <a:ln w="28575" cap="flat" cmpd="sng">
                <a:solidFill>
                  <a:schemeClr val="tx1"/>
                </a:solidFill>
                <a:prstDash val="solid"/>
                <a:headEnd type="none" w="med" len="med"/>
                <a:tailEnd type="none" w="med" len="med"/>
              </a:ln>
            </p:spPr>
          </p:sp>
          <p:sp>
            <p:nvSpPr>
              <p:cNvPr id="205937" name="Line 621"/>
              <p:cNvSpPr/>
              <p:nvPr/>
            </p:nvSpPr>
            <p:spPr>
              <a:xfrm flipV="1">
                <a:off x="229" y="156"/>
                <a:ext cx="259" cy="0"/>
              </a:xfrm>
              <a:prstGeom prst="line">
                <a:avLst/>
              </a:prstGeom>
              <a:ln w="28575" cap="flat" cmpd="sng">
                <a:solidFill>
                  <a:schemeClr val="tx1"/>
                </a:solidFill>
                <a:prstDash val="solid"/>
                <a:headEnd type="none" w="med" len="med"/>
                <a:tailEnd type="none" w="med" len="med"/>
              </a:ln>
            </p:spPr>
          </p:sp>
          <p:sp>
            <p:nvSpPr>
              <p:cNvPr id="205938" name="Line 622"/>
              <p:cNvSpPr/>
              <p:nvPr/>
            </p:nvSpPr>
            <p:spPr>
              <a:xfrm flipV="1">
                <a:off x="758" y="0"/>
                <a:ext cx="0" cy="158"/>
              </a:xfrm>
              <a:prstGeom prst="line">
                <a:avLst/>
              </a:prstGeom>
              <a:ln w="28575" cap="flat" cmpd="sng">
                <a:solidFill>
                  <a:schemeClr val="tx1"/>
                </a:solidFill>
                <a:prstDash val="solid"/>
                <a:headEnd type="none" w="med" len="med"/>
                <a:tailEnd type="none" w="med" len="med"/>
              </a:ln>
            </p:spPr>
          </p:sp>
          <p:sp>
            <p:nvSpPr>
              <p:cNvPr id="205939" name="Line 623"/>
              <p:cNvSpPr/>
              <p:nvPr/>
            </p:nvSpPr>
            <p:spPr>
              <a:xfrm>
                <a:off x="495" y="0"/>
                <a:ext cx="263" cy="0"/>
              </a:xfrm>
              <a:prstGeom prst="line">
                <a:avLst/>
              </a:prstGeom>
              <a:ln w="28575" cap="flat" cmpd="sng">
                <a:solidFill>
                  <a:schemeClr val="tx1"/>
                </a:solidFill>
                <a:prstDash val="solid"/>
                <a:headEnd type="none" w="med" len="med"/>
                <a:tailEnd type="none" w="med" len="med"/>
              </a:ln>
            </p:spPr>
          </p:sp>
          <p:sp>
            <p:nvSpPr>
              <p:cNvPr id="205940" name="Line 624"/>
              <p:cNvSpPr/>
              <p:nvPr/>
            </p:nvSpPr>
            <p:spPr>
              <a:xfrm flipV="1">
                <a:off x="2581" y="0"/>
                <a:ext cx="0" cy="158"/>
              </a:xfrm>
              <a:prstGeom prst="line">
                <a:avLst/>
              </a:prstGeom>
              <a:ln w="28575" cap="flat" cmpd="sng">
                <a:solidFill>
                  <a:schemeClr val="tx1"/>
                </a:solidFill>
                <a:prstDash val="solid"/>
                <a:headEnd type="none" w="med" len="med"/>
                <a:tailEnd type="none" w="med" len="med"/>
              </a:ln>
            </p:spPr>
          </p:sp>
          <p:sp>
            <p:nvSpPr>
              <p:cNvPr id="205941" name="Line 625"/>
              <p:cNvSpPr/>
              <p:nvPr/>
            </p:nvSpPr>
            <p:spPr>
              <a:xfrm flipV="1">
                <a:off x="2846" y="0"/>
                <a:ext cx="0" cy="158"/>
              </a:xfrm>
              <a:prstGeom prst="line">
                <a:avLst/>
              </a:prstGeom>
              <a:ln w="28575" cap="flat" cmpd="sng">
                <a:solidFill>
                  <a:schemeClr val="tx1"/>
                </a:solidFill>
                <a:prstDash val="solid"/>
                <a:headEnd type="none" w="med" len="med"/>
                <a:tailEnd type="none" w="med" len="med"/>
              </a:ln>
            </p:spPr>
          </p:sp>
          <p:sp>
            <p:nvSpPr>
              <p:cNvPr id="205942" name="Line 626"/>
              <p:cNvSpPr/>
              <p:nvPr/>
            </p:nvSpPr>
            <p:spPr>
              <a:xfrm>
                <a:off x="2574" y="0"/>
                <a:ext cx="262" cy="0"/>
              </a:xfrm>
              <a:prstGeom prst="line">
                <a:avLst/>
              </a:prstGeom>
              <a:ln w="28575" cap="flat" cmpd="sng">
                <a:solidFill>
                  <a:schemeClr val="tx1"/>
                </a:solidFill>
                <a:prstDash val="solid"/>
                <a:headEnd type="none" w="med" len="med"/>
                <a:tailEnd type="none" w="med" len="med"/>
              </a:ln>
            </p:spPr>
          </p:sp>
          <p:sp>
            <p:nvSpPr>
              <p:cNvPr id="205943" name="Line 627"/>
              <p:cNvSpPr/>
              <p:nvPr/>
            </p:nvSpPr>
            <p:spPr>
              <a:xfrm>
                <a:off x="2845" y="166"/>
                <a:ext cx="972" cy="0"/>
              </a:xfrm>
              <a:prstGeom prst="line">
                <a:avLst/>
              </a:prstGeom>
              <a:ln w="28575" cap="flat" cmpd="sng">
                <a:solidFill>
                  <a:schemeClr val="tx1"/>
                </a:solidFill>
                <a:prstDash val="solid"/>
                <a:headEnd type="none" w="med" len="med"/>
                <a:tailEnd type="none" w="med" len="med"/>
              </a:ln>
            </p:spPr>
          </p:sp>
        </p:grpSp>
        <p:grpSp>
          <p:nvGrpSpPr>
            <p:cNvPr id="205850" name="Group 628"/>
            <p:cNvGrpSpPr/>
            <p:nvPr/>
          </p:nvGrpSpPr>
          <p:grpSpPr>
            <a:xfrm>
              <a:off x="1142" y="4229"/>
              <a:ext cx="9625" cy="312"/>
              <a:chOff x="0" y="0"/>
              <a:chExt cx="3850" cy="166"/>
            </a:xfrm>
          </p:grpSpPr>
          <p:sp>
            <p:nvSpPr>
              <p:cNvPr id="205925" name="Line 629"/>
              <p:cNvSpPr/>
              <p:nvPr/>
            </p:nvSpPr>
            <p:spPr>
              <a:xfrm flipV="1">
                <a:off x="0" y="156"/>
                <a:ext cx="771" cy="0"/>
              </a:xfrm>
              <a:prstGeom prst="line">
                <a:avLst/>
              </a:prstGeom>
              <a:ln w="28575" cap="flat" cmpd="sng">
                <a:solidFill>
                  <a:schemeClr val="tx1"/>
                </a:solidFill>
                <a:prstDash val="solid"/>
                <a:headEnd type="none" w="med" len="med"/>
                <a:tailEnd type="none" w="med" len="med"/>
              </a:ln>
            </p:spPr>
          </p:sp>
          <p:sp>
            <p:nvSpPr>
              <p:cNvPr id="205926" name="Line 630"/>
              <p:cNvSpPr/>
              <p:nvPr/>
            </p:nvSpPr>
            <p:spPr>
              <a:xfrm flipV="1">
                <a:off x="1033" y="158"/>
                <a:ext cx="1814" cy="0"/>
              </a:xfrm>
              <a:prstGeom prst="line">
                <a:avLst/>
              </a:prstGeom>
              <a:ln w="28575" cap="flat" cmpd="sng">
                <a:solidFill>
                  <a:schemeClr val="tx1"/>
                </a:solidFill>
                <a:prstDash val="solid"/>
                <a:headEnd type="none" w="med" len="med"/>
                <a:tailEnd type="none" w="med" len="med"/>
              </a:ln>
            </p:spPr>
          </p:sp>
          <p:sp>
            <p:nvSpPr>
              <p:cNvPr id="205927" name="Line 631"/>
              <p:cNvSpPr/>
              <p:nvPr/>
            </p:nvSpPr>
            <p:spPr>
              <a:xfrm flipV="1">
                <a:off x="768" y="0"/>
                <a:ext cx="0" cy="158"/>
              </a:xfrm>
              <a:prstGeom prst="line">
                <a:avLst/>
              </a:prstGeom>
              <a:ln w="28575" cap="flat" cmpd="sng">
                <a:solidFill>
                  <a:schemeClr val="tx1"/>
                </a:solidFill>
                <a:prstDash val="solid"/>
                <a:headEnd type="none" w="med" len="med"/>
                <a:tailEnd type="none" w="med" len="med"/>
              </a:ln>
            </p:spPr>
          </p:sp>
          <p:sp>
            <p:nvSpPr>
              <p:cNvPr id="205928" name="Line 632"/>
              <p:cNvSpPr/>
              <p:nvPr/>
            </p:nvSpPr>
            <p:spPr>
              <a:xfrm flipV="1">
                <a:off x="1031" y="0"/>
                <a:ext cx="0" cy="158"/>
              </a:xfrm>
              <a:prstGeom prst="line">
                <a:avLst/>
              </a:prstGeom>
              <a:ln w="28575" cap="flat" cmpd="sng">
                <a:solidFill>
                  <a:schemeClr val="tx1"/>
                </a:solidFill>
                <a:prstDash val="solid"/>
                <a:headEnd type="none" w="med" len="med"/>
                <a:tailEnd type="none" w="med" len="med"/>
              </a:ln>
            </p:spPr>
          </p:sp>
          <p:sp>
            <p:nvSpPr>
              <p:cNvPr id="205929" name="Line 633"/>
              <p:cNvSpPr/>
              <p:nvPr/>
            </p:nvSpPr>
            <p:spPr>
              <a:xfrm>
                <a:off x="768" y="0"/>
                <a:ext cx="263" cy="0"/>
              </a:xfrm>
              <a:prstGeom prst="line">
                <a:avLst/>
              </a:prstGeom>
              <a:ln w="28575" cap="flat" cmpd="sng">
                <a:solidFill>
                  <a:schemeClr val="tx1"/>
                </a:solidFill>
                <a:prstDash val="solid"/>
                <a:headEnd type="none" w="med" len="med"/>
                <a:tailEnd type="none" w="med" len="med"/>
              </a:ln>
            </p:spPr>
          </p:sp>
          <p:sp>
            <p:nvSpPr>
              <p:cNvPr id="205930" name="Line 634"/>
              <p:cNvSpPr/>
              <p:nvPr/>
            </p:nvSpPr>
            <p:spPr>
              <a:xfrm flipV="1">
                <a:off x="2858" y="0"/>
                <a:ext cx="0" cy="158"/>
              </a:xfrm>
              <a:prstGeom prst="line">
                <a:avLst/>
              </a:prstGeom>
              <a:ln w="28575" cap="flat" cmpd="sng">
                <a:solidFill>
                  <a:schemeClr val="tx1"/>
                </a:solidFill>
                <a:prstDash val="solid"/>
                <a:headEnd type="none" w="med" len="med"/>
                <a:tailEnd type="none" w="med" len="med"/>
              </a:ln>
            </p:spPr>
          </p:sp>
          <p:sp>
            <p:nvSpPr>
              <p:cNvPr id="205931" name="Line 635"/>
              <p:cNvSpPr/>
              <p:nvPr/>
            </p:nvSpPr>
            <p:spPr>
              <a:xfrm flipV="1">
                <a:off x="3110" y="0"/>
                <a:ext cx="0" cy="158"/>
              </a:xfrm>
              <a:prstGeom prst="line">
                <a:avLst/>
              </a:prstGeom>
              <a:ln w="28575" cap="flat" cmpd="sng">
                <a:solidFill>
                  <a:schemeClr val="tx1"/>
                </a:solidFill>
                <a:prstDash val="solid"/>
                <a:headEnd type="none" w="med" len="med"/>
                <a:tailEnd type="none" w="med" len="med"/>
              </a:ln>
            </p:spPr>
          </p:sp>
          <p:sp>
            <p:nvSpPr>
              <p:cNvPr id="205932" name="Line 636"/>
              <p:cNvSpPr/>
              <p:nvPr/>
            </p:nvSpPr>
            <p:spPr>
              <a:xfrm>
                <a:off x="2858" y="0"/>
                <a:ext cx="262" cy="0"/>
              </a:xfrm>
              <a:prstGeom prst="line">
                <a:avLst/>
              </a:prstGeom>
              <a:ln w="28575" cap="flat" cmpd="sng">
                <a:solidFill>
                  <a:schemeClr val="tx1"/>
                </a:solidFill>
                <a:prstDash val="solid"/>
                <a:headEnd type="none" w="med" len="med"/>
                <a:tailEnd type="none" w="med" len="med"/>
              </a:ln>
            </p:spPr>
          </p:sp>
          <p:sp>
            <p:nvSpPr>
              <p:cNvPr id="205933" name="Line 637"/>
              <p:cNvSpPr/>
              <p:nvPr/>
            </p:nvSpPr>
            <p:spPr>
              <a:xfrm>
                <a:off x="3119" y="166"/>
                <a:ext cx="731" cy="0"/>
              </a:xfrm>
              <a:prstGeom prst="line">
                <a:avLst/>
              </a:prstGeom>
              <a:ln w="28575" cap="flat" cmpd="sng">
                <a:solidFill>
                  <a:schemeClr val="tx1"/>
                </a:solidFill>
                <a:prstDash val="solid"/>
                <a:headEnd type="none" w="med" len="med"/>
                <a:tailEnd type="none" w="med" len="med"/>
              </a:ln>
            </p:spPr>
          </p:sp>
        </p:grpSp>
        <p:grpSp>
          <p:nvGrpSpPr>
            <p:cNvPr id="205851" name="Group 638"/>
            <p:cNvGrpSpPr/>
            <p:nvPr/>
          </p:nvGrpSpPr>
          <p:grpSpPr>
            <a:xfrm>
              <a:off x="1427" y="89"/>
              <a:ext cx="9410" cy="312"/>
              <a:chOff x="0" y="0"/>
              <a:chExt cx="3764" cy="166"/>
            </a:xfrm>
          </p:grpSpPr>
          <p:sp>
            <p:nvSpPr>
              <p:cNvPr id="205867" name="Line 639"/>
              <p:cNvSpPr/>
              <p:nvPr/>
            </p:nvSpPr>
            <p:spPr>
              <a:xfrm>
                <a:off x="0" y="166"/>
                <a:ext cx="131" cy="0"/>
              </a:xfrm>
              <a:prstGeom prst="line">
                <a:avLst/>
              </a:prstGeom>
              <a:ln w="28575" cap="flat" cmpd="sng">
                <a:solidFill>
                  <a:srgbClr val="FF0000"/>
                </a:solidFill>
                <a:prstDash val="solid"/>
                <a:headEnd type="none" w="med" len="med"/>
                <a:tailEnd type="none" w="med" len="med"/>
              </a:ln>
            </p:spPr>
          </p:sp>
          <p:sp>
            <p:nvSpPr>
              <p:cNvPr id="205868" name="Line 640"/>
              <p:cNvSpPr/>
              <p:nvPr/>
            </p:nvSpPr>
            <p:spPr>
              <a:xfrm>
                <a:off x="128" y="0"/>
                <a:ext cx="130" cy="0"/>
              </a:xfrm>
              <a:prstGeom prst="line">
                <a:avLst/>
              </a:prstGeom>
              <a:ln w="28575" cap="flat" cmpd="sng">
                <a:solidFill>
                  <a:srgbClr val="FF0000"/>
                </a:solidFill>
                <a:prstDash val="solid"/>
                <a:headEnd type="none" w="med" len="med"/>
                <a:tailEnd type="none" w="med" len="med"/>
              </a:ln>
            </p:spPr>
          </p:sp>
          <p:sp>
            <p:nvSpPr>
              <p:cNvPr id="205869" name="Line 641"/>
              <p:cNvSpPr/>
              <p:nvPr/>
            </p:nvSpPr>
            <p:spPr>
              <a:xfrm>
                <a:off x="128" y="0"/>
                <a:ext cx="0" cy="166"/>
              </a:xfrm>
              <a:prstGeom prst="line">
                <a:avLst/>
              </a:prstGeom>
              <a:ln w="28575" cap="flat" cmpd="sng">
                <a:solidFill>
                  <a:srgbClr val="FF0000"/>
                </a:solidFill>
                <a:prstDash val="solid"/>
                <a:headEnd type="none" w="med" len="med"/>
                <a:tailEnd type="none" w="med" len="med"/>
              </a:ln>
            </p:spPr>
          </p:sp>
          <p:sp>
            <p:nvSpPr>
              <p:cNvPr id="205870" name="Line 642"/>
              <p:cNvSpPr/>
              <p:nvPr/>
            </p:nvSpPr>
            <p:spPr>
              <a:xfrm>
                <a:off x="258" y="0"/>
                <a:ext cx="0" cy="166"/>
              </a:xfrm>
              <a:prstGeom prst="line">
                <a:avLst/>
              </a:prstGeom>
              <a:ln w="28575" cap="flat" cmpd="sng">
                <a:solidFill>
                  <a:srgbClr val="FF0000"/>
                </a:solidFill>
                <a:prstDash val="solid"/>
                <a:headEnd type="none" w="med" len="med"/>
                <a:tailEnd type="none" w="med" len="med"/>
              </a:ln>
            </p:spPr>
          </p:sp>
          <p:sp>
            <p:nvSpPr>
              <p:cNvPr id="205871" name="Line 643"/>
              <p:cNvSpPr/>
              <p:nvPr/>
            </p:nvSpPr>
            <p:spPr>
              <a:xfrm>
                <a:off x="258" y="166"/>
                <a:ext cx="131" cy="0"/>
              </a:xfrm>
              <a:prstGeom prst="line">
                <a:avLst/>
              </a:prstGeom>
              <a:ln w="28575" cap="flat" cmpd="sng">
                <a:solidFill>
                  <a:srgbClr val="FF0000"/>
                </a:solidFill>
                <a:prstDash val="solid"/>
                <a:headEnd type="none" w="med" len="med"/>
                <a:tailEnd type="none" w="med" len="med"/>
              </a:ln>
            </p:spPr>
          </p:sp>
          <p:sp>
            <p:nvSpPr>
              <p:cNvPr id="205872" name="Line 644"/>
              <p:cNvSpPr/>
              <p:nvPr/>
            </p:nvSpPr>
            <p:spPr>
              <a:xfrm>
                <a:off x="386" y="0"/>
                <a:ext cx="130" cy="0"/>
              </a:xfrm>
              <a:prstGeom prst="line">
                <a:avLst/>
              </a:prstGeom>
              <a:ln w="28575" cap="flat" cmpd="sng">
                <a:solidFill>
                  <a:srgbClr val="FF0000"/>
                </a:solidFill>
                <a:prstDash val="solid"/>
                <a:headEnd type="none" w="med" len="med"/>
                <a:tailEnd type="none" w="med" len="med"/>
              </a:ln>
            </p:spPr>
          </p:sp>
          <p:sp>
            <p:nvSpPr>
              <p:cNvPr id="205873" name="Line 645"/>
              <p:cNvSpPr/>
              <p:nvPr/>
            </p:nvSpPr>
            <p:spPr>
              <a:xfrm>
                <a:off x="386" y="0"/>
                <a:ext cx="0" cy="166"/>
              </a:xfrm>
              <a:prstGeom prst="line">
                <a:avLst/>
              </a:prstGeom>
              <a:ln w="28575" cap="flat" cmpd="sng">
                <a:solidFill>
                  <a:srgbClr val="FF0000"/>
                </a:solidFill>
                <a:prstDash val="solid"/>
                <a:headEnd type="none" w="med" len="med"/>
                <a:tailEnd type="none" w="med" len="med"/>
              </a:ln>
            </p:spPr>
          </p:sp>
          <p:sp>
            <p:nvSpPr>
              <p:cNvPr id="205874" name="Line 646"/>
              <p:cNvSpPr/>
              <p:nvPr/>
            </p:nvSpPr>
            <p:spPr>
              <a:xfrm>
                <a:off x="516" y="0"/>
                <a:ext cx="0" cy="166"/>
              </a:xfrm>
              <a:prstGeom prst="line">
                <a:avLst/>
              </a:prstGeom>
              <a:ln w="28575" cap="flat" cmpd="sng">
                <a:solidFill>
                  <a:srgbClr val="FF0000"/>
                </a:solidFill>
                <a:prstDash val="solid"/>
                <a:headEnd type="none" w="med" len="med"/>
                <a:tailEnd type="none" w="med" len="med"/>
              </a:ln>
            </p:spPr>
          </p:sp>
          <p:sp>
            <p:nvSpPr>
              <p:cNvPr id="205875" name="Line 647"/>
              <p:cNvSpPr/>
              <p:nvPr/>
            </p:nvSpPr>
            <p:spPr>
              <a:xfrm>
                <a:off x="521" y="166"/>
                <a:ext cx="130" cy="0"/>
              </a:xfrm>
              <a:prstGeom prst="line">
                <a:avLst/>
              </a:prstGeom>
              <a:ln w="28575" cap="flat" cmpd="sng">
                <a:solidFill>
                  <a:srgbClr val="FF0000"/>
                </a:solidFill>
                <a:prstDash val="solid"/>
                <a:headEnd type="none" w="med" len="med"/>
                <a:tailEnd type="none" w="med" len="med"/>
              </a:ln>
            </p:spPr>
          </p:sp>
          <p:sp>
            <p:nvSpPr>
              <p:cNvPr id="205876" name="Line 648"/>
              <p:cNvSpPr/>
              <p:nvPr/>
            </p:nvSpPr>
            <p:spPr>
              <a:xfrm>
                <a:off x="648" y="0"/>
                <a:ext cx="131" cy="0"/>
              </a:xfrm>
              <a:prstGeom prst="line">
                <a:avLst/>
              </a:prstGeom>
              <a:ln w="28575" cap="flat" cmpd="sng">
                <a:solidFill>
                  <a:srgbClr val="FF0000"/>
                </a:solidFill>
                <a:prstDash val="solid"/>
                <a:headEnd type="none" w="med" len="med"/>
                <a:tailEnd type="none" w="med" len="med"/>
              </a:ln>
            </p:spPr>
          </p:sp>
          <p:sp>
            <p:nvSpPr>
              <p:cNvPr id="205877" name="Line 649"/>
              <p:cNvSpPr/>
              <p:nvPr/>
            </p:nvSpPr>
            <p:spPr>
              <a:xfrm>
                <a:off x="648" y="0"/>
                <a:ext cx="0" cy="166"/>
              </a:xfrm>
              <a:prstGeom prst="line">
                <a:avLst/>
              </a:prstGeom>
              <a:ln w="28575" cap="flat" cmpd="sng">
                <a:solidFill>
                  <a:srgbClr val="FF0000"/>
                </a:solidFill>
                <a:prstDash val="solid"/>
                <a:headEnd type="none" w="med" len="med"/>
                <a:tailEnd type="none" w="med" len="med"/>
              </a:ln>
            </p:spPr>
          </p:sp>
          <p:sp>
            <p:nvSpPr>
              <p:cNvPr id="205878" name="Line 650"/>
              <p:cNvSpPr/>
              <p:nvPr/>
            </p:nvSpPr>
            <p:spPr>
              <a:xfrm>
                <a:off x="779" y="0"/>
                <a:ext cx="0" cy="166"/>
              </a:xfrm>
              <a:prstGeom prst="line">
                <a:avLst/>
              </a:prstGeom>
              <a:ln w="28575" cap="flat" cmpd="sng">
                <a:solidFill>
                  <a:srgbClr val="FF0000"/>
                </a:solidFill>
                <a:prstDash val="solid"/>
                <a:headEnd type="none" w="med" len="med"/>
                <a:tailEnd type="none" w="med" len="med"/>
              </a:ln>
            </p:spPr>
          </p:sp>
          <p:sp>
            <p:nvSpPr>
              <p:cNvPr id="205879" name="Line 651"/>
              <p:cNvSpPr/>
              <p:nvPr/>
            </p:nvSpPr>
            <p:spPr>
              <a:xfrm>
                <a:off x="779" y="166"/>
                <a:ext cx="130" cy="0"/>
              </a:xfrm>
              <a:prstGeom prst="line">
                <a:avLst/>
              </a:prstGeom>
              <a:ln w="28575" cap="flat" cmpd="sng">
                <a:solidFill>
                  <a:srgbClr val="FF0000"/>
                </a:solidFill>
                <a:prstDash val="solid"/>
                <a:headEnd type="none" w="med" len="med"/>
                <a:tailEnd type="none" w="med" len="med"/>
              </a:ln>
            </p:spPr>
          </p:sp>
          <p:sp>
            <p:nvSpPr>
              <p:cNvPr id="205880" name="Line 652"/>
              <p:cNvSpPr/>
              <p:nvPr/>
            </p:nvSpPr>
            <p:spPr>
              <a:xfrm>
                <a:off x="906" y="0"/>
                <a:ext cx="131" cy="0"/>
              </a:xfrm>
              <a:prstGeom prst="line">
                <a:avLst/>
              </a:prstGeom>
              <a:ln w="28575" cap="flat" cmpd="sng">
                <a:solidFill>
                  <a:srgbClr val="FF0000"/>
                </a:solidFill>
                <a:prstDash val="solid"/>
                <a:headEnd type="none" w="med" len="med"/>
                <a:tailEnd type="none" w="med" len="med"/>
              </a:ln>
            </p:spPr>
          </p:sp>
          <p:sp>
            <p:nvSpPr>
              <p:cNvPr id="205881" name="Line 653"/>
              <p:cNvSpPr/>
              <p:nvPr/>
            </p:nvSpPr>
            <p:spPr>
              <a:xfrm>
                <a:off x="906" y="0"/>
                <a:ext cx="0" cy="166"/>
              </a:xfrm>
              <a:prstGeom prst="line">
                <a:avLst/>
              </a:prstGeom>
              <a:ln w="28575" cap="flat" cmpd="sng">
                <a:solidFill>
                  <a:srgbClr val="FF0000"/>
                </a:solidFill>
                <a:prstDash val="solid"/>
                <a:headEnd type="none" w="med" len="med"/>
                <a:tailEnd type="none" w="med" len="med"/>
              </a:ln>
            </p:spPr>
          </p:sp>
          <p:sp>
            <p:nvSpPr>
              <p:cNvPr id="205882" name="Line 654"/>
              <p:cNvSpPr/>
              <p:nvPr/>
            </p:nvSpPr>
            <p:spPr>
              <a:xfrm>
                <a:off x="1037" y="0"/>
                <a:ext cx="0" cy="166"/>
              </a:xfrm>
              <a:prstGeom prst="line">
                <a:avLst/>
              </a:prstGeom>
              <a:ln w="28575" cap="flat" cmpd="sng">
                <a:solidFill>
                  <a:srgbClr val="FF0000"/>
                </a:solidFill>
                <a:prstDash val="solid"/>
                <a:headEnd type="none" w="med" len="med"/>
                <a:tailEnd type="none" w="med" len="med"/>
              </a:ln>
            </p:spPr>
          </p:sp>
          <p:sp>
            <p:nvSpPr>
              <p:cNvPr id="205883" name="Line 655"/>
              <p:cNvSpPr/>
              <p:nvPr/>
            </p:nvSpPr>
            <p:spPr>
              <a:xfrm>
                <a:off x="1032" y="166"/>
                <a:ext cx="131" cy="0"/>
              </a:xfrm>
              <a:prstGeom prst="line">
                <a:avLst/>
              </a:prstGeom>
              <a:ln w="28575" cap="flat" cmpd="sng">
                <a:solidFill>
                  <a:srgbClr val="FF0000"/>
                </a:solidFill>
                <a:prstDash val="solid"/>
                <a:headEnd type="none" w="med" len="med"/>
                <a:tailEnd type="none" w="med" len="med"/>
              </a:ln>
            </p:spPr>
          </p:sp>
          <p:sp>
            <p:nvSpPr>
              <p:cNvPr id="205884" name="Line 656"/>
              <p:cNvSpPr/>
              <p:nvPr/>
            </p:nvSpPr>
            <p:spPr>
              <a:xfrm>
                <a:off x="1160" y="0"/>
                <a:ext cx="130" cy="0"/>
              </a:xfrm>
              <a:prstGeom prst="line">
                <a:avLst/>
              </a:prstGeom>
              <a:ln w="28575" cap="flat" cmpd="sng">
                <a:solidFill>
                  <a:srgbClr val="FF0000"/>
                </a:solidFill>
                <a:prstDash val="solid"/>
                <a:headEnd type="none" w="med" len="med"/>
                <a:tailEnd type="none" w="med" len="med"/>
              </a:ln>
            </p:spPr>
          </p:sp>
          <p:sp>
            <p:nvSpPr>
              <p:cNvPr id="205885" name="Line 657"/>
              <p:cNvSpPr/>
              <p:nvPr/>
            </p:nvSpPr>
            <p:spPr>
              <a:xfrm>
                <a:off x="1160" y="0"/>
                <a:ext cx="0" cy="166"/>
              </a:xfrm>
              <a:prstGeom prst="line">
                <a:avLst/>
              </a:prstGeom>
              <a:ln w="28575" cap="flat" cmpd="sng">
                <a:solidFill>
                  <a:srgbClr val="FF0000"/>
                </a:solidFill>
                <a:prstDash val="solid"/>
                <a:headEnd type="none" w="med" len="med"/>
                <a:tailEnd type="none" w="med" len="med"/>
              </a:ln>
            </p:spPr>
          </p:sp>
          <p:sp>
            <p:nvSpPr>
              <p:cNvPr id="205886" name="Line 658"/>
              <p:cNvSpPr/>
              <p:nvPr/>
            </p:nvSpPr>
            <p:spPr>
              <a:xfrm>
                <a:off x="1290" y="0"/>
                <a:ext cx="0" cy="166"/>
              </a:xfrm>
              <a:prstGeom prst="line">
                <a:avLst/>
              </a:prstGeom>
              <a:ln w="28575" cap="flat" cmpd="sng">
                <a:solidFill>
                  <a:srgbClr val="FF0000"/>
                </a:solidFill>
                <a:prstDash val="solid"/>
                <a:headEnd type="none" w="med" len="med"/>
                <a:tailEnd type="none" w="med" len="med"/>
              </a:ln>
            </p:spPr>
          </p:sp>
          <p:sp>
            <p:nvSpPr>
              <p:cNvPr id="205887" name="Line 659"/>
              <p:cNvSpPr/>
              <p:nvPr/>
            </p:nvSpPr>
            <p:spPr>
              <a:xfrm>
                <a:off x="1290" y="166"/>
                <a:ext cx="131" cy="0"/>
              </a:xfrm>
              <a:prstGeom prst="line">
                <a:avLst/>
              </a:prstGeom>
              <a:ln w="28575" cap="flat" cmpd="sng">
                <a:solidFill>
                  <a:srgbClr val="FF0000"/>
                </a:solidFill>
                <a:prstDash val="solid"/>
                <a:headEnd type="none" w="med" len="med"/>
                <a:tailEnd type="none" w="med" len="med"/>
              </a:ln>
            </p:spPr>
          </p:sp>
          <p:sp>
            <p:nvSpPr>
              <p:cNvPr id="205888" name="Line 660"/>
              <p:cNvSpPr/>
              <p:nvPr/>
            </p:nvSpPr>
            <p:spPr>
              <a:xfrm>
                <a:off x="1418" y="0"/>
                <a:ext cx="130" cy="0"/>
              </a:xfrm>
              <a:prstGeom prst="line">
                <a:avLst/>
              </a:prstGeom>
              <a:ln w="28575" cap="flat" cmpd="sng">
                <a:solidFill>
                  <a:srgbClr val="FF0000"/>
                </a:solidFill>
                <a:prstDash val="solid"/>
                <a:headEnd type="none" w="med" len="med"/>
                <a:tailEnd type="none" w="med" len="med"/>
              </a:ln>
            </p:spPr>
          </p:sp>
          <p:sp>
            <p:nvSpPr>
              <p:cNvPr id="205889" name="Line 661"/>
              <p:cNvSpPr/>
              <p:nvPr/>
            </p:nvSpPr>
            <p:spPr>
              <a:xfrm>
                <a:off x="1418" y="0"/>
                <a:ext cx="0" cy="166"/>
              </a:xfrm>
              <a:prstGeom prst="line">
                <a:avLst/>
              </a:prstGeom>
              <a:ln w="28575" cap="flat" cmpd="sng">
                <a:solidFill>
                  <a:srgbClr val="FF0000"/>
                </a:solidFill>
                <a:prstDash val="solid"/>
                <a:headEnd type="none" w="med" len="med"/>
                <a:tailEnd type="none" w="med" len="med"/>
              </a:ln>
            </p:spPr>
          </p:sp>
          <p:sp>
            <p:nvSpPr>
              <p:cNvPr id="205890" name="Line 662"/>
              <p:cNvSpPr/>
              <p:nvPr/>
            </p:nvSpPr>
            <p:spPr>
              <a:xfrm>
                <a:off x="1548" y="0"/>
                <a:ext cx="0" cy="166"/>
              </a:xfrm>
              <a:prstGeom prst="line">
                <a:avLst/>
              </a:prstGeom>
              <a:ln w="28575" cap="flat" cmpd="sng">
                <a:solidFill>
                  <a:srgbClr val="FF0000"/>
                </a:solidFill>
                <a:prstDash val="solid"/>
                <a:headEnd type="none" w="med" len="med"/>
                <a:tailEnd type="none" w="med" len="med"/>
              </a:ln>
            </p:spPr>
          </p:sp>
          <p:sp>
            <p:nvSpPr>
              <p:cNvPr id="205891" name="Line 663"/>
              <p:cNvSpPr/>
              <p:nvPr/>
            </p:nvSpPr>
            <p:spPr>
              <a:xfrm>
                <a:off x="1553" y="166"/>
                <a:ext cx="130" cy="0"/>
              </a:xfrm>
              <a:prstGeom prst="line">
                <a:avLst/>
              </a:prstGeom>
              <a:ln w="28575" cap="flat" cmpd="sng">
                <a:solidFill>
                  <a:srgbClr val="FF0000"/>
                </a:solidFill>
                <a:prstDash val="solid"/>
                <a:headEnd type="none" w="med" len="med"/>
                <a:tailEnd type="none" w="med" len="med"/>
              </a:ln>
            </p:spPr>
          </p:sp>
          <p:sp>
            <p:nvSpPr>
              <p:cNvPr id="205892" name="Line 664"/>
              <p:cNvSpPr/>
              <p:nvPr/>
            </p:nvSpPr>
            <p:spPr>
              <a:xfrm>
                <a:off x="1680" y="0"/>
                <a:ext cx="131" cy="0"/>
              </a:xfrm>
              <a:prstGeom prst="line">
                <a:avLst/>
              </a:prstGeom>
              <a:ln w="28575" cap="flat" cmpd="sng">
                <a:solidFill>
                  <a:srgbClr val="FF0000"/>
                </a:solidFill>
                <a:prstDash val="solid"/>
                <a:headEnd type="none" w="med" len="med"/>
                <a:tailEnd type="none" w="med" len="med"/>
              </a:ln>
            </p:spPr>
          </p:sp>
          <p:sp>
            <p:nvSpPr>
              <p:cNvPr id="205893" name="Line 665"/>
              <p:cNvSpPr/>
              <p:nvPr/>
            </p:nvSpPr>
            <p:spPr>
              <a:xfrm>
                <a:off x="1680" y="0"/>
                <a:ext cx="0" cy="166"/>
              </a:xfrm>
              <a:prstGeom prst="line">
                <a:avLst/>
              </a:prstGeom>
              <a:ln w="28575" cap="flat" cmpd="sng">
                <a:solidFill>
                  <a:srgbClr val="FF0000"/>
                </a:solidFill>
                <a:prstDash val="solid"/>
                <a:headEnd type="none" w="med" len="med"/>
                <a:tailEnd type="none" w="med" len="med"/>
              </a:ln>
            </p:spPr>
          </p:sp>
          <p:sp>
            <p:nvSpPr>
              <p:cNvPr id="205894" name="Line 666"/>
              <p:cNvSpPr/>
              <p:nvPr/>
            </p:nvSpPr>
            <p:spPr>
              <a:xfrm>
                <a:off x="1811" y="0"/>
                <a:ext cx="0" cy="166"/>
              </a:xfrm>
              <a:prstGeom prst="line">
                <a:avLst/>
              </a:prstGeom>
              <a:ln w="28575" cap="flat" cmpd="sng">
                <a:solidFill>
                  <a:srgbClr val="FF0000"/>
                </a:solidFill>
                <a:prstDash val="solid"/>
                <a:headEnd type="none" w="med" len="med"/>
                <a:tailEnd type="none" w="med" len="med"/>
              </a:ln>
            </p:spPr>
          </p:sp>
          <p:sp>
            <p:nvSpPr>
              <p:cNvPr id="205895" name="Line 667"/>
              <p:cNvSpPr/>
              <p:nvPr/>
            </p:nvSpPr>
            <p:spPr>
              <a:xfrm>
                <a:off x="1811" y="166"/>
                <a:ext cx="130" cy="0"/>
              </a:xfrm>
              <a:prstGeom prst="line">
                <a:avLst/>
              </a:prstGeom>
              <a:ln w="28575" cap="flat" cmpd="sng">
                <a:solidFill>
                  <a:srgbClr val="FF0000"/>
                </a:solidFill>
                <a:prstDash val="solid"/>
                <a:headEnd type="none" w="med" len="med"/>
                <a:tailEnd type="none" w="med" len="med"/>
              </a:ln>
            </p:spPr>
          </p:sp>
          <p:sp>
            <p:nvSpPr>
              <p:cNvPr id="205896" name="Line 668"/>
              <p:cNvSpPr/>
              <p:nvPr/>
            </p:nvSpPr>
            <p:spPr>
              <a:xfrm>
                <a:off x="1938" y="0"/>
                <a:ext cx="131" cy="0"/>
              </a:xfrm>
              <a:prstGeom prst="line">
                <a:avLst/>
              </a:prstGeom>
              <a:ln w="28575" cap="flat" cmpd="sng">
                <a:solidFill>
                  <a:srgbClr val="FF0000"/>
                </a:solidFill>
                <a:prstDash val="solid"/>
                <a:headEnd type="none" w="med" len="med"/>
                <a:tailEnd type="none" w="med" len="med"/>
              </a:ln>
            </p:spPr>
          </p:sp>
          <p:sp>
            <p:nvSpPr>
              <p:cNvPr id="205897" name="Line 669"/>
              <p:cNvSpPr/>
              <p:nvPr/>
            </p:nvSpPr>
            <p:spPr>
              <a:xfrm>
                <a:off x="1938" y="0"/>
                <a:ext cx="0" cy="166"/>
              </a:xfrm>
              <a:prstGeom prst="line">
                <a:avLst/>
              </a:prstGeom>
              <a:ln w="28575" cap="flat" cmpd="sng">
                <a:solidFill>
                  <a:srgbClr val="FF0000"/>
                </a:solidFill>
                <a:prstDash val="solid"/>
                <a:headEnd type="none" w="med" len="med"/>
                <a:tailEnd type="none" w="med" len="med"/>
              </a:ln>
            </p:spPr>
          </p:sp>
          <p:sp>
            <p:nvSpPr>
              <p:cNvPr id="205898" name="Line 670"/>
              <p:cNvSpPr/>
              <p:nvPr/>
            </p:nvSpPr>
            <p:spPr>
              <a:xfrm>
                <a:off x="2069" y="0"/>
                <a:ext cx="0" cy="166"/>
              </a:xfrm>
              <a:prstGeom prst="line">
                <a:avLst/>
              </a:prstGeom>
              <a:ln w="28575" cap="flat" cmpd="sng">
                <a:solidFill>
                  <a:srgbClr val="FF0000"/>
                </a:solidFill>
                <a:prstDash val="solid"/>
                <a:headEnd type="none" w="med" len="med"/>
                <a:tailEnd type="none" w="med" len="med"/>
              </a:ln>
            </p:spPr>
          </p:sp>
          <p:sp>
            <p:nvSpPr>
              <p:cNvPr id="205899" name="Line 671"/>
              <p:cNvSpPr/>
              <p:nvPr/>
            </p:nvSpPr>
            <p:spPr>
              <a:xfrm>
                <a:off x="2069" y="166"/>
                <a:ext cx="132" cy="0"/>
              </a:xfrm>
              <a:prstGeom prst="line">
                <a:avLst/>
              </a:prstGeom>
              <a:ln w="28575" cap="flat" cmpd="sng">
                <a:solidFill>
                  <a:srgbClr val="FF0000"/>
                </a:solidFill>
                <a:prstDash val="solid"/>
                <a:headEnd type="none" w="med" len="med"/>
                <a:tailEnd type="none" w="med" len="med"/>
              </a:ln>
            </p:spPr>
          </p:sp>
          <p:sp>
            <p:nvSpPr>
              <p:cNvPr id="205900" name="Line 672"/>
              <p:cNvSpPr/>
              <p:nvPr/>
            </p:nvSpPr>
            <p:spPr>
              <a:xfrm>
                <a:off x="2088" y="166"/>
                <a:ext cx="131" cy="0"/>
              </a:xfrm>
              <a:prstGeom prst="line">
                <a:avLst/>
              </a:prstGeom>
              <a:ln w="28575" cap="flat" cmpd="sng">
                <a:solidFill>
                  <a:srgbClr val="FF0000"/>
                </a:solidFill>
                <a:prstDash val="solid"/>
                <a:headEnd type="none" w="med" len="med"/>
                <a:tailEnd type="none" w="med" len="med"/>
              </a:ln>
            </p:spPr>
          </p:sp>
          <p:sp>
            <p:nvSpPr>
              <p:cNvPr id="205901" name="Line 673"/>
              <p:cNvSpPr/>
              <p:nvPr/>
            </p:nvSpPr>
            <p:spPr>
              <a:xfrm>
                <a:off x="2216" y="0"/>
                <a:ext cx="130" cy="0"/>
              </a:xfrm>
              <a:prstGeom prst="line">
                <a:avLst/>
              </a:prstGeom>
              <a:ln w="28575" cap="flat" cmpd="sng">
                <a:solidFill>
                  <a:srgbClr val="FF0000"/>
                </a:solidFill>
                <a:prstDash val="solid"/>
                <a:headEnd type="none" w="med" len="med"/>
                <a:tailEnd type="none" w="med" len="med"/>
              </a:ln>
            </p:spPr>
          </p:sp>
          <p:sp>
            <p:nvSpPr>
              <p:cNvPr id="205902" name="Line 674"/>
              <p:cNvSpPr/>
              <p:nvPr/>
            </p:nvSpPr>
            <p:spPr>
              <a:xfrm>
                <a:off x="2216" y="0"/>
                <a:ext cx="0" cy="166"/>
              </a:xfrm>
              <a:prstGeom prst="line">
                <a:avLst/>
              </a:prstGeom>
              <a:ln w="28575" cap="flat" cmpd="sng">
                <a:solidFill>
                  <a:srgbClr val="FF0000"/>
                </a:solidFill>
                <a:prstDash val="solid"/>
                <a:headEnd type="none" w="med" len="med"/>
                <a:tailEnd type="none" w="med" len="med"/>
              </a:ln>
            </p:spPr>
          </p:sp>
          <p:sp>
            <p:nvSpPr>
              <p:cNvPr id="205903" name="Line 675"/>
              <p:cNvSpPr/>
              <p:nvPr/>
            </p:nvSpPr>
            <p:spPr>
              <a:xfrm>
                <a:off x="2346" y="0"/>
                <a:ext cx="0" cy="166"/>
              </a:xfrm>
              <a:prstGeom prst="line">
                <a:avLst/>
              </a:prstGeom>
              <a:ln w="28575" cap="flat" cmpd="sng">
                <a:solidFill>
                  <a:srgbClr val="FF0000"/>
                </a:solidFill>
                <a:prstDash val="solid"/>
                <a:headEnd type="none" w="med" len="med"/>
                <a:tailEnd type="none" w="med" len="med"/>
              </a:ln>
            </p:spPr>
          </p:sp>
          <p:sp>
            <p:nvSpPr>
              <p:cNvPr id="205904" name="Line 676"/>
              <p:cNvSpPr/>
              <p:nvPr/>
            </p:nvSpPr>
            <p:spPr>
              <a:xfrm>
                <a:off x="2346" y="166"/>
                <a:ext cx="131" cy="0"/>
              </a:xfrm>
              <a:prstGeom prst="line">
                <a:avLst/>
              </a:prstGeom>
              <a:ln w="28575" cap="flat" cmpd="sng">
                <a:solidFill>
                  <a:srgbClr val="FF0000"/>
                </a:solidFill>
                <a:prstDash val="solid"/>
                <a:headEnd type="none" w="med" len="med"/>
                <a:tailEnd type="none" w="med" len="med"/>
              </a:ln>
            </p:spPr>
          </p:sp>
          <p:sp>
            <p:nvSpPr>
              <p:cNvPr id="205905" name="Line 677"/>
              <p:cNvSpPr/>
              <p:nvPr/>
            </p:nvSpPr>
            <p:spPr>
              <a:xfrm>
                <a:off x="2474" y="0"/>
                <a:ext cx="130" cy="0"/>
              </a:xfrm>
              <a:prstGeom prst="line">
                <a:avLst/>
              </a:prstGeom>
              <a:ln w="28575" cap="flat" cmpd="sng">
                <a:solidFill>
                  <a:srgbClr val="FF0000"/>
                </a:solidFill>
                <a:prstDash val="solid"/>
                <a:headEnd type="none" w="med" len="med"/>
                <a:tailEnd type="none" w="med" len="med"/>
              </a:ln>
            </p:spPr>
          </p:sp>
          <p:sp>
            <p:nvSpPr>
              <p:cNvPr id="205906" name="Line 678"/>
              <p:cNvSpPr/>
              <p:nvPr/>
            </p:nvSpPr>
            <p:spPr>
              <a:xfrm>
                <a:off x="2474" y="0"/>
                <a:ext cx="0" cy="166"/>
              </a:xfrm>
              <a:prstGeom prst="line">
                <a:avLst/>
              </a:prstGeom>
              <a:ln w="28575" cap="flat" cmpd="sng">
                <a:solidFill>
                  <a:srgbClr val="FF0000"/>
                </a:solidFill>
                <a:prstDash val="solid"/>
                <a:headEnd type="none" w="med" len="med"/>
                <a:tailEnd type="none" w="med" len="med"/>
              </a:ln>
            </p:spPr>
          </p:sp>
          <p:sp>
            <p:nvSpPr>
              <p:cNvPr id="205907" name="Line 679"/>
              <p:cNvSpPr/>
              <p:nvPr/>
            </p:nvSpPr>
            <p:spPr>
              <a:xfrm>
                <a:off x="2604" y="0"/>
                <a:ext cx="0" cy="166"/>
              </a:xfrm>
              <a:prstGeom prst="line">
                <a:avLst/>
              </a:prstGeom>
              <a:ln w="28575" cap="flat" cmpd="sng">
                <a:solidFill>
                  <a:srgbClr val="FF0000"/>
                </a:solidFill>
                <a:prstDash val="solid"/>
                <a:headEnd type="none" w="med" len="med"/>
                <a:tailEnd type="none" w="med" len="med"/>
              </a:ln>
            </p:spPr>
          </p:sp>
          <p:sp>
            <p:nvSpPr>
              <p:cNvPr id="205908" name="Line 680"/>
              <p:cNvSpPr/>
              <p:nvPr/>
            </p:nvSpPr>
            <p:spPr>
              <a:xfrm>
                <a:off x="2609" y="166"/>
                <a:ext cx="130" cy="0"/>
              </a:xfrm>
              <a:prstGeom prst="line">
                <a:avLst/>
              </a:prstGeom>
              <a:ln w="28575" cap="flat" cmpd="sng">
                <a:solidFill>
                  <a:srgbClr val="FF0000"/>
                </a:solidFill>
                <a:prstDash val="solid"/>
                <a:headEnd type="none" w="med" len="med"/>
                <a:tailEnd type="none" w="med" len="med"/>
              </a:ln>
            </p:spPr>
          </p:sp>
          <p:sp>
            <p:nvSpPr>
              <p:cNvPr id="205909" name="Line 681"/>
              <p:cNvSpPr/>
              <p:nvPr/>
            </p:nvSpPr>
            <p:spPr>
              <a:xfrm>
                <a:off x="2736" y="0"/>
                <a:ext cx="131" cy="0"/>
              </a:xfrm>
              <a:prstGeom prst="line">
                <a:avLst/>
              </a:prstGeom>
              <a:ln w="28575" cap="flat" cmpd="sng">
                <a:solidFill>
                  <a:srgbClr val="FF0000"/>
                </a:solidFill>
                <a:prstDash val="solid"/>
                <a:headEnd type="none" w="med" len="med"/>
                <a:tailEnd type="none" w="med" len="med"/>
              </a:ln>
            </p:spPr>
          </p:sp>
          <p:sp>
            <p:nvSpPr>
              <p:cNvPr id="205910" name="Line 682"/>
              <p:cNvSpPr/>
              <p:nvPr/>
            </p:nvSpPr>
            <p:spPr>
              <a:xfrm>
                <a:off x="2736" y="0"/>
                <a:ext cx="0" cy="166"/>
              </a:xfrm>
              <a:prstGeom prst="line">
                <a:avLst/>
              </a:prstGeom>
              <a:ln w="28575" cap="flat" cmpd="sng">
                <a:solidFill>
                  <a:srgbClr val="FF0000"/>
                </a:solidFill>
                <a:prstDash val="solid"/>
                <a:headEnd type="none" w="med" len="med"/>
                <a:tailEnd type="none" w="med" len="med"/>
              </a:ln>
            </p:spPr>
          </p:sp>
          <p:sp>
            <p:nvSpPr>
              <p:cNvPr id="205911" name="Line 683"/>
              <p:cNvSpPr/>
              <p:nvPr/>
            </p:nvSpPr>
            <p:spPr>
              <a:xfrm>
                <a:off x="2867" y="0"/>
                <a:ext cx="0" cy="166"/>
              </a:xfrm>
              <a:prstGeom prst="line">
                <a:avLst/>
              </a:prstGeom>
              <a:ln w="28575" cap="flat" cmpd="sng">
                <a:solidFill>
                  <a:srgbClr val="FF0000"/>
                </a:solidFill>
                <a:prstDash val="solid"/>
                <a:headEnd type="none" w="med" len="med"/>
                <a:tailEnd type="none" w="med" len="med"/>
              </a:ln>
            </p:spPr>
          </p:sp>
          <p:sp>
            <p:nvSpPr>
              <p:cNvPr id="205912" name="Line 684"/>
              <p:cNvSpPr/>
              <p:nvPr/>
            </p:nvSpPr>
            <p:spPr>
              <a:xfrm>
                <a:off x="2867" y="166"/>
                <a:ext cx="130" cy="0"/>
              </a:xfrm>
              <a:prstGeom prst="line">
                <a:avLst/>
              </a:prstGeom>
              <a:ln w="28575" cap="flat" cmpd="sng">
                <a:solidFill>
                  <a:srgbClr val="FF0000"/>
                </a:solidFill>
                <a:prstDash val="solid"/>
                <a:headEnd type="none" w="med" len="med"/>
                <a:tailEnd type="none" w="med" len="med"/>
              </a:ln>
            </p:spPr>
          </p:sp>
          <p:sp>
            <p:nvSpPr>
              <p:cNvPr id="205913" name="Line 685"/>
              <p:cNvSpPr/>
              <p:nvPr/>
            </p:nvSpPr>
            <p:spPr>
              <a:xfrm>
                <a:off x="2994" y="0"/>
                <a:ext cx="131" cy="0"/>
              </a:xfrm>
              <a:prstGeom prst="line">
                <a:avLst/>
              </a:prstGeom>
              <a:ln w="28575" cap="flat" cmpd="sng">
                <a:solidFill>
                  <a:srgbClr val="FF0000"/>
                </a:solidFill>
                <a:prstDash val="solid"/>
                <a:headEnd type="none" w="med" len="med"/>
                <a:tailEnd type="none" w="med" len="med"/>
              </a:ln>
            </p:spPr>
          </p:sp>
          <p:sp>
            <p:nvSpPr>
              <p:cNvPr id="205914" name="Line 686"/>
              <p:cNvSpPr/>
              <p:nvPr/>
            </p:nvSpPr>
            <p:spPr>
              <a:xfrm>
                <a:off x="2994" y="0"/>
                <a:ext cx="0" cy="166"/>
              </a:xfrm>
              <a:prstGeom prst="line">
                <a:avLst/>
              </a:prstGeom>
              <a:ln w="28575" cap="flat" cmpd="sng">
                <a:solidFill>
                  <a:srgbClr val="FF0000"/>
                </a:solidFill>
                <a:prstDash val="solid"/>
                <a:headEnd type="none" w="med" len="med"/>
                <a:tailEnd type="none" w="med" len="med"/>
              </a:ln>
            </p:spPr>
          </p:sp>
          <p:sp>
            <p:nvSpPr>
              <p:cNvPr id="205915" name="Line 687"/>
              <p:cNvSpPr/>
              <p:nvPr/>
            </p:nvSpPr>
            <p:spPr>
              <a:xfrm>
                <a:off x="3125" y="0"/>
                <a:ext cx="0" cy="166"/>
              </a:xfrm>
              <a:prstGeom prst="line">
                <a:avLst/>
              </a:prstGeom>
              <a:ln w="28575" cap="flat" cmpd="sng">
                <a:solidFill>
                  <a:srgbClr val="FF0000"/>
                </a:solidFill>
                <a:prstDash val="solid"/>
                <a:headEnd type="none" w="med" len="med"/>
                <a:tailEnd type="none" w="med" len="med"/>
              </a:ln>
            </p:spPr>
          </p:sp>
          <p:sp>
            <p:nvSpPr>
              <p:cNvPr id="205916" name="Line 688"/>
              <p:cNvSpPr/>
              <p:nvPr/>
            </p:nvSpPr>
            <p:spPr>
              <a:xfrm>
                <a:off x="3120" y="166"/>
                <a:ext cx="131" cy="0"/>
              </a:xfrm>
              <a:prstGeom prst="line">
                <a:avLst/>
              </a:prstGeom>
              <a:ln w="28575" cap="flat" cmpd="sng">
                <a:solidFill>
                  <a:srgbClr val="FF0000"/>
                </a:solidFill>
                <a:prstDash val="solid"/>
                <a:headEnd type="none" w="med" len="med"/>
                <a:tailEnd type="none" w="med" len="med"/>
              </a:ln>
            </p:spPr>
          </p:sp>
          <p:sp>
            <p:nvSpPr>
              <p:cNvPr id="205917" name="Line 689"/>
              <p:cNvSpPr/>
              <p:nvPr/>
            </p:nvSpPr>
            <p:spPr>
              <a:xfrm>
                <a:off x="3248" y="0"/>
                <a:ext cx="130" cy="0"/>
              </a:xfrm>
              <a:prstGeom prst="line">
                <a:avLst/>
              </a:prstGeom>
              <a:ln w="28575" cap="flat" cmpd="sng">
                <a:solidFill>
                  <a:srgbClr val="FF0000"/>
                </a:solidFill>
                <a:prstDash val="solid"/>
                <a:headEnd type="none" w="med" len="med"/>
                <a:tailEnd type="none" w="med" len="med"/>
              </a:ln>
            </p:spPr>
          </p:sp>
          <p:sp>
            <p:nvSpPr>
              <p:cNvPr id="205918" name="Line 690"/>
              <p:cNvSpPr/>
              <p:nvPr/>
            </p:nvSpPr>
            <p:spPr>
              <a:xfrm>
                <a:off x="3248" y="0"/>
                <a:ext cx="0" cy="166"/>
              </a:xfrm>
              <a:prstGeom prst="line">
                <a:avLst/>
              </a:prstGeom>
              <a:ln w="28575" cap="flat" cmpd="sng">
                <a:solidFill>
                  <a:srgbClr val="FF0000"/>
                </a:solidFill>
                <a:prstDash val="solid"/>
                <a:headEnd type="none" w="med" len="med"/>
                <a:tailEnd type="none" w="med" len="med"/>
              </a:ln>
            </p:spPr>
          </p:sp>
          <p:sp>
            <p:nvSpPr>
              <p:cNvPr id="205919" name="Line 691"/>
              <p:cNvSpPr/>
              <p:nvPr/>
            </p:nvSpPr>
            <p:spPr>
              <a:xfrm>
                <a:off x="3378" y="0"/>
                <a:ext cx="0" cy="166"/>
              </a:xfrm>
              <a:prstGeom prst="line">
                <a:avLst/>
              </a:prstGeom>
              <a:ln w="28575" cap="flat" cmpd="sng">
                <a:solidFill>
                  <a:srgbClr val="FF0000"/>
                </a:solidFill>
                <a:prstDash val="solid"/>
                <a:headEnd type="none" w="med" len="med"/>
                <a:tailEnd type="none" w="med" len="med"/>
              </a:ln>
            </p:spPr>
          </p:sp>
          <p:sp>
            <p:nvSpPr>
              <p:cNvPr id="205920" name="Line 692"/>
              <p:cNvSpPr/>
              <p:nvPr/>
            </p:nvSpPr>
            <p:spPr>
              <a:xfrm>
                <a:off x="3378" y="166"/>
                <a:ext cx="131" cy="0"/>
              </a:xfrm>
              <a:prstGeom prst="line">
                <a:avLst/>
              </a:prstGeom>
              <a:ln w="28575" cap="flat" cmpd="sng">
                <a:solidFill>
                  <a:srgbClr val="FF0000"/>
                </a:solidFill>
                <a:prstDash val="solid"/>
                <a:headEnd type="none" w="med" len="med"/>
                <a:tailEnd type="none" w="med" len="med"/>
              </a:ln>
            </p:spPr>
          </p:sp>
          <p:sp>
            <p:nvSpPr>
              <p:cNvPr id="205921" name="Line 693"/>
              <p:cNvSpPr/>
              <p:nvPr/>
            </p:nvSpPr>
            <p:spPr>
              <a:xfrm>
                <a:off x="3506" y="0"/>
                <a:ext cx="130" cy="0"/>
              </a:xfrm>
              <a:prstGeom prst="line">
                <a:avLst/>
              </a:prstGeom>
              <a:ln w="28575" cap="flat" cmpd="sng">
                <a:solidFill>
                  <a:srgbClr val="FF0000"/>
                </a:solidFill>
                <a:prstDash val="solid"/>
                <a:headEnd type="none" w="med" len="med"/>
                <a:tailEnd type="none" w="med" len="med"/>
              </a:ln>
            </p:spPr>
          </p:sp>
          <p:sp>
            <p:nvSpPr>
              <p:cNvPr id="205922" name="Line 694"/>
              <p:cNvSpPr/>
              <p:nvPr/>
            </p:nvSpPr>
            <p:spPr>
              <a:xfrm>
                <a:off x="3506" y="0"/>
                <a:ext cx="0" cy="166"/>
              </a:xfrm>
              <a:prstGeom prst="line">
                <a:avLst/>
              </a:prstGeom>
              <a:ln w="28575" cap="flat" cmpd="sng">
                <a:solidFill>
                  <a:srgbClr val="FF0000"/>
                </a:solidFill>
                <a:prstDash val="solid"/>
                <a:headEnd type="none" w="med" len="med"/>
                <a:tailEnd type="none" w="med" len="med"/>
              </a:ln>
            </p:spPr>
          </p:sp>
          <p:sp>
            <p:nvSpPr>
              <p:cNvPr id="205923" name="Line 695"/>
              <p:cNvSpPr/>
              <p:nvPr/>
            </p:nvSpPr>
            <p:spPr>
              <a:xfrm>
                <a:off x="3636" y="0"/>
                <a:ext cx="0" cy="166"/>
              </a:xfrm>
              <a:prstGeom prst="line">
                <a:avLst/>
              </a:prstGeom>
              <a:ln w="28575" cap="flat" cmpd="sng">
                <a:solidFill>
                  <a:srgbClr val="FF0000"/>
                </a:solidFill>
                <a:prstDash val="solid"/>
                <a:headEnd type="none" w="med" len="med"/>
                <a:tailEnd type="none" w="med" len="med"/>
              </a:ln>
            </p:spPr>
          </p:sp>
          <p:sp>
            <p:nvSpPr>
              <p:cNvPr id="205924" name="Line 696"/>
              <p:cNvSpPr/>
              <p:nvPr/>
            </p:nvSpPr>
            <p:spPr>
              <a:xfrm>
                <a:off x="3633" y="166"/>
                <a:ext cx="131" cy="0"/>
              </a:xfrm>
              <a:prstGeom prst="line">
                <a:avLst/>
              </a:prstGeom>
              <a:ln w="28575" cap="flat" cmpd="sng">
                <a:solidFill>
                  <a:srgbClr val="FF0000"/>
                </a:solidFill>
                <a:prstDash val="solid"/>
                <a:headEnd type="none" w="med" len="med"/>
                <a:tailEnd type="none" w="med" len="med"/>
              </a:ln>
            </p:spPr>
          </p:sp>
        </p:grpSp>
        <p:grpSp>
          <p:nvGrpSpPr>
            <p:cNvPr id="205852" name="Group 697"/>
            <p:cNvGrpSpPr/>
            <p:nvPr/>
          </p:nvGrpSpPr>
          <p:grpSpPr>
            <a:xfrm>
              <a:off x="1742" y="502"/>
              <a:ext cx="8425" cy="4251"/>
              <a:chOff x="0" y="0"/>
              <a:chExt cx="3370" cy="2084"/>
            </a:xfrm>
          </p:grpSpPr>
          <p:sp>
            <p:nvSpPr>
              <p:cNvPr id="205853" name="Line 698"/>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205854" name="Line 699"/>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205855" name="Line 700"/>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205856" name="Line 701"/>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205857" name="Line 702"/>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205858" name="Line 703"/>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205859" name="Line 704"/>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205860" name="Line 705"/>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205861" name="Line 706"/>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205862" name="Line 707"/>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205863" name="Line 708"/>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205864" name="Line 709"/>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205865" name="Line 710"/>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205866" name="Line 711"/>
              <p:cNvSpPr/>
              <p:nvPr/>
            </p:nvSpPr>
            <p:spPr>
              <a:xfrm>
                <a:off x="3370" y="20"/>
                <a:ext cx="0" cy="2064"/>
              </a:xfrm>
              <a:prstGeom prst="line">
                <a:avLst/>
              </a:prstGeom>
              <a:ln w="9525" cap="flat" cmpd="sng">
                <a:solidFill>
                  <a:schemeClr val="tx1"/>
                </a:solidFill>
                <a:prstDash val="lgDash"/>
                <a:headEnd type="none" w="med" len="med"/>
                <a:tailEnd type="none" w="med" len="med"/>
              </a:ln>
            </p:spPr>
          </p:sp>
        </p:gr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a:xfrm>
            <a:off x="690563" y="557530"/>
            <a:ext cx="7010400" cy="514350"/>
          </a:xfrm>
          <a:prstGeom prst="rect">
            <a:avLst/>
          </a:prstGeom>
          <a:noFill/>
          <a:ln w="28575">
            <a:noFill/>
          </a:ln>
        </p:spPr>
        <p:txBody>
          <a:bodyPr/>
          <a:p>
            <a:pPr eaLnBrk="1" hangingPunct="1"/>
            <a:r>
              <a:rPr lang="en-US" altLang="zh-CN" sz="2000" b="1">
                <a:latin typeface="华文新魏" panose="02010800040101010101" pitchFamily="2" charset="-122"/>
                <a:ea typeface="华文新魏" panose="02010800040101010101" pitchFamily="2" charset="-122"/>
              </a:rPr>
              <a:t>(3) </a:t>
            </a:r>
            <a:r>
              <a:rPr lang="zh-CN" sz="2000" b="1" dirty="0">
                <a:latin typeface="华文新魏" panose="02010800040101010101" pitchFamily="2" charset="-122"/>
                <a:ea typeface="华文新魏" panose="02010800040101010101" pitchFamily="2" charset="-122"/>
              </a:rPr>
              <a:t>用寄存器构建特殊存储器件</a:t>
            </a:r>
            <a:endParaRPr lang="zh-CN" sz="2000" b="1" dirty="0">
              <a:latin typeface="华文新魏" panose="02010800040101010101" pitchFamily="2" charset="-122"/>
              <a:ea typeface="华文新魏" panose="02010800040101010101" pitchFamily="2" charset="-122"/>
            </a:endParaRPr>
          </a:p>
        </p:txBody>
      </p:sp>
      <p:sp>
        <p:nvSpPr>
          <p:cNvPr id="202755" name="Rectangle 4"/>
          <p:cNvSpPr/>
          <p:nvPr/>
        </p:nvSpPr>
        <p:spPr>
          <a:xfrm>
            <a:off x="972185" y="141541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sp>
        <p:nvSpPr>
          <p:cNvPr id="2" name="Rectangle 4"/>
          <p:cNvSpPr/>
          <p:nvPr/>
        </p:nvSpPr>
        <p:spPr>
          <a:xfrm>
            <a:off x="955675" y="182943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寄存器队列</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3" name="Rectangle 4"/>
          <p:cNvSpPr/>
          <p:nvPr/>
        </p:nvSpPr>
        <p:spPr>
          <a:xfrm>
            <a:off x="972185" y="2282825"/>
            <a:ext cx="1601470" cy="457200"/>
          </a:xfrm>
          <a:prstGeom prst="rect">
            <a:avLst/>
          </a:prstGeom>
          <a:noFill/>
          <a:ln w="28575">
            <a:noFill/>
          </a:ln>
        </p:spPr>
        <p:txBody>
          <a:bodyPr/>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寄存器堆栈</a:t>
            </a: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1"/>
          <a:stretch>
            <a:fillRect/>
          </a:stretch>
        </p:blipFill>
        <p:spPr>
          <a:xfrm>
            <a:off x="3059430" y="1059815"/>
            <a:ext cx="5734050" cy="367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02757"/>
                                        </p:tgtEl>
                                        <p:attrNameLst>
                                          <p:attrName>style.visibility</p:attrName>
                                        </p:attrNameLst>
                                      </p:cBhvr>
                                      <p:to>
                                        <p:strVal val="visible"/>
                                      </p:to>
                                    </p:set>
                                    <p:anim calcmode="lin" valueType="num">
                                      <p:cBhvr additive="base">
                                        <p:cTn id="7" dur="500" fill="hold"/>
                                        <p:tgtEl>
                                          <p:spTgt spid="202757"/>
                                        </p:tgtEl>
                                        <p:attrNameLst>
                                          <p:attrName>ppt_x</p:attrName>
                                        </p:attrNameLst>
                                      </p:cBhvr>
                                      <p:tavLst>
                                        <p:tav tm="0">
                                          <p:val>
                                            <p:strVal val="#ppt_x"/>
                                          </p:val>
                                        </p:tav>
                                        <p:tav tm="100000">
                                          <p:val>
                                            <p:strVal val="#ppt_x"/>
                                          </p:val>
                                        </p:tav>
                                      </p:tavLst>
                                    </p:anim>
                                    <p:anim calcmode="lin" valueType="num">
                                      <p:cBhvr additive="base">
                                        <p:cTn id="8" dur="500" fill="hold"/>
                                        <p:tgtEl>
                                          <p:spTgt spid="202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2755"/>
                                        </p:tgtEl>
                                        <p:attrNameLst>
                                          <p:attrName>style.visibility</p:attrName>
                                        </p:attrNameLst>
                                      </p:cBhvr>
                                      <p:to>
                                        <p:strVal val="visible"/>
                                      </p:to>
                                    </p:set>
                                    <p:animEffect transition="in" filter="blinds(horizontal)">
                                      <p:cBhvr>
                                        <p:cTn id="18" dur="500"/>
                                        <p:tgtEl>
                                          <p:spTgt spid="20275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5" grpId="1"/>
      <p:bldP spid="2" grpId="0"/>
      <p:bldP spid="2" grpId="1"/>
      <p:bldP spid="3" grpId="0"/>
      <p:bldP spid="3"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6850" name="Picture 9"/>
          <p:cNvPicPr>
            <a:picLocks noChangeAspect="1"/>
          </p:cNvPicPr>
          <p:nvPr/>
        </p:nvPicPr>
        <p:blipFill>
          <a:blip r:embed="rId1"/>
          <a:stretch>
            <a:fillRect/>
          </a:stretch>
        </p:blipFill>
        <p:spPr>
          <a:xfrm>
            <a:off x="1042988" y="2283460"/>
            <a:ext cx="6880225" cy="2330450"/>
          </a:xfrm>
          <a:prstGeom prst="rect">
            <a:avLst/>
          </a:prstGeom>
          <a:noFill/>
          <a:ln w="9525">
            <a:noFill/>
          </a:ln>
        </p:spPr>
      </p:pic>
      <p:pic>
        <p:nvPicPr>
          <p:cNvPr id="206851" name="Picture 7"/>
          <p:cNvPicPr>
            <a:picLocks noChangeAspect="1"/>
          </p:cNvPicPr>
          <p:nvPr/>
        </p:nvPicPr>
        <p:blipFill>
          <a:blip r:embed="rId2"/>
          <a:stretch>
            <a:fillRect/>
          </a:stretch>
        </p:blipFill>
        <p:spPr>
          <a:xfrm>
            <a:off x="1243013" y="842963"/>
            <a:ext cx="7073900" cy="1306512"/>
          </a:xfrm>
          <a:prstGeom prst="rect">
            <a:avLst/>
          </a:prstGeom>
          <a:noFill/>
          <a:ln w="9525">
            <a:noFill/>
          </a:ln>
        </p:spPr>
      </p:pic>
      <p:sp>
        <p:nvSpPr>
          <p:cNvPr id="206852" name="矩形 289"/>
          <p:cNvSpPr/>
          <p:nvPr/>
        </p:nvSpPr>
        <p:spPr>
          <a:xfrm>
            <a:off x="785813" y="714375"/>
            <a:ext cx="2674937" cy="457200"/>
          </a:xfrm>
          <a:prstGeom prst="rect">
            <a:avLst/>
          </a:prstGeom>
          <a:noFill/>
          <a:ln w="9525">
            <a:noFill/>
          </a:ln>
        </p:spPr>
        <p:txBody>
          <a:bodyPr wrap="none">
            <a:spAutoFit/>
          </a:bodyP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  </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 name="矩形 1"/>
          <p:cNvSpPr/>
          <p:nvPr/>
        </p:nvSpPr>
        <p:spPr>
          <a:xfrm>
            <a:off x="3126105" y="2715895"/>
            <a:ext cx="1423035" cy="2990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1242695" y="3138170"/>
            <a:ext cx="2548890" cy="34798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4993640" y="739140"/>
            <a:ext cx="2664460" cy="43243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5" name="矩形 4"/>
          <p:cNvSpPr/>
          <p:nvPr/>
        </p:nvSpPr>
        <p:spPr>
          <a:xfrm>
            <a:off x="1242695" y="3581400"/>
            <a:ext cx="4385945" cy="3244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矩形 289"/>
          <p:cNvSpPr/>
          <p:nvPr/>
        </p:nvSpPr>
        <p:spPr>
          <a:xfrm>
            <a:off x="785813" y="714375"/>
            <a:ext cx="4168775" cy="457200"/>
          </a:xfrm>
          <a:prstGeom prst="rect">
            <a:avLst/>
          </a:prstGeom>
          <a:noFill/>
          <a:ln w="9525">
            <a:noFill/>
          </a:ln>
        </p:spPr>
        <p:txBody>
          <a:bodyPr wrap="none">
            <a:spAutoFit/>
          </a:bodyPr>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r>
              <a:rPr lang="en-US" altLang="zh-CN" sz="2400" b="1">
                <a:solidFill>
                  <a:schemeClr val="tx1"/>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脉冲发生器</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207875" name="Text Box 4"/>
          <p:cNvSpPr txBox="1"/>
          <p:nvPr/>
        </p:nvSpPr>
        <p:spPr>
          <a:xfrm>
            <a:off x="611188" y="1492250"/>
            <a:ext cx="8064500" cy="2873375"/>
          </a:xfrm>
          <a:prstGeom prst="rect">
            <a:avLst/>
          </a:prstGeom>
          <a:noFill/>
          <a:ln w="9525">
            <a:noFill/>
          </a:ln>
        </p:spPr>
        <p:txBody>
          <a:bodyPr>
            <a:spAutoFit/>
          </a:bodyPr>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脉冲电压或电流是指在极短时间间隔内作用于电路的电压或电流。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脉冲在模拟电路分析时需要考虑不同波形、电平、时延等特性</a:t>
            </a:r>
            <a:r>
              <a:rPr lang="en-US" altLang="zh-CN" sz="2400">
                <a:solidFill>
                  <a:schemeClr val="tx1"/>
                </a:solidFill>
                <a:latin typeface="华文新魏" panose="02010800040101010101" pitchFamily="2" charset="-122"/>
                <a:ea typeface="华文新魏" panose="02010800040101010101" pitchFamily="2" charset="-122"/>
              </a:rPr>
              <a:t>(P135</a:t>
            </a:r>
            <a:r>
              <a:rPr lang="zh-CN" altLang="en-US" sz="2400" dirty="0">
                <a:solidFill>
                  <a:schemeClr val="tx1"/>
                </a:solidFill>
                <a:latin typeface="华文新魏" panose="02010800040101010101" pitchFamily="2" charset="-122"/>
                <a:ea typeface="华文新魏" panose="02010800040101010101" pitchFamily="2" charset="-122"/>
              </a:rPr>
              <a:t>页图</a:t>
            </a:r>
            <a:r>
              <a:rPr lang="en-US" altLang="zh-CN" sz="2400">
                <a:solidFill>
                  <a:schemeClr val="tx1"/>
                </a:solidFill>
                <a:latin typeface="华文新魏" panose="02010800040101010101" pitchFamily="2" charset="-122"/>
                <a:ea typeface="华文新魏" panose="02010800040101010101" pitchFamily="2" charset="-122"/>
              </a:rPr>
              <a:t>3.49</a:t>
            </a:r>
            <a:r>
              <a:rPr lang="zh-CN" altLang="en-US" sz="2400" dirty="0">
                <a:solidFill>
                  <a:schemeClr val="tx1"/>
                </a:solidFill>
                <a:latin typeface="华文新魏" panose="02010800040101010101" pitchFamily="2" charset="-122"/>
                <a:ea typeface="华文新魏" panose="02010800040101010101" pitchFamily="2" charset="-122"/>
              </a:rPr>
              <a:t>中的参数要搞清楚</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脉冲在数字电路分析时需要对不同波形进行整形，以达到适合数字电路使用的波形和电平，如矩形波。</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3" name="矩形 2"/>
          <p:cNvSpPr/>
          <p:nvPr/>
        </p:nvSpPr>
        <p:spPr>
          <a:xfrm>
            <a:off x="611505" y="2510790"/>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594995" y="3612515"/>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242060" y="43815"/>
            <a:ext cx="7543165" cy="5073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多谐振荡器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208899" name="Text Box 4"/>
          <p:cNvSpPr txBox="1"/>
          <p:nvPr/>
        </p:nvSpPr>
        <p:spPr>
          <a:xfrm>
            <a:off x="900113" y="896938"/>
            <a:ext cx="7924800" cy="1098550"/>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在数字系统中经常需要用到方波信号，如时钟信号</a:t>
            </a:r>
            <a:r>
              <a:rPr lang="en-US" altLang="zh-CN" sz="2400">
                <a:solidFill>
                  <a:schemeClr val="tx1"/>
                </a:solidFill>
                <a:latin typeface="华文新魏" panose="02010800040101010101" pitchFamily="2" charset="-122"/>
                <a:ea typeface="华文新魏" panose="02010800040101010101" pitchFamily="2" charset="-122"/>
              </a:rPr>
              <a:t>CLK</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多谐振荡器是一种产生方波的电路，能够在</a:t>
            </a:r>
            <a:r>
              <a:rPr lang="en-US" altLang="zh-CN" sz="240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两个暂稳态之间进行转换从而产生矩形波电路。</a:t>
            </a:r>
            <a:endParaRPr lang="zh-CN" altLang="en-US" sz="2400" dirty="0">
              <a:solidFill>
                <a:schemeClr val="tx1"/>
              </a:solidFill>
              <a:latin typeface="华文新魏" panose="02010800040101010101" pitchFamily="2" charset="-122"/>
              <a:ea typeface="华文新魏" panose="02010800040101010101" pitchFamily="2" charset="-122"/>
            </a:endParaRPr>
          </a:p>
        </p:txBody>
      </p:sp>
      <p:pic>
        <p:nvPicPr>
          <p:cNvPr id="208900" name="图片 1"/>
          <p:cNvPicPr>
            <a:picLocks noChangeAspect="1"/>
          </p:cNvPicPr>
          <p:nvPr/>
        </p:nvPicPr>
        <p:blipFill>
          <a:blip r:embed="rId1"/>
          <a:stretch>
            <a:fillRect/>
          </a:stretch>
        </p:blipFill>
        <p:spPr>
          <a:xfrm>
            <a:off x="5867400" y="2105025"/>
            <a:ext cx="2592388" cy="946150"/>
          </a:xfrm>
          <a:prstGeom prst="rect">
            <a:avLst/>
          </a:prstGeom>
          <a:noFill/>
          <a:ln w="9525">
            <a:noFill/>
          </a:ln>
        </p:spPr>
      </p:pic>
      <p:sp>
        <p:nvSpPr>
          <p:cNvPr id="208901" name="Text Box 4"/>
          <p:cNvSpPr txBox="1"/>
          <p:nvPr/>
        </p:nvSpPr>
        <p:spPr>
          <a:xfrm>
            <a:off x="900113" y="2193925"/>
            <a:ext cx="4683125" cy="1025525"/>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奇数个与非门首尾相连，可以组成一个简单的环形振荡器，震荡周期固定为器件的两级门延迟。</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208902" name="Text Box 4"/>
          <p:cNvSpPr txBox="1"/>
          <p:nvPr/>
        </p:nvSpPr>
        <p:spPr>
          <a:xfrm>
            <a:off x="900113" y="3579813"/>
            <a:ext cx="4683125" cy="1031875"/>
          </a:xfrm>
          <a:prstGeom prst="rect">
            <a:avLst/>
          </a:prstGeom>
          <a:noFill/>
          <a:ln w="9525">
            <a:noFill/>
          </a:ln>
        </p:spPr>
        <p:txBody>
          <a:bodyPr>
            <a:spAutoFit/>
          </a:bodyPr>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在原环型振荡器基础上添加</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电路，就可以产生受</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参数控制的周期方波信号。</a:t>
            </a:r>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T</a:t>
            </a:r>
            <a:r>
              <a:rPr lang="zh-CN" altLang="zh-CN" sz="2400" dirty="0">
                <a:solidFill>
                  <a:srgbClr val="FF0000"/>
                </a:solidFill>
                <a:latin typeface="华文新魏" panose="02010800040101010101" pitchFamily="2" charset="-122"/>
                <a:ea typeface="华文新魏" panose="02010800040101010101" pitchFamily="2" charset="-122"/>
              </a:rPr>
              <a:t>约为</a:t>
            </a:r>
            <a:r>
              <a:rPr lang="en-US" altLang="zh-CN" sz="2400" dirty="0">
                <a:solidFill>
                  <a:srgbClr val="FF0000"/>
                </a:solidFill>
                <a:latin typeface="华文新魏" panose="02010800040101010101" pitchFamily="2" charset="-122"/>
                <a:ea typeface="华文新魏" panose="02010800040101010101" pitchFamily="2" charset="-122"/>
              </a:rPr>
              <a:t>2.2RC</a:t>
            </a:r>
            <a:endParaRPr lang="en-US" altLang="zh-CN" sz="2400" dirty="0">
              <a:solidFill>
                <a:srgbClr val="FF0000"/>
              </a:solidFill>
              <a:latin typeface="华文新魏" panose="02010800040101010101" pitchFamily="2" charset="-122"/>
              <a:ea typeface="华文新魏" panose="02010800040101010101" pitchFamily="2" charset="-122"/>
            </a:endParaRPr>
          </a:p>
        </p:txBody>
      </p:sp>
      <p:pic>
        <p:nvPicPr>
          <p:cNvPr id="208903" name="图片 2"/>
          <p:cNvPicPr>
            <a:picLocks noChangeAspect="1"/>
          </p:cNvPicPr>
          <p:nvPr/>
        </p:nvPicPr>
        <p:blipFill>
          <a:blip r:embed="rId2"/>
          <a:stretch>
            <a:fillRect/>
          </a:stretch>
        </p:blipFill>
        <p:spPr>
          <a:xfrm>
            <a:off x="5867400" y="3317875"/>
            <a:ext cx="2592388" cy="1109663"/>
          </a:xfrm>
          <a:prstGeom prst="rect">
            <a:avLst/>
          </a:prstGeom>
          <a:noFill/>
          <a:ln w="9525">
            <a:noFill/>
          </a:ln>
        </p:spPr>
      </p:pic>
      <p:sp>
        <p:nvSpPr>
          <p:cNvPr id="3" name="矩形 2"/>
          <p:cNvSpPr/>
          <p:nvPr/>
        </p:nvSpPr>
        <p:spPr>
          <a:xfrm>
            <a:off x="900430" y="2193925"/>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900430" y="3522980"/>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Grp="1"/>
          </p:cNvSpPr>
          <p:nvPr>
            <p:ph type="title"/>
          </p:nvPr>
        </p:nvSpPr>
        <p:spPr>
          <a:xfrm>
            <a:off x="614363" y="627063"/>
            <a:ext cx="6400800" cy="43180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单稳态电路</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09923" name="Text Box 4"/>
          <p:cNvSpPr txBox="1"/>
          <p:nvPr/>
        </p:nvSpPr>
        <p:spPr>
          <a:xfrm>
            <a:off x="684213" y="843598"/>
            <a:ext cx="4684712" cy="3709670"/>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单稳态触发器：有一个稳定状态和一个暂稳状态，在外来脉冲触发下，电路能从稳定状态翻转到暂稳状态；维持一段时间后，又自动返回稳定状态。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每触发一次，电路就会输出一个宽度一定、幅度一定的矩形波。一般用于</a:t>
            </a:r>
            <a:r>
              <a:rPr lang="zh-CN" altLang="en-US" sz="2400" u="sng" dirty="0">
                <a:solidFill>
                  <a:srgbClr val="FF0000"/>
                </a:solidFill>
                <a:latin typeface="华文新魏" panose="02010800040101010101" pitchFamily="2" charset="-122"/>
                <a:ea typeface="华文新魏" panose="02010800040101010101" pitchFamily="2" charset="-122"/>
              </a:rPr>
              <a:t>定时、整形、</a:t>
            </a:r>
            <a:r>
              <a:rPr lang="zh-CN" altLang="en-US" sz="2400" u="sng" dirty="0">
                <a:solidFill>
                  <a:srgbClr val="FF0000"/>
                </a:solidFill>
                <a:latin typeface="华文新魏" panose="02010800040101010101" pitchFamily="2" charset="-122"/>
                <a:ea typeface="华文新魏" panose="02010800040101010101" pitchFamily="2" charset="-122"/>
                <a:sym typeface="+mn-ea"/>
              </a:rPr>
              <a:t>延</a:t>
            </a:r>
            <a:r>
              <a:rPr lang="zh-CN" altLang="en-US" sz="2400" u="sng" dirty="0">
                <a:solidFill>
                  <a:srgbClr val="FF0000"/>
                </a:solidFill>
                <a:latin typeface="华文新魏" panose="02010800040101010101" pitchFamily="2" charset="-122"/>
                <a:ea typeface="华文新魏" panose="02010800040101010101" pitchFamily="2" charset="-122"/>
              </a:rPr>
              <a:t>时</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a:solidFill>
                  <a:schemeClr val="tx1"/>
                </a:solidFill>
                <a:latin typeface="华文新魏" panose="02010800040101010101" pitchFamily="2" charset="-122"/>
                <a:ea typeface="华文新魏" panose="02010800040101010101" pitchFamily="2" charset="-122"/>
              </a:rPr>
              <a:t>此电路中，负脉冲暂稳态周期</a:t>
            </a:r>
            <a:r>
              <a:rPr lang="en-US" altLang="zh-CN" sz="2400">
                <a:solidFill>
                  <a:schemeClr val="tx1"/>
                </a:solidFill>
                <a:latin typeface="华文新魏" panose="02010800040101010101" pitchFamily="2" charset="-122"/>
                <a:ea typeface="华文新魏" panose="02010800040101010101" pitchFamily="2" charset="-122"/>
              </a:rPr>
              <a:t>Tw</a:t>
            </a:r>
            <a:r>
              <a:rPr lang="zh-CN" altLang="en-US" sz="2400">
                <a:solidFill>
                  <a:schemeClr val="tx1"/>
                </a:solidFill>
                <a:latin typeface="华文新魏" panose="02010800040101010101" pitchFamily="2" charset="-122"/>
                <a:ea typeface="华文新魏" panose="02010800040101010101" pitchFamily="2" charset="-122"/>
              </a:rPr>
              <a:t>约为</a:t>
            </a:r>
            <a:r>
              <a:rPr lang="en-US" altLang="zh-CN" sz="2400">
                <a:solidFill>
                  <a:schemeClr val="tx1"/>
                </a:solidFill>
                <a:latin typeface="华文新魏" panose="02010800040101010101" pitchFamily="2" charset="-122"/>
                <a:ea typeface="华文新魏" panose="02010800040101010101" pitchFamily="2" charset="-122"/>
              </a:rPr>
              <a:t>1.1RC</a:t>
            </a:r>
            <a:r>
              <a:rPr lang="zh-CN" altLang="en-US" sz="2400">
                <a:solidFill>
                  <a:schemeClr val="tx1"/>
                </a:solidFill>
                <a:latin typeface="华文新魏" panose="02010800040101010101" pitchFamily="2" charset="-122"/>
                <a:ea typeface="华文新魏" panose="02010800040101010101" pitchFamily="2" charset="-122"/>
              </a:rPr>
              <a:t>。</a:t>
            </a:r>
            <a:endParaRPr lang="zh-CN" altLang="en-US" sz="2400">
              <a:solidFill>
                <a:schemeClr val="tx1"/>
              </a:solidFill>
              <a:latin typeface="华文新魏" panose="02010800040101010101" pitchFamily="2" charset="-122"/>
              <a:ea typeface="华文新魏" panose="02010800040101010101" pitchFamily="2" charset="-122"/>
            </a:endParaRPr>
          </a:p>
        </p:txBody>
      </p:sp>
      <p:pic>
        <p:nvPicPr>
          <p:cNvPr id="209924" name="图片 3"/>
          <p:cNvPicPr>
            <a:picLocks noChangeAspect="1"/>
          </p:cNvPicPr>
          <p:nvPr/>
        </p:nvPicPr>
        <p:blipFill>
          <a:blip r:embed="rId1"/>
          <a:stretch>
            <a:fillRect/>
          </a:stretch>
        </p:blipFill>
        <p:spPr>
          <a:xfrm>
            <a:off x="5724525" y="1779588"/>
            <a:ext cx="3070225" cy="177641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2"/>
          <p:cNvSpPr>
            <a:spLocks noGrp="1"/>
          </p:cNvSpPr>
          <p:nvPr>
            <p:ph type="title"/>
          </p:nvPr>
        </p:nvSpPr>
        <p:spPr>
          <a:xfrm>
            <a:off x="611188" y="484188"/>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施密特双稳态电路（</a:t>
            </a:r>
            <a:r>
              <a:rPr lang="en-US" altLang="zh-CN" sz="2400" b="1" dirty="0">
                <a:solidFill>
                  <a:srgbClr val="FF0000"/>
                </a:solidFill>
                <a:latin typeface="华文新魏" panose="02010800040101010101" pitchFamily="2" charset="-122"/>
                <a:ea typeface="华文新魏" panose="02010800040101010101" pitchFamily="2" charset="-122"/>
              </a:rPr>
              <a:t>P137-138</a:t>
            </a:r>
            <a:r>
              <a:rPr lang="zh-CN" altLang="en-US" sz="2400" b="1" dirty="0">
                <a:solidFill>
                  <a:srgbClr val="FF0000"/>
                </a:solidFill>
                <a:latin typeface="华文新魏" panose="02010800040101010101" pitchFamily="2" charset="-122"/>
                <a:ea typeface="华文新魏" panose="02010800040101010101" pitchFamily="2" charset="-122"/>
              </a:rPr>
              <a:t>，认真读一下）</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10947" name="Text Box 4"/>
          <p:cNvSpPr txBox="1"/>
          <p:nvPr/>
        </p:nvSpPr>
        <p:spPr>
          <a:xfrm>
            <a:off x="827405" y="1132205"/>
            <a:ext cx="7829550" cy="1345565"/>
          </a:xfrm>
          <a:prstGeom prst="rect">
            <a:avLst/>
          </a:prstGeom>
          <a:noFill/>
          <a:ln w="9525">
            <a:noFill/>
          </a:ln>
        </p:spPr>
        <p:txBody>
          <a:bodyPr wrap="square">
            <a:spAutoFit/>
          </a:bodyPr>
          <a:p>
            <a:pPr eaLnBrk="1" hangingPunct="1">
              <a:lnSpc>
                <a:spcPct val="85000"/>
              </a:lnSpc>
              <a:spcBef>
                <a:spcPct val="20000"/>
              </a:spcBef>
            </a:pPr>
            <a:r>
              <a:rPr lang="zh-CN" altLang="en-US" sz="2400" b="1" dirty="0">
                <a:solidFill>
                  <a:srgbClr val="FF0000"/>
                </a:solidFill>
                <a:latin typeface="华文新魏" panose="02010800040101010101" pitchFamily="2" charset="-122"/>
                <a:ea typeface="华文新魏" panose="02010800040101010101" pitchFamily="2" charset="-122"/>
              </a:rPr>
              <a:t>施密特触发器是一种脉冲波整形电路</a:t>
            </a:r>
            <a:r>
              <a:rPr lang="zh-CN" altLang="en-US" sz="2400" b="1" dirty="0">
                <a:solidFill>
                  <a:schemeClr val="tx1"/>
                </a:solidFill>
                <a:latin typeface="华文新魏" panose="02010800040101010101" pitchFamily="2" charset="-122"/>
                <a:ea typeface="华文新魏" panose="02010800040101010101" pitchFamily="2" charset="-122"/>
              </a:rPr>
              <a:t>。它的一个重要作用是可以将边沿变化缓慢的输入信号波形（正弦波、锯齿波）整形为矩形波。给</a:t>
            </a:r>
            <a:r>
              <a:rPr lang="en-US" altLang="zh-CN"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S-/R</a:t>
            </a:r>
            <a:r>
              <a:rPr lang="zh-CN" altLang="en-US" sz="2400" b="1" dirty="0">
                <a:solidFill>
                  <a:schemeClr val="tx1"/>
                </a:solidFill>
                <a:latin typeface="华文新魏" panose="02010800040101010101" pitchFamily="2" charset="-122"/>
                <a:ea typeface="华文新魏" panose="02010800040101010101" pitchFamily="2" charset="-122"/>
              </a:rPr>
              <a:t>锁存器两个输入端分别加一个反相器和一个二极管，形成施密特触发器基本结构。</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0948" name="图片 1"/>
          <p:cNvPicPr>
            <a:picLocks noChangeAspect="1"/>
          </p:cNvPicPr>
          <p:nvPr/>
        </p:nvPicPr>
        <p:blipFill>
          <a:blip r:embed="rId1"/>
          <a:stretch>
            <a:fillRect/>
          </a:stretch>
        </p:blipFill>
        <p:spPr>
          <a:xfrm>
            <a:off x="971550" y="2725738"/>
            <a:ext cx="2952750" cy="2078037"/>
          </a:xfrm>
          <a:prstGeom prst="rect">
            <a:avLst/>
          </a:prstGeom>
          <a:noFill/>
          <a:ln w="9525">
            <a:noFill/>
          </a:ln>
        </p:spPr>
      </p:pic>
      <p:pic>
        <p:nvPicPr>
          <p:cNvPr id="210949" name="图片 2"/>
          <p:cNvPicPr>
            <a:picLocks noChangeAspect="1"/>
          </p:cNvPicPr>
          <p:nvPr/>
        </p:nvPicPr>
        <p:blipFill>
          <a:blip r:embed="rId2"/>
          <a:stretch>
            <a:fillRect/>
          </a:stretch>
        </p:blipFill>
        <p:spPr>
          <a:xfrm>
            <a:off x="5435600" y="2665413"/>
            <a:ext cx="3168650" cy="2138362"/>
          </a:xfrm>
          <a:prstGeom prst="rect">
            <a:avLst/>
          </a:prstGeom>
          <a:noFill/>
          <a:ln w="9525">
            <a:noFill/>
          </a:ln>
        </p:spPr>
      </p:pic>
      <p:sp>
        <p:nvSpPr>
          <p:cNvPr id="3" name="矩形 2"/>
          <p:cNvSpPr/>
          <p:nvPr/>
        </p:nvSpPr>
        <p:spPr>
          <a:xfrm>
            <a:off x="6027420" y="2665730"/>
            <a:ext cx="1991995" cy="94234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6027420" y="3836035"/>
            <a:ext cx="1991995" cy="51943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p:cNvSpPr>
          <p:nvPr>
            <p:ph type="title"/>
          </p:nvPr>
        </p:nvSpPr>
        <p:spPr>
          <a:xfrm>
            <a:off x="611188" y="555625"/>
            <a:ext cx="6400800" cy="40005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双极型</a:t>
            </a:r>
            <a:r>
              <a:rPr lang="en-US" altLang="zh-CN" sz="2400" b="1">
                <a:latin typeface="华文新魏" panose="02010800040101010101" pitchFamily="2" charset="-122"/>
                <a:ea typeface="华文新魏" panose="02010800040101010101" pitchFamily="2" charset="-122"/>
              </a:rPr>
              <a:t>555</a:t>
            </a:r>
            <a:r>
              <a:rPr lang="zh-CN" altLang="en-US" sz="2400" b="1" dirty="0">
                <a:latin typeface="华文新魏" panose="02010800040101010101" pitchFamily="2" charset="-122"/>
                <a:ea typeface="华文新魏" panose="02010800040101010101" pitchFamily="2" charset="-122"/>
              </a:rPr>
              <a:t>定时器</a:t>
            </a:r>
            <a:endParaRPr lang="en-US" altLang="zh-CN" sz="2400" b="1">
              <a:latin typeface="华文新魏" panose="02010800040101010101" pitchFamily="2" charset="-122"/>
              <a:ea typeface="华文新魏" panose="02010800040101010101" pitchFamily="2" charset="-122"/>
            </a:endParaRPr>
          </a:p>
        </p:txBody>
      </p:sp>
      <p:sp>
        <p:nvSpPr>
          <p:cNvPr id="212995" name="Text Box 4"/>
          <p:cNvSpPr txBox="1"/>
          <p:nvPr/>
        </p:nvSpPr>
        <p:spPr>
          <a:xfrm>
            <a:off x="611188" y="1131888"/>
            <a:ext cx="3529012" cy="3503295"/>
          </a:xfrm>
          <a:prstGeom prst="rect">
            <a:avLst/>
          </a:prstGeom>
          <a:noFill/>
          <a:ln w="9525">
            <a:noFill/>
          </a:ln>
        </p:spPr>
        <p:txBody>
          <a:bodyPr>
            <a:spAutoFit/>
          </a:bodyPr>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定时器有</a:t>
            </a:r>
            <a:r>
              <a:rPr lang="en-US" altLang="zh-CN" sz="240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个引脚：</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地端</a:t>
            </a:r>
            <a:r>
              <a:rPr lang="en-US" altLang="zh-CN" sz="2400">
                <a:solidFill>
                  <a:schemeClr val="tx1"/>
                </a:solidFill>
                <a:latin typeface="华文新魏" panose="02010800040101010101" pitchFamily="2" charset="-122"/>
                <a:ea typeface="华文新魏" panose="02010800040101010101" pitchFamily="2" charset="-122"/>
              </a:rPr>
              <a:t>1</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低触发端</a:t>
            </a:r>
            <a:r>
              <a:rPr lang="en-US" altLang="zh-CN" sz="2400">
                <a:solidFill>
                  <a:schemeClr val="tx1"/>
                </a:solidFill>
                <a:latin typeface="华文新魏" panose="02010800040101010101" pitchFamily="2" charset="-122"/>
                <a:ea typeface="华文新魏" panose="02010800040101010101" pitchFamily="2" charset="-122"/>
              </a:rPr>
              <a:t>2</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输出端</a:t>
            </a:r>
            <a:r>
              <a:rPr lang="en-US" altLang="zh-CN" sz="2400">
                <a:solidFill>
                  <a:schemeClr val="tx1"/>
                </a:solidFill>
                <a:latin typeface="华文新魏" panose="02010800040101010101" pitchFamily="2" charset="-122"/>
                <a:ea typeface="华文新魏" panose="02010800040101010101" pitchFamily="2" charset="-122"/>
              </a:rPr>
              <a:t>3</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复位端</a:t>
            </a:r>
            <a:r>
              <a:rPr lang="en-US" altLang="zh-CN" sz="2400">
                <a:solidFill>
                  <a:schemeClr val="tx1"/>
                </a:solidFill>
                <a:latin typeface="华文新魏" panose="02010800040101010101" pitchFamily="2" charset="-122"/>
                <a:ea typeface="华文新魏" panose="02010800040101010101" pitchFamily="2" charset="-122"/>
              </a:rPr>
              <a:t>4</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电压控制端</a:t>
            </a:r>
            <a:r>
              <a:rPr lang="en-US" altLang="zh-CN" sz="2400">
                <a:solidFill>
                  <a:schemeClr val="tx1"/>
                </a:solidFill>
                <a:latin typeface="华文新魏" panose="02010800040101010101" pitchFamily="2" charset="-122"/>
                <a:ea typeface="华文新魏" panose="02010800040101010101" pitchFamily="2" charset="-122"/>
              </a:rPr>
              <a:t>5</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高触发端</a:t>
            </a:r>
            <a:r>
              <a:rPr lang="en-US" altLang="zh-CN" sz="2400">
                <a:solidFill>
                  <a:schemeClr val="tx1"/>
                </a:solidFill>
                <a:latin typeface="华文新魏" panose="02010800040101010101" pitchFamily="2" charset="-122"/>
                <a:ea typeface="华文新魏" panose="02010800040101010101" pitchFamily="2" charset="-122"/>
              </a:rPr>
              <a:t>6</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放电端</a:t>
            </a:r>
            <a:r>
              <a:rPr lang="en-US" altLang="zh-CN" sz="2400">
                <a:solidFill>
                  <a:schemeClr val="tx1"/>
                </a:solidFill>
                <a:latin typeface="华文新魏" panose="02010800040101010101" pitchFamily="2" charset="-122"/>
                <a:ea typeface="华文新魏" panose="02010800040101010101" pitchFamily="2" charset="-122"/>
              </a:rPr>
              <a:t>7</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电源端</a:t>
            </a:r>
            <a:r>
              <a:rPr lang="en-US" altLang="zh-CN" sz="2400">
                <a:solidFill>
                  <a:schemeClr val="tx1"/>
                </a:solidFill>
                <a:latin typeface="华文新魏" panose="02010800040101010101" pitchFamily="2" charset="-122"/>
                <a:ea typeface="华文新魏" panose="02010800040101010101" pitchFamily="2" charset="-122"/>
              </a:rPr>
              <a:t>8</a:t>
            </a:r>
            <a:endParaRPr lang="en-US" altLang="zh-CN" sz="2400">
              <a:solidFill>
                <a:schemeClr val="tx1"/>
              </a:solidFill>
              <a:latin typeface="华文新魏" panose="02010800040101010101" pitchFamily="2" charset="-122"/>
              <a:ea typeface="华文新魏" panose="02010800040101010101" pitchFamily="2" charset="-122"/>
            </a:endParaRPr>
          </a:p>
        </p:txBody>
      </p:sp>
      <p:grpSp>
        <p:nvGrpSpPr>
          <p:cNvPr id="3" name="组合 2"/>
          <p:cNvGrpSpPr/>
          <p:nvPr/>
        </p:nvGrpSpPr>
        <p:grpSpPr>
          <a:xfrm>
            <a:off x="4787900" y="1347470"/>
            <a:ext cx="2752090" cy="2533650"/>
            <a:chOff x="8444" y="2010"/>
            <a:chExt cx="4334" cy="3990"/>
          </a:xfrm>
        </p:grpSpPr>
        <p:pic>
          <p:nvPicPr>
            <p:cNvPr id="212996" name="图片 1"/>
            <p:cNvPicPr>
              <a:picLocks noChangeAspect="1"/>
            </p:cNvPicPr>
            <p:nvPr/>
          </p:nvPicPr>
          <p:blipFill>
            <a:blip r:embed="rId1"/>
            <a:stretch>
              <a:fillRect/>
            </a:stretch>
          </p:blipFill>
          <p:spPr>
            <a:xfrm>
              <a:off x="8444" y="2010"/>
              <a:ext cx="4335" cy="3990"/>
            </a:xfrm>
            <a:prstGeom prst="rect">
              <a:avLst/>
            </a:prstGeom>
            <a:noFill/>
            <a:ln w="9525">
              <a:noFill/>
            </a:ln>
          </p:spPr>
        </p:pic>
        <p:sp>
          <p:nvSpPr>
            <p:cNvPr id="2" name="文本框 1"/>
            <p:cNvSpPr txBox="1"/>
            <p:nvPr/>
          </p:nvSpPr>
          <p:spPr>
            <a:xfrm>
              <a:off x="9355" y="3355"/>
              <a:ext cx="522" cy="483"/>
            </a:xfrm>
            <a:prstGeom prst="rect">
              <a:avLst/>
            </a:prstGeom>
            <a:noFill/>
          </p:spPr>
          <p:txBody>
            <a:bodyPr wrap="square" rtlCol="0">
              <a:spAutoFit/>
            </a:bodyPr>
            <a:p>
              <a:r>
                <a:rPr lang="en-US" altLang="zh-CN" sz="1400" b="1">
                  <a:solidFill>
                    <a:schemeClr val="tx1"/>
                  </a:solidFill>
                </a:rPr>
                <a:t>7</a:t>
              </a:r>
              <a:endParaRPr lang="en-US" altLang="zh-CN" sz="1400" b="1">
                <a:solidFill>
                  <a:schemeClr val="tx1"/>
                </a:solidFill>
              </a:endParaRPr>
            </a:p>
          </p:txBody>
        </p:sp>
      </p:grpSp>
      <p:sp>
        <p:nvSpPr>
          <p:cNvPr id="4" name="文本框 3"/>
          <p:cNvSpPr txBox="1"/>
          <p:nvPr/>
        </p:nvSpPr>
        <p:spPr>
          <a:xfrm>
            <a:off x="4355465" y="4156075"/>
            <a:ext cx="4629785" cy="373380"/>
          </a:xfrm>
          <a:prstGeom prst="rect">
            <a:avLst/>
          </a:prstGeom>
          <a:noFill/>
        </p:spPr>
        <p:txBody>
          <a:bodyPr wrap="square" rtlCol="0">
            <a:noAutofit/>
          </a:bodyPr>
          <a:p>
            <a:r>
              <a:rPr lang="zh-CN" altLang="en-US" sz="1800">
                <a:solidFill>
                  <a:schemeClr val="tx1"/>
                </a:solidFill>
              </a:rPr>
              <a:t>芯片给出的是逻辑符号，不是芯片的视图。</a:t>
            </a:r>
            <a:endParaRPr lang="zh-CN" altLang="en-US" sz="1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p:cNvSpPr>
          <p:nvPr>
            <p:ph type="title"/>
          </p:nvPr>
        </p:nvSpPr>
        <p:spPr>
          <a:xfrm>
            <a:off x="395288" y="515938"/>
            <a:ext cx="6400800" cy="400050"/>
          </a:xfrm>
          <a:prstGeom prst="rect">
            <a:avLst/>
          </a:prstGeom>
          <a:noFill/>
          <a:ln w="9525">
            <a:noFill/>
          </a:ln>
        </p:spPr>
        <p:txBody>
          <a:bodyPr/>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双极型</a:t>
            </a:r>
            <a:r>
              <a:rPr lang="en-US" altLang="zh-CN" sz="2400" b="1">
                <a:solidFill>
                  <a:srgbClr val="FF0000"/>
                </a:solidFill>
                <a:latin typeface="华文新魏" panose="02010800040101010101" pitchFamily="2" charset="-122"/>
                <a:ea typeface="华文新魏" panose="02010800040101010101" pitchFamily="2" charset="-122"/>
              </a:rPr>
              <a:t>555</a:t>
            </a:r>
            <a:r>
              <a:rPr lang="zh-CN" altLang="en-US" sz="2400" b="1" dirty="0">
                <a:solidFill>
                  <a:srgbClr val="FF0000"/>
                </a:solidFill>
                <a:latin typeface="华文新魏" panose="02010800040101010101" pitchFamily="2" charset="-122"/>
                <a:ea typeface="华文新魏" panose="02010800040101010101" pitchFamily="2" charset="-122"/>
              </a:rPr>
              <a:t>定时器</a:t>
            </a:r>
            <a:endParaRPr lang="en-US" altLang="zh-CN" sz="2400" b="1">
              <a:solidFill>
                <a:srgbClr val="FF0000"/>
              </a:solidFill>
              <a:latin typeface="华文新魏" panose="02010800040101010101" pitchFamily="2" charset="-122"/>
              <a:ea typeface="华文新魏" panose="02010800040101010101" pitchFamily="2" charset="-122"/>
            </a:endParaRPr>
          </a:p>
        </p:txBody>
      </p:sp>
      <p:pic>
        <p:nvPicPr>
          <p:cNvPr id="211971" name="Picture 2"/>
          <p:cNvPicPr>
            <a:picLocks noChangeAspect="1"/>
          </p:cNvPicPr>
          <p:nvPr/>
        </p:nvPicPr>
        <p:blipFill>
          <a:blip r:embed="rId1"/>
          <a:stretch>
            <a:fillRect/>
          </a:stretch>
        </p:blipFill>
        <p:spPr>
          <a:xfrm>
            <a:off x="2051050" y="987425"/>
            <a:ext cx="7046913" cy="3859213"/>
          </a:xfrm>
          <a:prstGeom prst="rect">
            <a:avLst/>
          </a:prstGeom>
          <a:noFill/>
          <a:ln w="9525">
            <a:noFill/>
          </a:ln>
        </p:spPr>
      </p:pic>
      <p:sp>
        <p:nvSpPr>
          <p:cNvPr id="211972" name="文本框 1"/>
          <p:cNvSpPr txBox="1"/>
          <p:nvPr/>
        </p:nvSpPr>
        <p:spPr>
          <a:xfrm>
            <a:off x="323850" y="1419225"/>
            <a:ext cx="1800225" cy="3013075"/>
          </a:xfrm>
          <a:prstGeom prst="rect">
            <a:avLst/>
          </a:prstGeom>
          <a:noFill/>
          <a:ln w="9525">
            <a:noFill/>
          </a:ln>
        </p:spPr>
        <p:txBody>
          <a:bodyPr>
            <a:spAutoFit/>
          </a:bodyPr>
          <a:p>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定时器由电阻分压器、比较器、</a:t>
            </a:r>
            <a:r>
              <a:rPr lang="en-US" altLang="zh-CN" sz="2400">
                <a:solidFill>
                  <a:schemeClr val="tx1"/>
                </a:solidFill>
                <a:latin typeface="华文新魏" panose="02010800040101010101" pitchFamily="2" charset="-122"/>
                <a:ea typeface="华文新魏" panose="02010800040101010101" pitchFamily="2" charset="-122"/>
              </a:rPr>
              <a:t>/S-/R</a:t>
            </a:r>
            <a:r>
              <a:rPr lang="zh-CN" altLang="en-US" sz="2400" dirty="0">
                <a:solidFill>
                  <a:schemeClr val="tx1"/>
                </a:solidFill>
                <a:latin typeface="华文新魏" panose="02010800040101010101" pitchFamily="2" charset="-122"/>
                <a:ea typeface="华文新魏" panose="02010800040101010101" pitchFamily="2" charset="-122"/>
              </a:rPr>
              <a:t>触发器、三极管开关和输出缓存器五部分组成。</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4018" name="Picture 7"/>
          <p:cNvPicPr>
            <a:picLocks noChangeAspect="1"/>
          </p:cNvPicPr>
          <p:nvPr/>
        </p:nvPicPr>
        <p:blipFill>
          <a:blip r:embed="rId1"/>
          <a:stretch>
            <a:fillRect/>
          </a:stretch>
        </p:blipFill>
        <p:spPr>
          <a:xfrm>
            <a:off x="179388" y="571500"/>
            <a:ext cx="5818187" cy="4376738"/>
          </a:xfrm>
          <a:prstGeom prst="rect">
            <a:avLst/>
          </a:prstGeom>
          <a:noFill/>
          <a:ln w="9525">
            <a:noFill/>
          </a:ln>
        </p:spPr>
      </p:pic>
      <p:pic>
        <p:nvPicPr>
          <p:cNvPr id="214021" name="图片 214020"/>
          <p:cNvPicPr>
            <a:picLocks noChangeAspect="1"/>
          </p:cNvPicPr>
          <p:nvPr/>
        </p:nvPicPr>
        <p:blipFill>
          <a:blip r:embed="rId2"/>
          <a:stretch>
            <a:fillRect/>
          </a:stretch>
        </p:blipFill>
        <p:spPr>
          <a:xfrm>
            <a:off x="4208780" y="627380"/>
            <a:ext cx="4935220" cy="4162425"/>
          </a:xfrm>
          <a:prstGeom prst="rect">
            <a:avLst/>
          </a:prstGeom>
          <a:noFill/>
          <a:ln w="9525">
            <a:noFill/>
          </a:ln>
        </p:spPr>
      </p:pic>
      <p:sp>
        <p:nvSpPr>
          <p:cNvPr id="3" name="矩形 2"/>
          <p:cNvSpPr/>
          <p:nvPr/>
        </p:nvSpPr>
        <p:spPr>
          <a:xfrm>
            <a:off x="2188845" y="812165"/>
            <a:ext cx="198755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1943100" y="4093845"/>
            <a:ext cx="2400300" cy="9461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4021"/>
                                        </p:tgtEl>
                                        <p:attrNameLst>
                                          <p:attrName>ppt_x</p:attrName>
                                        </p:attrNameLst>
                                      </p:cBhvr>
                                      <p:tavLst>
                                        <p:tav tm="0">
                                          <p:val>
                                            <p:strVal val="ppt_x"/>
                                          </p:val>
                                        </p:tav>
                                        <p:tav tm="100000">
                                          <p:val>
                                            <p:strVal val="ppt_x"/>
                                          </p:val>
                                        </p:tav>
                                      </p:tavLst>
                                    </p:anim>
                                    <p:anim calcmode="lin" valueType="num">
                                      <p:cBhvr additive="base">
                                        <p:cTn id="7" dur="500"/>
                                        <p:tgtEl>
                                          <p:spTgt spid="214021"/>
                                        </p:tgtEl>
                                        <p:attrNameLst>
                                          <p:attrName>ppt_y</p:attrName>
                                        </p:attrNameLst>
                                      </p:cBhvr>
                                      <p:tavLst>
                                        <p:tav tm="0">
                                          <p:val>
                                            <p:strVal val="ppt_y"/>
                                          </p:val>
                                        </p:tav>
                                        <p:tav tm="100000">
                                          <p:val>
                                            <p:strVal val="1+ppt_h/2"/>
                                          </p:val>
                                        </p:tav>
                                      </p:tavLst>
                                    </p:anim>
                                    <p:set>
                                      <p:cBhvr>
                                        <p:cTn id="8" dur="1" fill="hold">
                                          <p:stCondLst>
                                            <p:cond delay="499"/>
                                          </p:stCondLst>
                                        </p:cTn>
                                        <p:tgtEl>
                                          <p:spTgt spid="21402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42" name="Picture 9"/>
          <p:cNvPicPr>
            <a:picLocks noChangeAspect="1"/>
          </p:cNvPicPr>
          <p:nvPr/>
        </p:nvPicPr>
        <p:blipFill>
          <a:blip r:embed="rId1"/>
          <a:stretch>
            <a:fillRect/>
          </a:stretch>
        </p:blipFill>
        <p:spPr>
          <a:xfrm>
            <a:off x="428625" y="571500"/>
            <a:ext cx="6826250" cy="4162425"/>
          </a:xfrm>
          <a:prstGeom prst="rect">
            <a:avLst/>
          </a:prstGeom>
          <a:noFill/>
          <a:ln w="9525">
            <a:noFill/>
          </a:ln>
        </p:spPr>
      </p:pic>
      <p:pic>
        <p:nvPicPr>
          <p:cNvPr id="215044" name="图片 215043"/>
          <p:cNvPicPr>
            <a:picLocks noChangeAspect="1"/>
          </p:cNvPicPr>
          <p:nvPr/>
        </p:nvPicPr>
        <p:blipFill>
          <a:blip r:embed="rId2"/>
          <a:stretch>
            <a:fillRect/>
          </a:stretch>
        </p:blipFill>
        <p:spPr>
          <a:xfrm>
            <a:off x="5435600" y="1354138"/>
            <a:ext cx="3529013" cy="2978150"/>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Grp="1"/>
          </p:cNvSpPr>
          <p:nvPr>
            <p:ph type="title"/>
          </p:nvPr>
        </p:nvSpPr>
        <p:spPr>
          <a:xfrm>
            <a:off x="614363" y="473075"/>
            <a:ext cx="6400800" cy="400050"/>
          </a:xfrm>
          <a:prstGeom prst="rect">
            <a:avLst/>
          </a:prstGeom>
          <a:noFill/>
          <a:ln w="9525">
            <a:noFill/>
          </a:ln>
        </p:spPr>
        <p:txBody>
          <a:bodyPr/>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构建单稳态触发器</a:t>
            </a:r>
            <a:endParaRPr lang="en-US" altLang="zh-CN" sz="2400" b="1">
              <a:latin typeface="华文新魏" panose="02010800040101010101" pitchFamily="2" charset="-122"/>
              <a:ea typeface="华文新魏" panose="02010800040101010101" pitchFamily="2" charset="-122"/>
            </a:endParaRPr>
          </a:p>
        </p:txBody>
      </p:sp>
      <p:sp>
        <p:nvSpPr>
          <p:cNvPr id="216067" name="Text Box 4"/>
          <p:cNvSpPr txBox="1"/>
          <p:nvPr/>
        </p:nvSpPr>
        <p:spPr>
          <a:xfrm>
            <a:off x="539750" y="700088"/>
            <a:ext cx="4824413" cy="1979612"/>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b="1">
                <a:solidFill>
                  <a:schemeClr val="tx1"/>
                </a:solidFill>
                <a:latin typeface="华文新魏" panose="02010800040101010101" pitchFamily="2" charset="-122"/>
                <a:ea typeface="华文新魏" panose="02010800040101010101" pitchFamily="2" charset="-122"/>
              </a:rPr>
              <a:t>R,C</a:t>
            </a:r>
            <a:r>
              <a:rPr lang="zh-CN" altLang="en-US" sz="2400" b="1" dirty="0">
                <a:solidFill>
                  <a:schemeClr val="tx1"/>
                </a:solidFill>
                <a:latin typeface="华文新魏" panose="02010800040101010101" pitchFamily="2" charset="-122"/>
                <a:ea typeface="华文新魏" panose="02010800040101010101" pitchFamily="2" charset="-122"/>
              </a:rPr>
              <a:t>是定时元件；单稳态触发器的输入信号</a:t>
            </a:r>
            <a:r>
              <a:rPr lang="en-US" altLang="zh-CN" sz="2400" b="1">
                <a:solidFill>
                  <a:schemeClr val="tx1"/>
                </a:solidFill>
                <a:latin typeface="华文新魏" panose="02010800040101010101" pitchFamily="2" charset="-122"/>
                <a:ea typeface="华文新魏" panose="02010800040101010101" pitchFamily="2" charset="-122"/>
              </a:rPr>
              <a:t>v1</a:t>
            </a:r>
            <a:r>
              <a:rPr lang="zh-CN" altLang="en-US" sz="2400" b="1" dirty="0">
                <a:solidFill>
                  <a:schemeClr val="tx1"/>
                </a:solidFill>
                <a:latin typeface="华文新魏" panose="02010800040101010101" pitchFamily="2" charset="-122"/>
                <a:ea typeface="华文新魏" panose="02010800040101010101" pitchFamily="2" charset="-122"/>
              </a:rPr>
              <a:t>加在低触发端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上；端</a:t>
            </a:r>
            <a:r>
              <a:rPr lang="en-US" altLang="zh-CN" sz="2400"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是单稳态触发器输出脉冲端电压</a:t>
            </a:r>
            <a:r>
              <a:rPr lang="en-US" altLang="zh-CN" sz="2400" b="1">
                <a:solidFill>
                  <a:schemeClr val="tx1"/>
                </a:solidFill>
                <a:latin typeface="华文新魏" panose="02010800040101010101" pitchFamily="2" charset="-122"/>
                <a:ea typeface="华文新魏" panose="02010800040101010101" pitchFamily="2" charset="-122"/>
              </a:rPr>
              <a:t>v0</a:t>
            </a:r>
            <a:r>
              <a:rPr lang="zh-CN" altLang="en-US" sz="2400" b="1" dirty="0">
                <a:solidFill>
                  <a:schemeClr val="tx1"/>
                </a:solidFill>
                <a:latin typeface="华文新魏" panose="02010800040101010101" pitchFamily="2" charset="-122"/>
                <a:ea typeface="华文新魏" panose="02010800040101010101" pitchFamily="2" charset="-122"/>
              </a:rPr>
              <a:t>；高触发端</a:t>
            </a:r>
            <a:r>
              <a:rPr lang="en-US" altLang="zh-CN" sz="2400" b="1">
                <a:solidFill>
                  <a:schemeClr val="tx1"/>
                </a:solidFill>
                <a:latin typeface="华文新魏" panose="02010800040101010101" pitchFamily="2" charset="-122"/>
                <a:ea typeface="华文新魏" panose="02010800040101010101" pitchFamily="2" charset="-122"/>
              </a:rPr>
              <a:t>6</a:t>
            </a:r>
            <a:r>
              <a:rPr lang="zh-CN" altLang="en-US" sz="2400" b="1" dirty="0">
                <a:solidFill>
                  <a:schemeClr val="tx1"/>
                </a:solidFill>
                <a:latin typeface="华文新魏" panose="02010800040101010101" pitchFamily="2" charset="-122"/>
                <a:ea typeface="华文新魏" panose="02010800040101010101" pitchFamily="2" charset="-122"/>
              </a:rPr>
              <a:t>为</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端为放电端</a:t>
            </a:r>
            <a:r>
              <a:rPr lang="en-US" altLang="zh-CN" sz="2400" b="1">
                <a:solidFill>
                  <a:schemeClr val="tx1"/>
                </a:solidFill>
                <a:latin typeface="华文新魏" panose="02010800040101010101" pitchFamily="2" charset="-122"/>
                <a:ea typeface="华文新魏" panose="02010800040101010101" pitchFamily="2" charset="-122"/>
              </a:rPr>
              <a:t>7</a:t>
            </a:r>
            <a:r>
              <a:rPr lang="zh-CN" altLang="en-US" sz="2400" b="1" dirty="0">
                <a:solidFill>
                  <a:schemeClr val="tx1"/>
                </a:solidFill>
                <a:latin typeface="华文新魏" panose="02010800040101010101" pitchFamily="2" charset="-122"/>
                <a:ea typeface="华文新魏" panose="02010800040101010101" pitchFamily="2" charset="-122"/>
              </a:rPr>
              <a:t>，连接到</a:t>
            </a:r>
            <a:r>
              <a:rPr lang="en-US" altLang="zh-CN" sz="2400" b="1">
                <a:solidFill>
                  <a:schemeClr val="tx1"/>
                </a:solidFill>
                <a:latin typeface="华文新魏" panose="02010800040101010101" pitchFamily="2" charset="-122"/>
                <a:ea typeface="华文新魏" panose="02010800040101010101" pitchFamily="2" charset="-122"/>
              </a:rPr>
              <a:t>C</a:t>
            </a:r>
            <a:r>
              <a:rPr lang="zh-CN" altLang="en-US" sz="2400" b="1" dirty="0">
                <a:solidFill>
                  <a:schemeClr val="tx1"/>
                </a:solidFill>
                <a:latin typeface="华文新魏" panose="02010800040101010101" pitchFamily="2" charset="-122"/>
                <a:ea typeface="华文新魏" panose="02010800040101010101" pitchFamily="2" charset="-122"/>
              </a:rPr>
              <a:t>与</a:t>
            </a:r>
            <a:r>
              <a:rPr lang="en-US" altLang="zh-CN" sz="2400" b="1">
                <a:solidFill>
                  <a:schemeClr val="tx1"/>
                </a:solidFill>
                <a:latin typeface="华文新魏" panose="02010800040101010101" pitchFamily="2" charset="-122"/>
                <a:ea typeface="华文新魏" panose="02010800040101010101" pitchFamily="2" charset="-122"/>
              </a:rPr>
              <a:t>R</a:t>
            </a:r>
            <a:r>
              <a:rPr lang="zh-CN" altLang="en-US" sz="2400" b="1" dirty="0">
                <a:solidFill>
                  <a:schemeClr val="tx1"/>
                </a:solidFill>
                <a:latin typeface="华文新魏" panose="02010800040101010101" pitchFamily="2" charset="-122"/>
                <a:ea typeface="华文新魏" panose="02010800040101010101" pitchFamily="2" charset="-122"/>
              </a:rPr>
              <a:t>的连接处</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68" name="图片 3"/>
          <p:cNvPicPr>
            <a:picLocks noChangeAspect="1"/>
          </p:cNvPicPr>
          <p:nvPr/>
        </p:nvPicPr>
        <p:blipFill>
          <a:blip r:embed="rId1"/>
          <a:stretch>
            <a:fillRect/>
          </a:stretch>
        </p:blipFill>
        <p:spPr>
          <a:xfrm>
            <a:off x="5507038" y="614363"/>
            <a:ext cx="3168650" cy="2141537"/>
          </a:xfrm>
          <a:prstGeom prst="rect">
            <a:avLst/>
          </a:prstGeom>
          <a:noFill/>
          <a:ln w="9525">
            <a:noFill/>
          </a:ln>
        </p:spPr>
      </p:pic>
      <p:sp>
        <p:nvSpPr>
          <p:cNvPr id="216069" name="Rectangle 2"/>
          <p:cNvSpPr txBox="1"/>
          <p:nvPr/>
        </p:nvSpPr>
        <p:spPr>
          <a:xfrm>
            <a:off x="614363" y="3003550"/>
            <a:ext cx="6400800" cy="400050"/>
          </a:xfrm>
          <a:prstGeom prst="rect">
            <a:avLst/>
          </a:prstGeom>
          <a:noFill/>
          <a:ln w="9525">
            <a:noFill/>
          </a:ln>
        </p:spPr>
        <p:txBody>
          <a:bodyPr/>
          <a:p>
            <a:pPr defTabSz="685800" eaLnBrk="1" hangingPunct="1">
              <a:lnSpc>
                <a:spcPct val="90000"/>
              </a:lnSpc>
              <a:buFont typeface="Wingdings" panose="05000000000000000000" pitchFamily="2" charset="2"/>
              <a:buChar char="Ø"/>
            </a:pPr>
            <a:r>
              <a:rPr lang="zh-CN" altLang="en-US" sz="2400" b="1" dirty="0">
                <a:solidFill>
                  <a:schemeClr val="tx1"/>
                </a:solidFill>
                <a:latin typeface="华文新魏" panose="02010800040101010101" pitchFamily="2" charset="-122"/>
                <a:ea typeface="华文新魏" panose="02010800040101010101" pitchFamily="2" charset="-122"/>
              </a:rPr>
              <a:t>构建施密特触发器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16070" name="Text Box 4"/>
          <p:cNvSpPr txBox="1"/>
          <p:nvPr/>
        </p:nvSpPr>
        <p:spPr>
          <a:xfrm>
            <a:off x="468313" y="3292475"/>
            <a:ext cx="4967287" cy="1357313"/>
          </a:xfrm>
          <a:prstGeom prst="rect">
            <a:avLst/>
          </a:prstGeom>
          <a:noFill/>
          <a:ln w="9525">
            <a:noFill/>
          </a:ln>
        </p:spPr>
        <p:txBody>
          <a:bodyPr>
            <a:spAutoFit/>
          </a:bodyPr>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b="1" dirty="0">
                <a:solidFill>
                  <a:schemeClr val="tx1"/>
                </a:solidFill>
                <a:latin typeface="华文新魏" panose="02010800040101010101" pitchFamily="2" charset="-122"/>
                <a:ea typeface="华文新魏" panose="02010800040101010101" pitchFamily="2" charset="-122"/>
              </a:rPr>
              <a:t>将</a:t>
            </a:r>
            <a:r>
              <a:rPr lang="en-US" altLang="zh-CN" sz="2400" b="1">
                <a:solidFill>
                  <a:schemeClr val="tx1"/>
                </a:solidFill>
                <a:latin typeface="华文新魏" panose="02010800040101010101" pitchFamily="2" charset="-122"/>
                <a:ea typeface="华文新魏" panose="02010800040101010101" pitchFamily="2" charset="-122"/>
              </a:rPr>
              <a:t>555</a:t>
            </a:r>
            <a:r>
              <a:rPr lang="zh-CN" altLang="en-US" sz="2400" b="1" dirty="0">
                <a:solidFill>
                  <a:schemeClr val="tx1"/>
                </a:solidFill>
                <a:latin typeface="华文新魏" panose="02010800040101010101" pitchFamily="2" charset="-122"/>
                <a:ea typeface="华文新魏" panose="02010800040101010101" pitchFamily="2" charset="-122"/>
              </a:rPr>
              <a:t>定时器的高触发端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和低出发端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连接起来即可构成施密特触发器。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71" name="图片 4"/>
          <p:cNvPicPr>
            <a:picLocks noChangeAspect="1"/>
          </p:cNvPicPr>
          <p:nvPr/>
        </p:nvPicPr>
        <p:blipFill>
          <a:blip r:embed="rId2"/>
          <a:stretch>
            <a:fillRect/>
          </a:stretch>
        </p:blipFill>
        <p:spPr>
          <a:xfrm>
            <a:off x="5551488" y="2897188"/>
            <a:ext cx="2333625" cy="209550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7090" name="Picture 2"/>
          <p:cNvPicPr>
            <a:picLocks noChangeAspect="1"/>
          </p:cNvPicPr>
          <p:nvPr/>
        </p:nvPicPr>
        <p:blipFill>
          <a:blip r:embed="rId1"/>
          <a:stretch>
            <a:fillRect/>
          </a:stretch>
        </p:blipFill>
        <p:spPr>
          <a:xfrm>
            <a:off x="180975" y="555625"/>
            <a:ext cx="7581900" cy="4162425"/>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8114" name="Picture 10"/>
          <p:cNvPicPr>
            <a:picLocks noChangeAspect="1"/>
          </p:cNvPicPr>
          <p:nvPr/>
        </p:nvPicPr>
        <p:blipFill>
          <a:blip r:embed="rId1"/>
          <a:stretch>
            <a:fillRect/>
          </a:stretch>
        </p:blipFill>
        <p:spPr>
          <a:xfrm>
            <a:off x="469900" y="1492250"/>
            <a:ext cx="5759450" cy="3092450"/>
          </a:xfrm>
          <a:prstGeom prst="rect">
            <a:avLst/>
          </a:prstGeom>
          <a:noFill/>
          <a:ln w="9525">
            <a:noFill/>
          </a:ln>
        </p:spPr>
      </p:pic>
      <p:sp>
        <p:nvSpPr>
          <p:cNvPr id="218115" name="矩形 8"/>
          <p:cNvSpPr/>
          <p:nvPr/>
        </p:nvSpPr>
        <p:spPr>
          <a:xfrm>
            <a:off x="2913063" y="4643438"/>
            <a:ext cx="3322637" cy="400050"/>
          </a:xfrm>
          <a:prstGeom prst="rect">
            <a:avLst/>
          </a:prstGeom>
          <a:noFill/>
          <a:ln w="9525">
            <a:noFill/>
          </a:ln>
        </p:spPr>
        <p:txBody>
          <a:bodyPr wrap="none">
            <a:spAutoFit/>
          </a:bodyPr>
          <a:p>
            <a:pPr eaLnBrk="1" hangingPunct="1">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3.38 </a:t>
            </a:r>
            <a:r>
              <a:rPr lang="zh-CN" altLang="en-US" dirty="0">
                <a:solidFill>
                  <a:schemeClr val="tx1"/>
                </a:solidFill>
                <a:latin typeface="华文新魏" panose="02010800040101010101" pitchFamily="2" charset="-122"/>
                <a:ea typeface="华文新魏" panose="02010800040101010101" pitchFamily="2" charset="-122"/>
              </a:rPr>
              <a:t>节拍脉冲产生器框图</a:t>
            </a:r>
            <a:endParaRPr lang="zh-CN" altLang="en-US" dirty="0">
              <a:solidFill>
                <a:schemeClr val="tx1"/>
              </a:solidFill>
              <a:latin typeface="华文新魏" panose="02010800040101010101" pitchFamily="2" charset="-122"/>
              <a:ea typeface="华文新魏" panose="02010800040101010101" pitchFamily="2" charset="-122"/>
            </a:endParaRPr>
          </a:p>
        </p:txBody>
      </p:sp>
      <p:pic>
        <p:nvPicPr>
          <p:cNvPr id="218116" name="Picture 4"/>
          <p:cNvPicPr>
            <a:picLocks noChangeAspect="1"/>
          </p:cNvPicPr>
          <p:nvPr/>
        </p:nvPicPr>
        <p:blipFill>
          <a:blip r:embed="rId2"/>
          <a:stretch>
            <a:fillRect/>
          </a:stretch>
        </p:blipFill>
        <p:spPr>
          <a:xfrm>
            <a:off x="214313" y="571500"/>
            <a:ext cx="8070850" cy="920750"/>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9138" name="Picture 2"/>
          <p:cNvPicPr>
            <a:picLocks noChangeAspect="1"/>
          </p:cNvPicPr>
          <p:nvPr/>
        </p:nvPicPr>
        <p:blipFill>
          <a:blip r:embed="rId1"/>
          <a:stretch>
            <a:fillRect/>
          </a:stretch>
        </p:blipFill>
        <p:spPr>
          <a:xfrm>
            <a:off x="142875" y="704850"/>
            <a:ext cx="7786688" cy="3956050"/>
          </a:xfrm>
          <a:prstGeom prst="rect">
            <a:avLst/>
          </a:prstGeom>
          <a:noFill/>
          <a:ln w="9525">
            <a:noFill/>
          </a:ln>
        </p:spPr>
      </p:pic>
      <p:sp>
        <p:nvSpPr>
          <p:cNvPr id="219139" name="Rectangle 7"/>
          <p:cNvSpPr/>
          <p:nvPr/>
        </p:nvSpPr>
        <p:spPr>
          <a:xfrm>
            <a:off x="2952750" y="4716463"/>
            <a:ext cx="3613150" cy="396875"/>
          </a:xfrm>
          <a:prstGeom prst="rect">
            <a:avLst/>
          </a:prstGeom>
          <a:noFill/>
          <a:ln w="9525">
            <a:noFill/>
          </a:ln>
        </p:spPr>
        <p:txBody>
          <a:bodyPr wrap="none" anchor="ctr">
            <a:spAutoFit/>
          </a:bodyPr>
          <a:p>
            <a:pPr algn="ctr">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3.39 </a:t>
            </a:r>
            <a:r>
              <a:rPr lang="zh-CN" altLang="en-US" dirty="0">
                <a:solidFill>
                  <a:schemeClr val="tx1"/>
                </a:solidFill>
                <a:latin typeface="华文新魏" panose="02010800040101010101" pitchFamily="2" charset="-122"/>
                <a:ea typeface="华文新魏" panose="02010800040101010101" pitchFamily="2" charset="-122"/>
              </a:rPr>
              <a:t>节拍脉冲产生器逻辑图</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0162" name="Picture 2"/>
          <p:cNvPicPr>
            <a:picLocks noChangeAspect="1"/>
          </p:cNvPicPr>
          <p:nvPr/>
        </p:nvPicPr>
        <p:blipFill>
          <a:blip r:embed="rId1"/>
          <a:stretch>
            <a:fillRect/>
          </a:stretch>
        </p:blipFill>
        <p:spPr>
          <a:xfrm>
            <a:off x="428625" y="642938"/>
            <a:ext cx="5929313" cy="4125912"/>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日期占位符 2"/>
          <p:cNvSpPr txBox="1">
            <a:spLocks noGrp="1"/>
          </p:cNvSpPr>
          <p:nvPr/>
        </p:nvSpPr>
        <p:spPr>
          <a:xfrm>
            <a:off x="685800" y="4686300"/>
            <a:ext cx="1905000" cy="342900"/>
          </a:xfrm>
          <a:prstGeom prst="rect">
            <a:avLst/>
          </a:prstGeom>
          <a:noFill/>
          <a:ln w="9525">
            <a:noFill/>
          </a:ln>
        </p:spPr>
        <p:txBody>
          <a:bodyPr/>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221187" name="灯片编号占位符 4"/>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a:solidFill>
                  <a:schemeClr val="tx1"/>
                </a:solidFill>
                <a:latin typeface="Calibri" panose="020F0502020204030204" pitchFamily="34" charset="0"/>
              </a:rPr>
            </a:fld>
            <a:endParaRPr lang="en-US" altLang="zh-CN" sz="900" b="1">
              <a:solidFill>
                <a:schemeClr val="tx1"/>
              </a:solidFill>
              <a:latin typeface="Calibri" panose="020F0502020204030204" pitchFamily="34" charset="0"/>
            </a:endParaRPr>
          </a:p>
        </p:txBody>
      </p:sp>
      <p:sp>
        <p:nvSpPr>
          <p:cNvPr id="221188" name="Rectangle 3"/>
          <p:cNvSpPr>
            <a:spLocks noGrp="1"/>
          </p:cNvSpPr>
          <p:nvPr>
            <p:ph type="title"/>
          </p:nvPr>
        </p:nvSpPr>
        <p:spPr>
          <a:xfrm>
            <a:off x="685800" y="555625"/>
            <a:ext cx="7391400" cy="400050"/>
          </a:xfrm>
          <a:prstGeom prst="rect">
            <a:avLst/>
          </a:prstGeom>
          <a:solidFill>
            <a:srgbClr val="FFFFFF"/>
          </a:solidFill>
          <a:ln w="9525" cap="flat" cmpd="sng">
            <a:solidFill>
              <a:srgbClr val="000000"/>
            </a:solidFill>
            <a:prstDash val="solid"/>
            <a:headEnd type="none" w="med" len="med"/>
            <a:tailEnd type="none" w="med" len="med"/>
          </a:ln>
        </p:spPr>
        <p:txBody>
          <a:bodyPr anchor="ctr"/>
          <a:p>
            <a:pPr eaLnBrk="1" hangingPunct="1"/>
            <a:r>
              <a:rPr lang="zh-CN" altLang="en-US" sz="1900" b="1" dirty="0">
                <a:solidFill>
                  <a:schemeClr val="accent2"/>
                </a:solidFill>
                <a:ea typeface="华文新魏" panose="02010800040101010101" pitchFamily="2" charset="-122"/>
              </a:rPr>
              <a:t>第</a:t>
            </a:r>
            <a:r>
              <a:rPr lang="en-US" altLang="zh-CN" sz="1900" b="1">
                <a:solidFill>
                  <a:schemeClr val="accent2"/>
                </a:solidFill>
                <a:ea typeface="华文新魏" panose="02010800040101010101" pitchFamily="2" charset="-122"/>
              </a:rPr>
              <a:t>3</a:t>
            </a:r>
            <a:r>
              <a:rPr lang="zh-CN" altLang="en-US" sz="1900" b="1" dirty="0">
                <a:solidFill>
                  <a:schemeClr val="accent2"/>
                </a:solidFill>
                <a:ea typeface="华文新魏" panose="02010800040101010101" pitchFamily="2" charset="-122"/>
              </a:rPr>
              <a:t>章作业（</a:t>
            </a:r>
            <a:r>
              <a:rPr lang="en-US" altLang="zh-CN" sz="1900" b="1">
                <a:solidFill>
                  <a:schemeClr val="accent2"/>
                </a:solidFill>
                <a:ea typeface="华文新魏" panose="02010800040101010101" pitchFamily="2" charset="-122"/>
              </a:rPr>
              <a:t>2</a:t>
            </a:r>
            <a:r>
              <a:rPr lang="zh-CN" altLang="en-US" sz="1900" b="1" dirty="0">
                <a:solidFill>
                  <a:schemeClr val="accent2"/>
                </a:solidFill>
                <a:ea typeface="华文新魏" panose="02010800040101010101" pitchFamily="2" charset="-122"/>
              </a:rPr>
              <a:t>）</a:t>
            </a:r>
            <a:endParaRPr lang="zh-CN" altLang="en-US" sz="1900" b="1" dirty="0">
              <a:solidFill>
                <a:schemeClr val="accent2"/>
              </a:solidFill>
              <a:ea typeface="华文新魏" panose="02010800040101010101" pitchFamily="2" charset="-122"/>
            </a:endParaRPr>
          </a:p>
        </p:txBody>
      </p:sp>
      <p:sp>
        <p:nvSpPr>
          <p:cNvPr id="221189" name="Rectangle 3"/>
          <p:cNvSpPr txBox="1"/>
          <p:nvPr/>
        </p:nvSpPr>
        <p:spPr>
          <a:xfrm>
            <a:off x="1403350" y="1851025"/>
            <a:ext cx="5472113"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3.2</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3.4</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3.6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3.7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3.8</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3.14</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3.15</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
        <p:nvSpPr>
          <p:cNvPr id="221190" name="Rectangle 3"/>
          <p:cNvSpPr txBox="1"/>
          <p:nvPr/>
        </p:nvSpPr>
        <p:spPr>
          <a:xfrm>
            <a:off x="1403350" y="2746375"/>
            <a:ext cx="2306638"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3.16</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3.17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3.19</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
        <p:nvSpPr>
          <p:cNvPr id="221191" name="Rectangle 3"/>
          <p:cNvSpPr txBox="1"/>
          <p:nvPr/>
        </p:nvSpPr>
        <p:spPr>
          <a:xfrm>
            <a:off x="1403350" y="3724275"/>
            <a:ext cx="5832475"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p>
            <a:pPr defTabSz="685800" eaLnBrk="1" hangingPunct="1">
              <a:lnSpc>
                <a:spcPct val="90000"/>
              </a:lnSpc>
            </a:pPr>
            <a:r>
              <a:rPr lang="en-US" altLang="zh-CN" sz="1900" b="1">
                <a:solidFill>
                  <a:schemeClr val="accent2"/>
                </a:solidFill>
                <a:latin typeface="Calibri Light" panose="020F0302020204030204" pitchFamily="34" charset="0"/>
                <a:ea typeface="华文新魏" panose="02010800040101010101" pitchFamily="2" charset="-122"/>
              </a:rPr>
              <a:t>3.10</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3.11</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3.12</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3.24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 3.27</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3.28</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a:solidFill>
                  <a:schemeClr val="accent2"/>
                </a:solidFill>
                <a:latin typeface="Calibri Light" panose="020F0302020204030204" pitchFamily="34" charset="0"/>
                <a:ea typeface="华文新魏" panose="02010800040101010101" pitchFamily="2" charset="-122"/>
              </a:rPr>
              <a:t>3.29</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8940,&quot;width&quot;:878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TABLE_BEAUTIFY" val="smartTable{ab32fd3f-dd84-4b9e-8d93-42df2f6a20c2}"/>
</p:tagLst>
</file>

<file path=ppt/tags/tag6.xml><?xml version="1.0" encoding="utf-8"?>
<p:tagLst xmlns:p="http://schemas.openxmlformats.org/presentationml/2006/main">
  <p:tag name="KSO_WM_UNIT_PLACING_PICTURE_USER_VIEWPORT" val="{&quot;height&quot;:7400,&quot;width&quot;:10340}"/>
</p:tagLst>
</file>

<file path=ppt/tags/tag7.xml><?xml version="1.0" encoding="utf-8"?>
<p:tagLst xmlns:p="http://schemas.openxmlformats.org/presentationml/2006/main">
  <p:tag name="COMMONDATA" val="eyJoZGlkIjoiNDhiNjIzYzU1ZGEzZTY4YzZjM2Q5NDg5MTNkOWY5NmYifQ=="/>
  <p:tag name="KSO_WPP_MARK_KEY" val="b26bb753-65c2-4463-909b-d2b222f22d52"/>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自定义设计方案">
  <a:themeElements>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自定义设计方案">
  <a:themeElements>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11138</Words>
  <Application>WPS 演示</Application>
  <PresentationFormat>自定义</PresentationFormat>
  <Paragraphs>3222</Paragraphs>
  <Slides>78</Slides>
  <Notes>3</Notes>
  <HiddenSlides>0</HiddenSlides>
  <MMClips>0</MMClips>
  <ScaleCrop>false</ScaleCrop>
  <HeadingPairs>
    <vt:vector size="8" baseType="variant">
      <vt:variant>
        <vt:lpstr>已用的字体</vt:lpstr>
      </vt:variant>
      <vt:variant>
        <vt:i4>11</vt:i4>
      </vt:variant>
      <vt:variant>
        <vt:lpstr>主题</vt:lpstr>
      </vt:variant>
      <vt:variant>
        <vt:i4>12</vt:i4>
      </vt:variant>
      <vt:variant>
        <vt:lpstr>嵌入 OLE 服务器</vt:lpstr>
      </vt:variant>
      <vt:variant>
        <vt:i4>5</vt:i4>
      </vt:variant>
      <vt:variant>
        <vt:lpstr>幻灯片标题</vt:lpstr>
      </vt:variant>
      <vt:variant>
        <vt:i4>78</vt:i4>
      </vt:variant>
    </vt:vector>
  </HeadingPairs>
  <TitlesOfParts>
    <vt:vector size="106" baseType="lpstr">
      <vt:lpstr>Arial</vt:lpstr>
      <vt:lpstr>宋体</vt:lpstr>
      <vt:lpstr>Wingdings</vt:lpstr>
      <vt:lpstr>Calibri</vt:lpstr>
      <vt:lpstr>Times New Roman</vt:lpstr>
      <vt:lpstr>Calibri Light</vt:lpstr>
      <vt:lpstr>方正综艺简体</vt:lpstr>
      <vt:lpstr>Arial Unicode MS</vt:lpstr>
      <vt:lpstr>黑体</vt:lpstr>
      <vt:lpstr>华文新魏</vt:lpstr>
      <vt:lpstr>微软雅黑</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10_自定义设计方案</vt:lpstr>
      <vt:lpstr>11_自定义设计方案</vt:lpstr>
      <vt:lpstr>PBrush</vt:lpstr>
      <vt:lpstr>Equation.KSEE3</vt:lpstr>
      <vt:lpstr>PBrush</vt:lpstr>
      <vt:lpstr>PBrush</vt:lpstr>
      <vt:lpstr>Paint.Picture</vt:lpstr>
      <vt:lpstr>数 字 逻 辑 电 路</vt:lpstr>
      <vt:lpstr>3.4、常用MSI时序逻辑器件及其应用</vt:lpstr>
      <vt:lpstr>3.4.1.计数器 Counters</vt:lpstr>
      <vt:lpstr>1) 计数器的分类（填空时要注意）</vt:lpstr>
      <vt:lpstr>(1) 二进制串行计数器 Ripple Counters</vt:lpstr>
      <vt:lpstr>串行计数器的连接结构</vt:lpstr>
      <vt:lpstr>串行计数器的连接结构</vt:lpstr>
      <vt:lpstr>串行计数器的连接结构</vt:lpstr>
      <vt:lpstr>设：初态  Q3 Q2 Q1 Q0 = 0000</vt:lpstr>
      <vt:lpstr>加法状态变化规律：</vt:lpstr>
      <vt:lpstr>加法状态变化规律：</vt:lpstr>
      <vt:lpstr>加法状态变化规律：</vt:lpstr>
      <vt:lpstr>减法状态变化规律：</vt:lpstr>
      <vt:lpstr>小结：二进制串行计数器连接规律</vt:lpstr>
      <vt:lpstr>（2）二进制同步计数器 </vt:lpstr>
      <vt:lpstr>PowerPoint 演示文稿</vt:lpstr>
      <vt:lpstr>例2  用D触发器组成的 4 位同步二进制减1计数器。按照“借位”的概念：</vt:lpstr>
      <vt:lpstr>PowerPoint 演示文稿</vt:lpstr>
      <vt:lpstr>电路图：</vt:lpstr>
      <vt:lpstr>PowerPoint 演示文稿</vt:lpstr>
      <vt:lpstr>(3)  用跳越的方法实现任意模数的计数器</vt:lpstr>
      <vt:lpstr>例1 设计一个 m = 6的计数器。</vt:lpstr>
      <vt:lpstr>多余状态的处理</vt:lpstr>
      <vt:lpstr> 强置位计数器 (Resetting)</vt:lpstr>
      <vt:lpstr>PowerPoint 演示文稿</vt:lpstr>
      <vt:lpstr>例 分析图示的六进制计数器。</vt:lpstr>
      <vt:lpstr>预置位计数器</vt:lpstr>
      <vt:lpstr>采用预置位电路的状态跳越过程示意图如下：</vt:lpstr>
      <vt:lpstr>例  用预置位法设计六进制计数器。</vt:lpstr>
      <vt:lpstr>用 D 触发器实现的预置位计数器</vt:lpstr>
      <vt:lpstr>修正式计数器</vt:lpstr>
      <vt:lpstr>例   用修正式方法设计的模 6 计数器。</vt:lpstr>
      <vt:lpstr>(4)  MSI 计数器及应用                      MSI Counters and Applications</vt:lpstr>
      <vt:lpstr>PowerPoint 演示文稿</vt:lpstr>
      <vt:lpstr>单片74LS163应用</vt:lpstr>
      <vt:lpstr>用74LS163实现计数值为0,1,···,10 的模11计数器。</vt:lpstr>
      <vt:lpstr>用74LS163实现计数值为5,6,···,15 的模11计数器。</vt:lpstr>
      <vt:lpstr>用74LS163实现余3码计数器。</vt:lpstr>
      <vt:lpstr>多片74LS163的级联应用  (63~255模193计数器)</vt:lpstr>
      <vt:lpstr> 其它类型MSI计数器</vt:lpstr>
      <vt:lpstr>⑤计数型(Binary)节拍分配器</vt:lpstr>
      <vt:lpstr>四输出节拍分配器波形图</vt:lpstr>
      <vt:lpstr>四输出脉冲分配器逻辑图</vt:lpstr>
      <vt:lpstr>四输出脉冲分配器波形图</vt:lpstr>
      <vt:lpstr>⑥ MSI节拍分配器举例</vt:lpstr>
      <vt:lpstr>译码器输出节拍信号时序图</vt:lpstr>
      <vt:lpstr>2.  寄存器 Registers</vt:lpstr>
      <vt:lpstr>1)  并行寄存器举例</vt:lpstr>
      <vt:lpstr>并行输出控制的 4 位寄存器</vt:lpstr>
      <vt:lpstr>通用8位寄存器 (Generic 8-bit Register)</vt:lpstr>
      <vt:lpstr>时钟使能的8位寄存器</vt:lpstr>
      <vt:lpstr>2)  移位寄存器 Shift Registers</vt:lpstr>
      <vt:lpstr>(2) 串入-并出结构 Serial in – Parallel out</vt:lpstr>
      <vt:lpstr>(3) 并入-串出结构  Parallel in – serial out </vt:lpstr>
      <vt:lpstr>(4) 并入-并出结构 Parallel in – parallel out </vt:lpstr>
      <vt:lpstr>外加读出控制门</vt:lpstr>
      <vt:lpstr> MSI 移位寄存器举例      </vt:lpstr>
      <vt:lpstr>3)  MSI寄存器应用举例*      (1) 数据串并行的转换</vt:lpstr>
      <vt:lpstr>(2) 移位型(Ring/Twisted)节拍分配器</vt:lpstr>
      <vt:lpstr>四输出移位型节拍分配器的波形图</vt:lpstr>
      <vt:lpstr>三输出扭环移位型节拍分配器逻辑图</vt:lpstr>
      <vt:lpstr>三输出移位型节拍分配器波形图</vt:lpstr>
      <vt:lpstr>(3) 用寄存器构建特殊存储器件</vt:lpstr>
      <vt:lpstr>PowerPoint 演示文稿</vt:lpstr>
      <vt:lpstr>PowerPoint 演示文稿</vt:lpstr>
      <vt:lpstr> 多谐振荡器</vt:lpstr>
      <vt:lpstr> 单稳态电路</vt:lpstr>
      <vt:lpstr> 施密特双稳态电路（P137-138，认真读一下）</vt:lpstr>
      <vt:lpstr> 双极型555定时器</vt:lpstr>
      <vt:lpstr> 双极型555定时器</vt:lpstr>
      <vt:lpstr>PowerPoint 演示文稿</vt:lpstr>
      <vt:lpstr>PowerPoint 演示文稿</vt:lpstr>
      <vt:lpstr> 构建单稳态触发器</vt:lpstr>
      <vt:lpstr>PowerPoint 演示文稿</vt:lpstr>
      <vt:lpstr>PowerPoint 演示文稿</vt:lpstr>
      <vt:lpstr>PowerPoint 演示文稿</vt:lpstr>
      <vt:lpstr>PowerPoint 演示文稿</vt:lpstr>
      <vt:lpstr>第3章作业（2）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dell</cp:lastModifiedBy>
  <cp:revision>190</cp:revision>
  <dcterms:created xsi:type="dcterms:W3CDTF">2018-05-25T00:10:00Z</dcterms:created>
  <dcterms:modified xsi:type="dcterms:W3CDTF">2025-04-24T15:26:51Z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y fmtid="{D5CDD505-2E9C-101B-9397-08002B2CF9AE}" pid="3" name="ICV">
    <vt:lpwstr>C069D8AEB9054B6281B3DF7F435814F9</vt:lpwstr>
  </property>
  <property fmtid="{D5CDD505-2E9C-101B-9397-08002B2CF9AE}" pid="4" name="commondata">
    <vt:lpwstr>eyJoZGlkIjoiNDhiNjIzYzU1ZGEzZTY4YzZjM2Q5NDg5MTNkOWY5NmYifQ==</vt:lpwstr>
  </property>
</Properties>
</file>