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528" r:id="rId3"/>
    <p:sldId id="529" r:id="rId4"/>
    <p:sldId id="530" r:id="rId5"/>
    <p:sldId id="531" r:id="rId7"/>
    <p:sldId id="532" r:id="rId8"/>
    <p:sldId id="533" r:id="rId9"/>
    <p:sldId id="534" r:id="rId10"/>
    <p:sldId id="535" r:id="rId11"/>
    <p:sldId id="536" r:id="rId12"/>
    <p:sldId id="537" r:id="rId13"/>
    <p:sldId id="538" r:id="rId14"/>
    <p:sldId id="539" r:id="rId15"/>
    <p:sldId id="540" r:id="rId16"/>
    <p:sldId id="541" r:id="rId17"/>
    <p:sldId id="542" r:id="rId18"/>
    <p:sldId id="549" r:id="rId19"/>
    <p:sldId id="550" r:id="rId20"/>
    <p:sldId id="551" r:id="rId21"/>
    <p:sldId id="552" r:id="rId22"/>
    <p:sldId id="553" r:id="rId23"/>
    <p:sldId id="554" r:id="rId24"/>
    <p:sldId id="555" r:id="rId25"/>
  </p:sldIdLst>
  <p:sldSz cx="9144000" cy="5143500"/>
  <p:notesSz cx="6858000" cy="9144000"/>
  <p:custDataLst>
    <p:tags r:id="rId29"/>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0000FF"/>
    <a:srgbClr val="008000"/>
    <a:srgbClr val="339933"/>
    <a:srgbClr val="00CC00"/>
    <a:srgbClr val="FF9900"/>
    <a:srgbClr val="996633"/>
    <a:srgbClr val="FFFF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9646"/>
    <p:restoredTop sz="96397"/>
  </p:normalViewPr>
  <p:slideViewPr>
    <p:cSldViewPr showGuides="1">
      <p:cViewPr>
        <p:scale>
          <a:sx n="99" d="100"/>
          <a:sy n="99" d="100"/>
        </p:scale>
        <p:origin x="811" y="-120"/>
      </p:cViewPr>
      <p:guideLst>
        <p:guide orient="horz" pos="1583"/>
        <p:guide pos="2858"/>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66" d="100"/>
        <a:sy n="66" d="100"/>
      </p:scale>
      <p:origin x="0" y="4388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gs" Target="tags/tag4.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buFont typeface="Arial" panose="020B0604020202020204" pitchFamily="34" charset="0"/>
              <a:buNone/>
              <a:defRPr sz="1200" noProof="1"/>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buFont typeface="Arial" panose="020B0604020202020204" pitchFamily="34" charset="0"/>
              <a:buNone/>
              <a:defRPr sz="1200" noProof="1">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3EDDD9F-66D7-456F-A1F6-F849F9D13DE1}" type="datetimeFigureOut">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endParaRPr>
          </a:p>
        </p:txBody>
      </p:sp>
      <p:sp>
        <p:nvSpPr>
          <p:cNvPr id="15364"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10245" name="备注占位符 4"/>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hangingPunct="1">
              <a:buFont typeface="Arial" panose="020B0604020202020204" pitchFamily="34" charset="0"/>
              <a:buNone/>
              <a:defRPr sz="1200" noProof="1"/>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eaLnBrk="1" hangingPunct="1">
              <a:buFont typeface="Arial" panose="020B0604020202020204" pitchFamily="34" charset="0"/>
              <a:buNone/>
              <a:defRPr sz="1200" noProof="1">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52B5AB4-49ED-4178-B1FC-F0E125A6889B}"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幻灯片图像占位符 1"/>
          <p:cNvSpPr>
            <a:spLocks noGrp="1" noRot="1" noChangeAspect="1" noTextEdit="1"/>
          </p:cNvSpPr>
          <p:nvPr>
            <p:ph type="sldImg"/>
          </p:nvPr>
        </p:nvSpPr>
        <p:spPr/>
      </p:sp>
      <p:sp>
        <p:nvSpPr>
          <p:cNvPr id="19459" name="备注占位符 2"/>
          <p:cNvSpPr>
            <a:spLocks noGrp="1"/>
          </p:cNvSpPr>
          <p:nvPr>
            <p:ph type="body" idx="1"/>
          </p:nvPr>
        </p:nvSpPr>
        <p:spPr/>
        <p:txBody>
          <a:bodyPr wrap="square" lIns="91440" tIns="45720" rIns="91440" bIns="45720" anchor="t"/>
          <a:p>
            <a:pPr lvl="0"/>
            <a:r>
              <a:rPr lang="zh-CN" altLang="en-US" dirty="0"/>
              <a:t>信号变化不是陡峭的，变化缓慢的信号会造成门电路工作不可靠，需要使用施密特器件。</a:t>
            </a:r>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DB513A-447B-4E5C-8B5E-109E3372EFCA}"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幻灯片图像占位符 1"/>
          <p:cNvSpPr>
            <a:spLocks noGrp="1" noRot="1" noTextEdit="1"/>
          </p:cNvSpPr>
          <p:nvPr>
            <p:ph type="sldImg"/>
          </p:nvPr>
        </p:nvSpPr>
        <p:spPr/>
      </p:sp>
      <p:sp>
        <p:nvSpPr>
          <p:cNvPr id="22531" name="文本占位符 2"/>
          <p:cNvSpPr>
            <a:spLocks noGrp="1"/>
          </p:cNvSpPr>
          <p:nvPr>
            <p:ph type="body"/>
          </p:nvPr>
        </p:nvSpPr>
        <p:spPr/>
        <p:txBody>
          <a:bodyPr wrap="square" lIns="91440" tIns="45720" rIns="91440" bIns="45720" anchor="t"/>
          <a:p>
            <a:pPr lvl="0" eaLnBrk="1" hangingPunct="1"/>
            <a:endParaRPr lang="zh-CN" altLang="en-US" dirty="0"/>
          </a:p>
        </p:txBody>
      </p:sp>
      <p:sp>
        <p:nvSpPr>
          <p:cNvPr id="16387" name="灯片编号占位符 3"/>
          <p:cNvSpPr txBox="1">
            <a:spLocks noGrp="1" noChangeArrowheads="1"/>
          </p:cNvSpPr>
          <p:nvPr>
            <p:ph type="sldNum"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rtlCol="0" anchor="b" anchorCtr="0" compatLnSpc="1"/>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022EE31-D992-4F4E-9D55-F5ED643846EF}"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4294967295"/>
          </p:nvPr>
        </p:nvSpPr>
        <p:spPr/>
        <p:txBody>
          <a:bodyPr/>
          <a:p>
            <a:r>
              <a:rPr lang="zh-CN" altLang="en-US"/>
              <a:t>设</a:t>
            </a:r>
            <a:r>
              <a:rPr lang="en-US" altLang="zh-CN"/>
              <a:t>B</a:t>
            </a:r>
            <a:r>
              <a:rPr lang="zh-CN" altLang="en-US"/>
              <a:t>为</a:t>
            </a:r>
            <a:r>
              <a:rPr lang="en-US" altLang="zh-CN"/>
              <a:t>1</a:t>
            </a:r>
            <a:r>
              <a:rPr lang="zh-CN" altLang="en-US"/>
              <a:t>，</a:t>
            </a:r>
            <a:r>
              <a:rPr lang="en-US" altLang="zh-CN"/>
              <a:t>AC</a:t>
            </a:r>
            <a:r>
              <a:rPr lang="zh-CN" altLang="en-US"/>
              <a:t>从</a:t>
            </a:r>
            <a:r>
              <a:rPr lang="en-US" altLang="zh-CN"/>
              <a:t>1</a:t>
            </a:r>
            <a:r>
              <a:rPr lang="en-US" altLang="zh-CN"/>
              <a:t>0</a:t>
            </a:r>
            <a:r>
              <a:rPr lang="zh-CN" altLang="en-US"/>
              <a:t>到</a:t>
            </a:r>
            <a:r>
              <a:rPr lang="en-US" altLang="zh-CN"/>
              <a:t>11</a:t>
            </a:r>
            <a:r>
              <a:rPr lang="zh-CN" altLang="en-US"/>
              <a:t>时也可能出现动态险象。</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4294967295"/>
          </p:nvPr>
        </p:nvSpPr>
        <p:spPr/>
        <p:txBody>
          <a:bodyPr/>
          <a:p>
            <a:r>
              <a:rPr lang="zh-CN" altLang="en-US"/>
              <a:t>时序图中因篇</a:t>
            </a:r>
            <a:r>
              <a:rPr lang="en-US" altLang="zh-CN"/>
              <a:t>P</a:t>
            </a:r>
            <a:r>
              <a:rPr lang="zh-CN" altLang="en-US"/>
              <a:t>３恒为１，所以图中没有标识。</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4294967295"/>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4294967295"/>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40962" name="Rectangle 3"/>
          <p:cNvSpPr txBox="1">
            <a:spLocks noGrp="1"/>
          </p:cNvSpPr>
          <p:nvPr/>
        </p:nvSpPr>
        <p:spPr>
          <a:xfrm>
            <a:off x="3886200" y="0"/>
            <a:ext cx="2971800" cy="457200"/>
          </a:xfrm>
          <a:prstGeom prst="rect">
            <a:avLst/>
          </a:prstGeom>
          <a:noFill/>
          <a:ln w="9525">
            <a:noFill/>
          </a:ln>
        </p:spPr>
        <p:txBody>
          <a:bodyPr/>
          <a:p>
            <a:pPr lvl="0" algn="r" eaLnBrk="1" hangingPunct="1">
              <a:buFont typeface="Arial" panose="020B0604020202020204" pitchFamily="34" charset="0"/>
            </a:pPr>
            <a:fld id="{BB962C8B-B14F-4D97-AF65-F5344CB8AC3E}" type="datetime1">
              <a:rPr lang="zh-CN" altLang="en-US" sz="1200" dirty="0">
                <a:solidFill>
                  <a:schemeClr val="tx1"/>
                </a:solidFill>
                <a:latin typeface="Times New Roman" panose="02020603050405020304" pitchFamily="18" charset="0"/>
              </a:rPr>
            </a:fld>
            <a:endParaRPr lang="zh-CN" altLang="en-US" sz="1200" dirty="0">
              <a:solidFill>
                <a:schemeClr val="tx1"/>
              </a:solidFill>
              <a:latin typeface="Times New Roman" panose="02020603050405020304" pitchFamily="18" charset="0"/>
            </a:endParaRPr>
          </a:p>
        </p:txBody>
      </p:sp>
      <p:sp>
        <p:nvSpPr>
          <p:cNvPr id="40963" name="Rectangle 7"/>
          <p:cNvSpPr txBox="1">
            <a:spLocks noGrp="1"/>
          </p:cNvSpPr>
          <p:nvPr/>
        </p:nvSpPr>
        <p:spPr>
          <a:xfrm>
            <a:off x="3886200" y="8686800"/>
            <a:ext cx="2971800" cy="457200"/>
          </a:xfrm>
          <a:prstGeom prst="rect">
            <a:avLst/>
          </a:prstGeom>
          <a:noFill/>
          <a:ln w="9525">
            <a:noFill/>
          </a:ln>
        </p:spPr>
        <p:txBody>
          <a:bodyPr anchor="b"/>
          <a:p>
            <a:pPr lvl="0" algn="r" eaLnBrk="1" hangingPunct="1">
              <a:buFont typeface="Arial" panose="020B0604020202020204" pitchFamily="34" charset="0"/>
            </a:pPr>
            <a:fld id="{9A0DB2DC-4C9A-4742-B13C-FB6460FD3503}" type="slidenum">
              <a:rPr lang="en-US" altLang="zh-CN" sz="1200" dirty="0">
                <a:solidFill>
                  <a:schemeClr val="tx1"/>
                </a:solidFill>
                <a:latin typeface="Times New Roman" panose="02020603050405020304" pitchFamily="18" charset="0"/>
              </a:rPr>
            </a:fld>
            <a:endParaRPr lang="en-US" altLang="zh-CN" sz="1200" dirty="0">
              <a:solidFill>
                <a:schemeClr val="tx1"/>
              </a:solidFill>
              <a:latin typeface="Times New Roman" panose="02020603050405020304" pitchFamily="18" charset="0"/>
            </a:endParaRPr>
          </a:p>
        </p:txBody>
      </p:sp>
      <p:sp>
        <p:nvSpPr>
          <p:cNvPr id="40964" name="Rectangle 2"/>
          <p:cNvSpPr>
            <a:spLocks noTextEdit="1"/>
          </p:cNvSpPr>
          <p:nvPr>
            <p:ph type="sldImg"/>
          </p:nvPr>
        </p:nvSpPr>
        <p:spPr>
          <a:xfrm>
            <a:off x="381000" y="685800"/>
            <a:ext cx="6096000" cy="3429000"/>
          </a:xfrm>
        </p:spPr>
      </p:sp>
      <p:sp>
        <p:nvSpPr>
          <p:cNvPr id="40965" name="Rectangle 3"/>
          <p:cNvSpPr>
            <a:spLocks noGrp="1"/>
          </p:cNvSpPr>
          <p:nvPr>
            <p:ph type="body" idx="1"/>
          </p:nvPr>
        </p:nvSpPr>
        <p:spPr>
          <a:xfrm>
            <a:off x="914400" y="4343400"/>
            <a:ext cx="5029200" cy="4114800"/>
          </a:xfrm>
        </p:spPr>
        <p:txBody>
          <a:bodyPr wrap="square" lIns="91440" tIns="45720" rIns="91440" bIns="45720" anchor="t"/>
          <a:p>
            <a:pPr lvl="0" eaLnBrk="1" hangingPunct="1"/>
            <a:r>
              <a:rPr lang="zh-CN" altLang="en-US" dirty="0"/>
              <a:t>注意</a:t>
            </a:r>
            <a:r>
              <a:rPr lang="en-US" altLang="zh-CN" dirty="0"/>
              <a:t>:</a:t>
            </a:r>
            <a:r>
              <a:rPr lang="zh-CN" altLang="en-US" dirty="0"/>
              <a:t>毛老师教材的</a:t>
            </a:r>
            <a:r>
              <a:rPr lang="en-US" altLang="zh-CN" dirty="0"/>
              <a:t>P112</a:t>
            </a:r>
            <a:r>
              <a:rPr lang="zh-CN" altLang="en-US" dirty="0"/>
              <a:t>对这种取样脉冲电路的说明，朱老师教材没有配图。</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052"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ctrTitle"/>
          </p:nvPr>
        </p:nvSpPr>
        <p:spPr>
          <a:xfrm>
            <a:off x="1143000" y="841876"/>
            <a:ext cx="6858000" cy="1790921"/>
          </a:xfrm>
        </p:spPr>
        <p:txBody>
          <a:bodyPr anchor="b"/>
          <a:lstStyle>
            <a:lvl1pPr algn="ctr">
              <a:defRPr sz="45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143000" y="2701862"/>
            <a:ext cx="6858000" cy="1241975"/>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11"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E558CF1-5781-4850-BE07-DCB274050DD3}"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D0F6F95-19D5-4AF5-A193-71E190B104A0}"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pic>
        <p:nvPicPr>
          <p:cNvPr id="3076"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3" name="内容占位符 2"/>
          <p:cNvSpPr>
            <a:spLocks noGrp="1"/>
          </p:cNvSpPr>
          <p:nvPr>
            <p:ph idx="1"/>
          </p:nvPr>
        </p:nvSpPr>
        <p:spPr>
          <a:xfrm>
            <a:off x="628650" y="1369388"/>
            <a:ext cx="7886700" cy="3263906"/>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7198BB9-967A-4037-9AA1-4D377D7EF6FD}"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8206E25-0133-472B-837E-5BB8ADC254EC}"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pic>
        <p:nvPicPr>
          <p:cNvPr id="4100"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title"/>
          </p:nvPr>
        </p:nvSpPr>
        <p:spPr>
          <a:xfrm>
            <a:off x="623888" y="1282462"/>
            <a:ext cx="7886700" cy="2139817"/>
          </a:xfrm>
        </p:spPr>
        <p:txBody>
          <a:bodyPr anchor="b"/>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3442522"/>
            <a:ext cx="7886700" cy="1125279"/>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11"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D59FE56-7881-4B99-BF38-A1FA890AC2DE}"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FD5A7CA-9D61-45AE-95D2-3831DAA5572B}"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pic>
        <p:nvPicPr>
          <p:cNvPr id="5124"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title"/>
          </p:nvPr>
        </p:nvSpPr>
        <p:spPr>
          <a:xfrm>
            <a:off x="628650" y="273878"/>
            <a:ext cx="7886700" cy="994295"/>
          </a:xfr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28650" y="1369388"/>
            <a:ext cx="3886200" cy="3263906"/>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29150" y="1369388"/>
            <a:ext cx="3886200" cy="3263906"/>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4"/>
          <p:cNvSpPr>
            <a:spLocks noGrp="1"/>
          </p:cNvSpPr>
          <p:nvPr>
            <p:ph type="dt" sz="half" idx="1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225116B-5D2D-4B89-AE6C-55D26F168933}"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5"/>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6"/>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B223359-4FF4-4B70-9912-8A85D468C308}"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pic>
        <p:nvPicPr>
          <p:cNvPr id="6148" name="图片 9"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title"/>
          </p:nvPr>
        </p:nvSpPr>
        <p:spPr>
          <a:xfrm>
            <a:off x="629841" y="273878"/>
            <a:ext cx="7886700" cy="994295"/>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9841" y="1261028"/>
            <a:ext cx="3868340" cy="618010"/>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629841" y="1879038"/>
            <a:ext cx="3868340" cy="276378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29150" y="1261028"/>
            <a:ext cx="3887391" cy="618010"/>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29150" y="1879038"/>
            <a:ext cx="3887391" cy="276378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6"/>
          <p:cNvSpPr>
            <a:spLocks noGrp="1"/>
          </p:cNvSpPr>
          <p:nvPr>
            <p:ph type="dt" sz="half" idx="1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5E903E9-AE1F-4604-8403-50F98C46FB43}"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7"/>
          <p:cNvSpPr>
            <a:spLocks noGrp="1"/>
          </p:cNvSpPr>
          <p:nvPr>
            <p:ph type="ftr" sz="quarter" idx="1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8"/>
          <p:cNvSpPr>
            <a:spLocks noGrp="1"/>
          </p:cNvSpPr>
          <p:nvPr>
            <p:ph type="sldNum" sz="quarter" idx="1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2BE6A91-891D-459C-82DE-9C826BA24D8E}"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pic>
        <p:nvPicPr>
          <p:cNvPr id="7172"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title"/>
          </p:nvPr>
        </p:nvSpPr>
        <p:spPr>
          <a:xfrm>
            <a:off x="628650" y="273878"/>
            <a:ext cx="7886700" cy="994295"/>
          </a:xfrm>
        </p:spPr>
        <p:txBody>
          <a:bodyPr/>
          <a:lstStyle/>
          <a:p>
            <a:r>
              <a:rPr lang="zh-CN" altLang="en-US" noProof="1"/>
              <a:t>单击此处编辑母版标题样式</a:t>
            </a:r>
            <a:endParaRPr lang="zh-CN" altLang="en-US" noProof="1"/>
          </a:p>
        </p:txBody>
      </p:sp>
      <p:sp>
        <p:nvSpPr>
          <p:cNvPr id="11" name="日期占位符 2"/>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20D32FF-4DB2-4B61-AC69-16550131E8B0}"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3"/>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4"/>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72AC9F5-0051-4FA0-AD99-65F483EC67A7}"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pic>
        <p:nvPicPr>
          <p:cNvPr id="8196"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11" name="日期占位符 1"/>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0E84A85-19D5-4724-84FA-28362AEC914B}"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2"/>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3"/>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957CE6C-EF66-4ACD-A2A0-39D3BE8A507F}"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42"/>
            <a:ext cx="2949178" cy="1200298"/>
          </a:xfrm>
        </p:spPr>
        <p:txBody>
          <a:bodyPr anchor="b"/>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740660"/>
            <a:ext cx="4629150" cy="365567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1543240"/>
            <a:ext cx="2949178" cy="285904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10" name="日期占位符 3"/>
          <p:cNvSpPr>
            <a:spLocks noGrp="1"/>
          </p:cNvSpPr>
          <p:nvPr>
            <p:ph type="dt" sz="half" idx="1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D78F726-C430-4DDF-8FE0-A308298C64DD}"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09E4D7B-940B-4995-9B38-847682CBACD9}"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42"/>
            <a:ext cx="2949178" cy="1200298"/>
          </a:xfrm>
        </p:spPr>
        <p:txBody>
          <a:bodyPr anchor="b"/>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740660"/>
            <a:ext cx="4629150" cy="365567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1543240"/>
            <a:ext cx="2949178" cy="285904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10" name="日期占位符 3"/>
          <p:cNvSpPr>
            <a:spLocks noGrp="1"/>
          </p:cNvSpPr>
          <p:nvPr>
            <p:ph type="dt" sz="half" idx="1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CDB2619-230C-42D8-95AF-47EE5A6B4BE2}"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C208B3-4BAF-408D-9C62-532ED5205B38}"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78"/>
            <a:ext cx="7886700" cy="994295"/>
          </a:xfrm>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28650" y="1369388"/>
            <a:ext cx="7886700" cy="3263906"/>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422261E-EA72-487E-A716-80F96CC9A6D2}"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D3A1A48-F0B4-4042-A86E-E16427F20EAE}"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78"/>
            <a:ext cx="1971675" cy="4359417"/>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28650" y="273878"/>
            <a:ext cx="5800725" cy="4359417"/>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1ACE7DA-8B2C-4F7E-B21C-4C8D2EFC5991}"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FB7C8D2-3167-43CE-B902-590FAE7E4B67}"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628650" y="273878"/>
            <a:ext cx="7886700" cy="4359417"/>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F6BC236-9A06-4DDE-80C7-0C65A9F8F6AE}"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8E1939C-5322-45D3-928E-7659FD6044B6}"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685800" y="1485900"/>
            <a:ext cx="7772400" cy="3086100"/>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Rectangle 4"/>
          <p:cNvSpPr>
            <a:spLocks noGrp="1" noChangeArrowheads="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Rectangle 5"/>
          <p:cNvSpPr>
            <a:spLocks noGrp="1" noChangeArrowheads="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Rectangle 6"/>
          <p:cNvSpPr>
            <a:spLocks noGrp="1" noChangeArrowheads="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53E947E-670B-4C91-9F53-A7E013364990}" type="slidenum">
              <a:rPr kumimoji="0" lang="en-US" altLang="zh-CN"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en-US" altLang="zh-CN"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jpeg"/><Relationship Id="rId14" Type="http://schemas.openxmlformats.org/officeDocument/2006/relationships/image" Target="../media/image2.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026" name="图片 10" descr="电路幻灯片11"/>
          <p:cNvPicPr>
            <a:picLocks noChangeAspect="1"/>
          </p:cNvPicPr>
          <p:nvPr userDrawn="1"/>
        </p:nvPicPr>
        <p:blipFill>
          <a:blip r:embed="rId14"/>
          <a:stretch>
            <a:fillRect/>
          </a:stretch>
        </p:blipFill>
        <p:spPr>
          <a:xfrm>
            <a:off x="-36512" y="-20637"/>
            <a:ext cx="9175750" cy="5168900"/>
          </a:xfrm>
          <a:prstGeom prst="rect">
            <a:avLst/>
          </a:prstGeom>
          <a:noFill/>
          <a:ln w="9525">
            <a:noFill/>
          </a:ln>
        </p:spPr>
      </p:pic>
      <p:sp>
        <p:nvSpPr>
          <p:cNvPr id="4"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lgn="l" eaLnBrk="1" hangingPunct="1">
              <a:buFont typeface="Arial" panose="020B0604020202020204" pitchFamily="34" charset="0"/>
              <a:buNone/>
              <a:defRPr sz="900" noProof="1">
                <a:solidFill>
                  <a:schemeClr val="tx1">
                    <a:tint val="75000"/>
                  </a:schemeClr>
                </a:solidFill>
                <a:latin typeface="Times New Roman" panose="02020603050405020304" pitchFamily="18" charset="0"/>
                <a:cs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0EDE563-1CAE-4B42-8229-D27B2AAF7851}"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5"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lgn="ctr" eaLnBrk="1" hangingPunct="1">
              <a:buFont typeface="Arial" panose="020B0604020202020204" pitchFamily="34" charset="0"/>
              <a:buNone/>
              <a:defRPr sz="900" noProof="1">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lgn="r" eaLnBrk="1" hangingPunct="1">
              <a:buFont typeface="Arial" panose="020B0604020202020204" pitchFamily="34" charset="0"/>
              <a:buNone/>
              <a:defRPr sz="900" noProof="1">
                <a:solidFill>
                  <a:srgbClr val="898989"/>
                </a:solidFill>
                <a:latin typeface="Times New Roman" panose="02020603050405020304" pitchFamily="18" charset="0"/>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4BAD4B2-C36A-40BA-A616-94232EDD0268}"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grpSp>
        <p:nvGrpSpPr>
          <p:cNvPr id="1030" name="组合 9"/>
          <p:cNvGrpSpPr/>
          <p:nvPr userDrawn="1"/>
        </p:nvGrpSpPr>
        <p:grpSpPr>
          <a:xfrm>
            <a:off x="539750" y="52388"/>
            <a:ext cx="1628775" cy="487362"/>
            <a:chOff x="2077" y="3004"/>
            <a:chExt cx="5804" cy="1740"/>
          </a:xfrm>
        </p:grpSpPr>
        <p:pic>
          <p:nvPicPr>
            <p:cNvPr id="1031" name="图片 7" descr="交大矢量logo"/>
            <p:cNvPicPr>
              <a:picLocks noChangeAspect="1"/>
            </p:cNvPicPr>
            <p:nvPr userDrawn="1"/>
          </p:nvPicPr>
          <p:blipFill>
            <a:blip r:embed="rId15"/>
            <a:srcRect l="-1437" t="-9560" r="41219" b="-10179"/>
            <a:stretch>
              <a:fillRect/>
            </a:stretch>
          </p:blipFill>
          <p:spPr>
            <a:xfrm>
              <a:off x="2077" y="3004"/>
              <a:ext cx="5616" cy="1741"/>
            </a:xfrm>
            <a:prstGeom prst="rect">
              <a:avLst/>
            </a:prstGeom>
            <a:noFill/>
            <a:ln w="9525">
              <a:noFill/>
            </a:ln>
          </p:spPr>
        </p:pic>
        <p:sp>
          <p:nvSpPr>
            <p:cNvPr id="9" name="矩形 8"/>
            <p:cNvSpPr/>
            <p:nvPr/>
          </p:nvSpPr>
          <p:spPr>
            <a:xfrm>
              <a:off x="7542" y="4166"/>
              <a:ext cx="339" cy="3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13.xml"/><Relationship Id="rId7" Type="http://schemas.openxmlformats.org/officeDocument/2006/relationships/image" Target="../media/image11.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3.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8.png"/><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3.xml"/><Relationship Id="rId3" Type="http://schemas.openxmlformats.org/officeDocument/2006/relationships/tags" Target="../tags/tag3.xml"/><Relationship Id="rId2" Type="http://schemas.openxmlformats.org/officeDocument/2006/relationships/image" Target="../media/image30.png"/><Relationship Id="rId1"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0" y="1708150"/>
            <a:ext cx="9156700" cy="164306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sp>
        <p:nvSpPr>
          <p:cNvPr id="16387" name="标题 1"/>
          <p:cNvSpPr>
            <a:spLocks noGrp="1"/>
          </p:cNvSpPr>
          <p:nvPr>
            <p:ph type="title"/>
          </p:nvPr>
        </p:nvSpPr>
        <p:spPr>
          <a:xfrm>
            <a:off x="2566988" y="2020888"/>
            <a:ext cx="3852862" cy="971550"/>
          </a:xfrm>
          <a:prstGeom prst="rect">
            <a:avLst/>
          </a:prstGeom>
          <a:solidFill>
            <a:srgbClr val="FFFFFF"/>
          </a:solidFill>
          <a:ln>
            <a:solidFill>
              <a:srgbClr val="000000"/>
            </a:solidFill>
            <a:miter/>
          </a:ln>
        </p:spPr>
        <p:txBody>
          <a:bodyPr/>
          <a:p>
            <a:pPr eaLnBrk="1" hangingPunct="1"/>
            <a:r>
              <a:rPr lang="en-US" altLang="en-US" sz="3600" dirty="0">
                <a:latin typeface="方正综艺简体" charset="-122"/>
                <a:ea typeface="方正综艺简体" charset="-122"/>
              </a:rPr>
              <a:t>数 字 逻 辑 电 路</a:t>
            </a:r>
            <a:endParaRPr lang="en-US" altLang="en-US" sz="3600" dirty="0">
              <a:latin typeface="方正综艺简体" charset="-122"/>
              <a:ea typeface="方正综艺简体" charset="-122"/>
            </a:endParaRPr>
          </a:p>
        </p:txBody>
      </p:sp>
      <p:sp>
        <p:nvSpPr>
          <p:cNvPr id="16388" name="文本框 2"/>
          <p:cNvSpPr txBox="1"/>
          <p:nvPr/>
        </p:nvSpPr>
        <p:spPr>
          <a:xfrm>
            <a:off x="3703638" y="2646363"/>
            <a:ext cx="1073150" cy="398462"/>
          </a:xfrm>
          <a:prstGeom prst="rect">
            <a:avLst/>
          </a:prstGeom>
          <a:noFill/>
          <a:ln w="9525">
            <a:noFill/>
          </a:ln>
        </p:spPr>
        <p:txBody>
          <a:bodyPr>
            <a:spAutoFit/>
          </a:bodyPr>
          <a:p>
            <a:pPr eaLnBrk="1" hangingPunct="1">
              <a:buFont typeface="Arial" panose="020B0604020202020204" pitchFamily="34" charset="0"/>
            </a:pPr>
            <a:r>
              <a:rPr lang="zh-CN" altLang="en-US" dirty="0">
                <a:solidFill>
                  <a:schemeClr val="tx1"/>
                </a:solidFill>
                <a:latin typeface="方正综艺简体" charset="-122"/>
                <a:ea typeface="方正综艺简体" charset="-122"/>
              </a:rPr>
              <a:t>朱正东</a:t>
            </a:r>
            <a:endParaRPr lang="zh-CN" altLang="en-US" dirty="0">
              <a:solidFill>
                <a:schemeClr val="tx1"/>
              </a:solidFill>
              <a:latin typeface="方正综艺简体" charset="-122"/>
              <a:ea typeface="方正综艺简体" charset="-122"/>
            </a:endParaRPr>
          </a:p>
        </p:txBody>
      </p:sp>
      <p:sp>
        <p:nvSpPr>
          <p:cNvPr id="9" name="矩形 8"/>
          <p:cNvSpPr/>
          <p:nvPr/>
        </p:nvSpPr>
        <p:spPr>
          <a:xfrm>
            <a:off x="-180975" y="-52070"/>
            <a:ext cx="9166225" cy="51641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sp>
        <p:nvSpPr>
          <p:cNvPr id="10" name="矩形 9"/>
          <p:cNvSpPr/>
          <p:nvPr/>
        </p:nvSpPr>
        <p:spPr>
          <a:xfrm>
            <a:off x="0" y="1563688"/>
            <a:ext cx="9169400" cy="164623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sp>
        <p:nvSpPr>
          <p:cNvPr id="16391" name="标题 1"/>
          <p:cNvSpPr/>
          <p:nvPr/>
        </p:nvSpPr>
        <p:spPr>
          <a:xfrm>
            <a:off x="2486025" y="1711325"/>
            <a:ext cx="6916738" cy="1190625"/>
          </a:xfrm>
          <a:prstGeom prst="rect">
            <a:avLst/>
          </a:prstGeom>
          <a:noFill/>
          <a:ln w="9525">
            <a:noFill/>
          </a:ln>
        </p:spPr>
        <p:txBody>
          <a:bodyPr anchor="ctr"/>
          <a:p>
            <a:pPr eaLnBrk="1" hangingPunct="1">
              <a:lnSpc>
                <a:spcPct val="90000"/>
              </a:lnSpc>
              <a:buFont typeface="Arial" panose="020B0604020202020204" pitchFamily="34" charset="0"/>
            </a:pPr>
            <a:r>
              <a:rPr lang="zh-CN" altLang="en-US" sz="4400" dirty="0">
                <a:solidFill>
                  <a:schemeClr val="tx1"/>
                </a:solidFill>
                <a:latin typeface="方正综艺简体" charset="-122"/>
                <a:ea typeface="方正综艺简体" charset="-122"/>
              </a:rPr>
              <a:t>数 字 逻 辑 电 路</a:t>
            </a:r>
            <a:endParaRPr lang="zh-CN" altLang="en-US" sz="4400" dirty="0">
              <a:solidFill>
                <a:schemeClr val="tx1"/>
              </a:solidFill>
              <a:latin typeface="方正综艺简体" charset="-122"/>
              <a:ea typeface="方正综艺简体" charset="-122"/>
            </a:endParaRPr>
          </a:p>
        </p:txBody>
      </p:sp>
      <p:sp>
        <p:nvSpPr>
          <p:cNvPr id="16392" name="文本框 11"/>
          <p:cNvSpPr txBox="1"/>
          <p:nvPr/>
        </p:nvSpPr>
        <p:spPr>
          <a:xfrm>
            <a:off x="4165600" y="2692400"/>
            <a:ext cx="1428750" cy="396875"/>
          </a:xfrm>
          <a:prstGeom prst="rect">
            <a:avLst/>
          </a:prstGeom>
          <a:noFill/>
          <a:ln w="9525">
            <a:noFill/>
          </a:ln>
        </p:spPr>
        <p:txBody>
          <a:bodyPr>
            <a:spAutoFit/>
          </a:bodyPr>
          <a:p>
            <a:pPr eaLnBrk="1" hangingPunct="1">
              <a:buFont typeface="Arial" panose="020B0604020202020204" pitchFamily="34" charset="0"/>
            </a:pPr>
            <a:r>
              <a:rPr lang="zh-CN" altLang="en-US" dirty="0">
                <a:solidFill>
                  <a:schemeClr val="tx1"/>
                </a:solidFill>
                <a:latin typeface="方正综艺简体" charset="-122"/>
                <a:ea typeface="方正综艺简体" charset="-122"/>
              </a:rPr>
              <a:t>伍卫国</a:t>
            </a:r>
            <a:endParaRPr lang="zh-CN" altLang="en-US" dirty="0">
              <a:solidFill>
                <a:schemeClr val="tx1"/>
              </a:solidFill>
              <a:latin typeface="方正综艺简体" charset="-122"/>
              <a:ea typeface="方正综艺简体" charset="-122"/>
            </a:endParaRPr>
          </a:p>
        </p:txBody>
      </p:sp>
      <p:grpSp>
        <p:nvGrpSpPr>
          <p:cNvPr id="16393" name="组合 12"/>
          <p:cNvGrpSpPr/>
          <p:nvPr/>
        </p:nvGrpSpPr>
        <p:grpSpPr>
          <a:xfrm>
            <a:off x="466725" y="268288"/>
            <a:ext cx="2322513" cy="696912"/>
            <a:chOff x="2077" y="3004"/>
            <a:chExt cx="5804" cy="1740"/>
          </a:xfrm>
        </p:grpSpPr>
        <p:pic>
          <p:nvPicPr>
            <p:cNvPr id="16394" name="图片 13" descr="交大矢量logo"/>
            <p:cNvPicPr>
              <a:picLocks noChangeAspect="1"/>
            </p:cNvPicPr>
            <p:nvPr/>
          </p:nvPicPr>
          <p:blipFill>
            <a:blip r:embed="rId1"/>
            <a:srcRect l="-1437" t="-9560" r="41219" b="-10179"/>
            <a:stretch>
              <a:fillRect/>
            </a:stretch>
          </p:blipFill>
          <p:spPr>
            <a:xfrm>
              <a:off x="2077" y="3004"/>
              <a:ext cx="5616" cy="1741"/>
            </a:xfrm>
            <a:prstGeom prst="rect">
              <a:avLst/>
            </a:prstGeom>
            <a:noFill/>
            <a:ln w="9525">
              <a:noFill/>
            </a:ln>
          </p:spPr>
        </p:pic>
        <p:sp>
          <p:nvSpPr>
            <p:cNvPr id="15" name="矩形 14"/>
            <p:cNvSpPr/>
            <p:nvPr/>
          </p:nvSpPr>
          <p:spPr>
            <a:xfrm>
              <a:off x="7540" y="4165"/>
              <a:ext cx="341" cy="3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矩形 2"/>
          <p:cNvSpPr/>
          <p:nvPr/>
        </p:nvSpPr>
        <p:spPr>
          <a:xfrm>
            <a:off x="1214438" y="1090613"/>
            <a:ext cx="6740525" cy="3784600"/>
          </a:xfrm>
          <a:prstGeom prst="rect">
            <a:avLst/>
          </a:prstGeom>
          <a:noFill/>
          <a:ln w="9525">
            <a:noFill/>
          </a:ln>
        </p:spPr>
        <p:txBody>
          <a:bodyPr>
            <a:spAutoFit/>
          </a:bodyPr>
          <a:p>
            <a:pPr marL="457200" indent="-457200" eaLnBrk="1" hangingPunct="1">
              <a:lnSpc>
                <a:spcPct val="120000"/>
              </a:lnSpc>
              <a:buFont typeface="Arial" panose="020B0604020202020204" pitchFamily="34" charset="0"/>
              <a:buAutoNum type="arabicPeriod"/>
            </a:pPr>
            <a:r>
              <a:rPr lang="zh-CN" altLang="en-US" b="1" dirty="0">
                <a:solidFill>
                  <a:srgbClr val="FF0000"/>
                </a:solidFill>
                <a:latin typeface="华文新魏" panose="02010800040101010101" pitchFamily="2" charset="-122"/>
                <a:ea typeface="华文新魏" panose="02010800040101010101" pitchFamily="2" charset="-122"/>
              </a:rPr>
              <a:t>电路中普遍存在竞争现象</a:t>
            </a:r>
            <a:endParaRPr lang="zh-CN" altLang="en-US" b="1" dirty="0">
              <a:solidFill>
                <a:srgbClr val="FF0000"/>
              </a:solidFill>
              <a:latin typeface="华文新魏" panose="02010800040101010101" pitchFamily="2" charset="-122"/>
              <a:ea typeface="华文新魏" panose="02010800040101010101" pitchFamily="2" charset="-122"/>
            </a:endParaRPr>
          </a:p>
          <a:p>
            <a:pPr marL="457200" indent="-457200" eaLnBrk="1" hangingPunct="1">
              <a:lnSpc>
                <a:spcPct val="120000"/>
              </a:lnSpc>
              <a:buFont typeface="Arial" panose="020B0604020202020204" pitchFamily="34" charset="0"/>
              <a:buAutoNum type="arabicPeriod"/>
            </a:pPr>
            <a:r>
              <a:rPr lang="zh-CN" altLang="en-US" b="1" dirty="0">
                <a:solidFill>
                  <a:srgbClr val="FF0000"/>
                </a:solidFill>
                <a:latin typeface="华文新魏" panose="02010800040101010101" pitchFamily="2" charset="-122"/>
                <a:ea typeface="华文新魏" panose="02010800040101010101" pitchFamily="2" charset="-122"/>
              </a:rPr>
              <a:t>险象</a:t>
            </a:r>
            <a:endParaRPr lang="zh-CN" altLang="en-US" b="1" dirty="0">
              <a:solidFill>
                <a:srgbClr val="FF0000"/>
              </a:solidFill>
              <a:latin typeface="华文新魏" panose="02010800040101010101" pitchFamily="2" charset="-122"/>
              <a:ea typeface="华文新魏" panose="02010800040101010101" pitchFamily="2" charset="-122"/>
            </a:endParaRPr>
          </a:p>
          <a:p>
            <a:pPr marL="457200" indent="-457200" eaLnBrk="1" hangingPunct="1">
              <a:lnSpc>
                <a:spcPct val="120000"/>
              </a:lnSpc>
              <a:buFont typeface="Wingdings" panose="05000000000000000000" pitchFamily="2" charset="2"/>
              <a:buChar char="Ø"/>
            </a:pPr>
            <a:r>
              <a:rPr lang="zh-CN" altLang="en-US" b="1" dirty="0">
                <a:solidFill>
                  <a:schemeClr val="tx1"/>
                </a:solidFill>
                <a:latin typeface="华文新魏" panose="02010800040101010101" pitchFamily="2" charset="-122"/>
                <a:ea typeface="华文新魏" panose="02010800040101010101" pitchFamily="2" charset="-122"/>
              </a:rPr>
              <a:t>静态险象：功能险象、逻辑险象</a:t>
            </a:r>
            <a:endParaRPr lang="en-US" altLang="zh-CN" b="1" dirty="0">
              <a:solidFill>
                <a:schemeClr val="tx1"/>
              </a:solidFill>
              <a:latin typeface="华文新魏" panose="02010800040101010101" pitchFamily="2" charset="-122"/>
              <a:ea typeface="华文新魏" panose="02010800040101010101" pitchFamily="2" charset="-122"/>
            </a:endParaRPr>
          </a:p>
          <a:p>
            <a:pPr marL="457200" indent="-457200" eaLnBrk="1" hangingPunct="1">
              <a:lnSpc>
                <a:spcPct val="120000"/>
              </a:lnSpc>
              <a:buFont typeface="Wingdings" panose="05000000000000000000" pitchFamily="2" charset="2"/>
              <a:buChar char="Ø"/>
            </a:pPr>
            <a:r>
              <a:rPr lang="zh-CN" altLang="en-US" b="1" dirty="0">
                <a:solidFill>
                  <a:schemeClr val="tx1"/>
                </a:solidFill>
                <a:latin typeface="华文新魏" panose="02010800040101010101" pitchFamily="2" charset="-122"/>
                <a:ea typeface="华文新魏" panose="02010800040101010101" pitchFamily="2" charset="-122"/>
              </a:rPr>
              <a:t>动态险象</a:t>
            </a:r>
            <a:endParaRPr lang="en-US" altLang="zh-CN" b="1" dirty="0">
              <a:solidFill>
                <a:schemeClr val="tx1"/>
              </a:solidFill>
              <a:latin typeface="华文新魏" panose="02010800040101010101" pitchFamily="2" charset="-122"/>
              <a:ea typeface="华文新魏" panose="02010800040101010101" pitchFamily="2" charset="-122"/>
            </a:endParaRPr>
          </a:p>
          <a:p>
            <a:pPr marL="457200" indent="-457200" eaLnBrk="1" hangingPunct="1">
              <a:lnSpc>
                <a:spcPct val="120000"/>
              </a:lnSpc>
              <a:buFont typeface="Calibri Light" panose="020F0302020204030204" pitchFamily="34" charset="0"/>
              <a:buAutoNum type="arabicPeriod" startAt="3"/>
            </a:pPr>
            <a:r>
              <a:rPr lang="zh-CN" altLang="en-US" b="1" dirty="0">
                <a:solidFill>
                  <a:srgbClr val="FF0000"/>
                </a:solidFill>
                <a:latin typeface="华文新魏" panose="02010800040101010101" pitchFamily="2" charset="-122"/>
                <a:ea typeface="华文新魏" panose="02010800040101010101" pitchFamily="2" charset="-122"/>
              </a:rPr>
              <a:t>险象的判别</a:t>
            </a:r>
            <a:endParaRPr lang="zh-CN" altLang="en-US" b="1" dirty="0">
              <a:solidFill>
                <a:srgbClr val="FF0000"/>
              </a:solidFill>
              <a:latin typeface="华文新魏" panose="02010800040101010101" pitchFamily="2" charset="-122"/>
              <a:ea typeface="华文新魏" panose="02010800040101010101" pitchFamily="2" charset="-122"/>
            </a:endParaRPr>
          </a:p>
          <a:p>
            <a:pPr marL="457200" indent="-457200" eaLnBrk="1" hangingPunct="1">
              <a:lnSpc>
                <a:spcPct val="120000"/>
              </a:lnSpc>
              <a:buFont typeface="Wingdings" panose="05000000000000000000" pitchFamily="2" charset="2"/>
              <a:buChar char="Ø"/>
            </a:pPr>
            <a:r>
              <a:rPr lang="zh-CN" altLang="en-US" b="1" dirty="0">
                <a:solidFill>
                  <a:schemeClr val="tx1"/>
                </a:solidFill>
                <a:latin typeface="华文新魏" panose="02010800040101010101" pitchFamily="2" charset="-122"/>
                <a:ea typeface="华文新魏" panose="02010800040101010101" pitchFamily="2" charset="-122"/>
              </a:rPr>
              <a:t>卡诺图法</a:t>
            </a:r>
            <a:endParaRPr lang="en-US" altLang="zh-CN" b="1" dirty="0">
              <a:solidFill>
                <a:schemeClr val="tx1"/>
              </a:solidFill>
              <a:latin typeface="华文新魏" panose="02010800040101010101" pitchFamily="2" charset="-122"/>
              <a:ea typeface="华文新魏" panose="02010800040101010101" pitchFamily="2" charset="-122"/>
            </a:endParaRPr>
          </a:p>
          <a:p>
            <a:pPr marL="457200" indent="-457200" eaLnBrk="1" hangingPunct="1">
              <a:lnSpc>
                <a:spcPct val="120000"/>
              </a:lnSpc>
              <a:buFont typeface="Wingdings" panose="05000000000000000000" pitchFamily="2" charset="2"/>
              <a:buChar char="Ø"/>
            </a:pPr>
            <a:r>
              <a:rPr lang="zh-CN" altLang="en-US" b="1" dirty="0">
                <a:solidFill>
                  <a:schemeClr val="tx1"/>
                </a:solidFill>
                <a:latin typeface="华文新魏" panose="02010800040101010101" pitchFamily="2" charset="-122"/>
                <a:ea typeface="华文新魏" panose="02010800040101010101" pitchFamily="2" charset="-122"/>
              </a:rPr>
              <a:t>逻辑表达式法</a:t>
            </a:r>
            <a:endParaRPr lang="en-US" altLang="zh-CN" b="1" dirty="0">
              <a:solidFill>
                <a:schemeClr val="tx1"/>
              </a:solidFill>
              <a:latin typeface="华文新魏" panose="02010800040101010101" pitchFamily="2" charset="-122"/>
              <a:ea typeface="华文新魏" panose="02010800040101010101" pitchFamily="2" charset="-122"/>
            </a:endParaRPr>
          </a:p>
          <a:p>
            <a:pPr marL="457200" indent="-457200" eaLnBrk="1" hangingPunct="1">
              <a:lnSpc>
                <a:spcPct val="120000"/>
              </a:lnSpc>
              <a:buFont typeface="Calibri Light" panose="020F0302020204030204" pitchFamily="34" charset="0"/>
              <a:buAutoNum type="arabicPeriod" startAt="4"/>
            </a:pPr>
            <a:r>
              <a:rPr lang="zh-CN" altLang="en-US" b="1" dirty="0">
                <a:solidFill>
                  <a:srgbClr val="FF0000"/>
                </a:solidFill>
                <a:latin typeface="华文新魏" panose="02010800040101010101" pitchFamily="2" charset="-122"/>
                <a:ea typeface="华文新魏" panose="02010800040101010101" pitchFamily="2" charset="-122"/>
              </a:rPr>
              <a:t>险象的消除</a:t>
            </a:r>
            <a:endParaRPr lang="zh-CN" altLang="en-US" b="1" dirty="0">
              <a:solidFill>
                <a:srgbClr val="FF0000"/>
              </a:solidFill>
              <a:latin typeface="华文新魏" panose="02010800040101010101" pitchFamily="2" charset="-122"/>
              <a:ea typeface="华文新魏" panose="02010800040101010101" pitchFamily="2" charset="-122"/>
            </a:endParaRPr>
          </a:p>
          <a:p>
            <a:pPr marL="457200" indent="-457200" eaLnBrk="1" hangingPunct="1">
              <a:lnSpc>
                <a:spcPct val="120000"/>
              </a:lnSpc>
              <a:buFont typeface="Wingdings" panose="05000000000000000000" pitchFamily="2" charset="2"/>
              <a:buChar char="Ø"/>
            </a:pPr>
            <a:r>
              <a:rPr lang="zh-CN" altLang="en-US" b="1" dirty="0">
                <a:solidFill>
                  <a:schemeClr val="tx1"/>
                </a:solidFill>
                <a:latin typeface="华文新魏" panose="02010800040101010101" pitchFamily="2" charset="-122"/>
                <a:ea typeface="华文新魏" panose="02010800040101010101" pitchFamily="2" charset="-122"/>
              </a:rPr>
              <a:t>增加多余项法和乘以多余因子法</a:t>
            </a:r>
            <a:endParaRPr lang="en-US" altLang="zh-CN" b="1" dirty="0">
              <a:solidFill>
                <a:schemeClr val="tx1"/>
              </a:solidFill>
              <a:latin typeface="华文新魏" panose="02010800040101010101" pitchFamily="2" charset="-122"/>
              <a:ea typeface="华文新魏" panose="02010800040101010101" pitchFamily="2" charset="-122"/>
            </a:endParaRPr>
          </a:p>
          <a:p>
            <a:pPr marL="457200" indent="-457200" eaLnBrk="1" hangingPunct="1">
              <a:lnSpc>
                <a:spcPct val="120000"/>
              </a:lnSpc>
              <a:buFont typeface="Wingdings" panose="05000000000000000000" pitchFamily="2" charset="2"/>
              <a:buChar char="Ø"/>
            </a:pPr>
            <a:r>
              <a:rPr lang="zh-CN" altLang="en-US" b="1" dirty="0">
                <a:solidFill>
                  <a:schemeClr val="tx1"/>
                </a:solidFill>
                <a:latin typeface="华文新魏" panose="02010800040101010101" pitchFamily="2" charset="-122"/>
                <a:ea typeface="华文新魏" panose="02010800040101010101" pitchFamily="2" charset="-122"/>
              </a:rPr>
              <a:t>连接低通环节与增加选通脉冲</a:t>
            </a:r>
            <a:endParaRPr lang="en-US" altLang="zh-CN" dirty="0">
              <a:solidFill>
                <a:schemeClr val="tx1"/>
              </a:solidFill>
              <a:latin typeface="华文新魏" panose="02010800040101010101" pitchFamily="2" charset="-122"/>
              <a:ea typeface="华文新魏" panose="02010800040101010101" pitchFamily="2" charset="-122"/>
            </a:endParaRPr>
          </a:p>
        </p:txBody>
      </p:sp>
      <p:sp>
        <p:nvSpPr>
          <p:cNvPr id="12290" name="Rectangle 3"/>
          <p:cNvSpPr>
            <a:spLocks noGrp="1"/>
          </p:cNvSpPr>
          <p:nvPr>
            <p:ph type="title"/>
          </p:nvPr>
        </p:nvSpPr>
        <p:spPr>
          <a:xfrm>
            <a:off x="285750" y="609600"/>
            <a:ext cx="8208963" cy="485775"/>
          </a:xfrm>
          <a:noFill/>
          <a:ln>
            <a:noFill/>
          </a:ln>
        </p:spPr>
        <p:txBody>
          <a:bodyPr/>
          <a:p>
            <a:pPr eaLnBrk="1" hangingPunct="1"/>
            <a:r>
              <a:rPr lang="zh-CN" altLang="en-US" sz="3000" b="1" dirty="0">
                <a:latin typeface="华文新魏" panose="02010800040101010101" pitchFamily="2" charset="-122"/>
                <a:ea typeface="华文新魏" panose="02010800040101010101" pitchFamily="2" charset="-122"/>
              </a:rPr>
              <a:t>２</a:t>
            </a:r>
            <a:r>
              <a:rPr lang="en-US" altLang="zh-CN" sz="3000" b="1" dirty="0">
                <a:latin typeface="华文新魏" panose="02010800040101010101" pitchFamily="2" charset="-122"/>
                <a:ea typeface="华文新魏" panose="02010800040101010101" pitchFamily="2" charset="-122"/>
              </a:rPr>
              <a:t>.</a:t>
            </a:r>
            <a:r>
              <a:rPr lang="zh-CN" altLang="en-US" sz="3000" b="1" dirty="0">
                <a:latin typeface="华文新魏" panose="02010800040101010101" pitchFamily="2" charset="-122"/>
                <a:ea typeface="华文新魏" panose="02010800040101010101" pitchFamily="2" charset="-122"/>
              </a:rPr>
              <a:t>３、组合电路中的竞争与险象</a:t>
            </a:r>
            <a:endParaRPr lang="zh-CN" altLang="en-US" sz="3000" b="1" i="1" dirty="0">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fade">
                                      <p:cBhvr>
                                        <p:cTn id="7" dur="500"/>
                                        <p:tgtEl>
                                          <p:spTgt spid="122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289"/>
                                        </p:tgtEl>
                                        <p:attrNameLst>
                                          <p:attrName>style.visibility</p:attrName>
                                        </p:attrNameLst>
                                      </p:cBhvr>
                                      <p:to>
                                        <p:strVal val="visible"/>
                                      </p:to>
                                    </p:set>
                                    <p:animEffect transition="in" filter="fade">
                                      <p:cBhvr>
                                        <p:cTn id="12" dur="500"/>
                                        <p:tgtEl>
                                          <p:spTgt spid="122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9" grpId="0"/>
      <p:bldP spid="1229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3"/>
          <p:cNvSpPr>
            <a:spLocks noGrp="1"/>
          </p:cNvSpPr>
          <p:nvPr>
            <p:ph idx="1"/>
          </p:nvPr>
        </p:nvSpPr>
        <p:spPr>
          <a:xfrm>
            <a:off x="429260" y="1344295"/>
            <a:ext cx="7815580" cy="958850"/>
          </a:xfrm>
          <a:noFill/>
          <a:ln>
            <a:noFill/>
          </a:ln>
        </p:spPr>
        <p:txBody>
          <a:bodyPr/>
          <a:p>
            <a:pPr eaLnBrk="1" hangingPunct="1">
              <a:lnSpc>
                <a:spcPct val="120000"/>
              </a:lnSpc>
              <a:buNone/>
            </a:pPr>
            <a:r>
              <a:rPr lang="en-US" altLang="zh-CN" sz="1800"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在实际电路中，信号变化不是即时的，存在边沿转换时间；信号在电路中传送必定有导线上的传播时延，信号通过门电路也必定有时间延迟。</a:t>
            </a:r>
            <a:endParaRPr lang="zh-CN" altLang="en-US" sz="1800" b="1" dirty="0">
              <a:latin typeface="华文新魏" panose="02010800040101010101" pitchFamily="2" charset="-122"/>
              <a:ea typeface="华文新魏" panose="02010800040101010101" pitchFamily="2" charset="-122"/>
            </a:endParaRPr>
          </a:p>
        </p:txBody>
      </p:sp>
      <p:pic>
        <p:nvPicPr>
          <p:cNvPr id="5" name="图片 4"/>
          <p:cNvPicPr>
            <a:picLocks noChangeAspect="1"/>
          </p:cNvPicPr>
          <p:nvPr/>
        </p:nvPicPr>
        <p:blipFill>
          <a:blip r:embed="rId1"/>
          <a:stretch>
            <a:fillRect/>
          </a:stretch>
        </p:blipFill>
        <p:spPr>
          <a:xfrm>
            <a:off x="3359150" y="475615"/>
            <a:ext cx="2574925" cy="820420"/>
          </a:xfrm>
          <a:prstGeom prst="rect">
            <a:avLst/>
          </a:prstGeom>
        </p:spPr>
      </p:pic>
      <p:pic>
        <p:nvPicPr>
          <p:cNvPr id="7" name="图片 6"/>
          <p:cNvPicPr>
            <a:picLocks noChangeAspect="1"/>
          </p:cNvPicPr>
          <p:nvPr/>
        </p:nvPicPr>
        <p:blipFill>
          <a:blip r:embed="rId2"/>
          <a:stretch>
            <a:fillRect/>
          </a:stretch>
        </p:blipFill>
        <p:spPr>
          <a:xfrm>
            <a:off x="539115" y="2571750"/>
            <a:ext cx="2482850" cy="1511300"/>
          </a:xfrm>
          <a:prstGeom prst="rect">
            <a:avLst/>
          </a:prstGeom>
        </p:spPr>
      </p:pic>
      <p:pic>
        <p:nvPicPr>
          <p:cNvPr id="8" name="图片 7"/>
          <p:cNvPicPr>
            <a:picLocks noChangeAspect="1"/>
          </p:cNvPicPr>
          <p:nvPr/>
        </p:nvPicPr>
        <p:blipFill>
          <a:blip r:embed="rId3"/>
          <a:stretch>
            <a:fillRect/>
          </a:stretch>
        </p:blipFill>
        <p:spPr>
          <a:xfrm>
            <a:off x="3178175" y="2457450"/>
            <a:ext cx="2698750" cy="2686050"/>
          </a:xfrm>
          <a:prstGeom prst="rect">
            <a:avLst/>
          </a:prstGeom>
        </p:spPr>
      </p:pic>
      <p:pic>
        <p:nvPicPr>
          <p:cNvPr id="9" name="图片 8"/>
          <p:cNvPicPr>
            <a:picLocks noChangeAspect="1"/>
          </p:cNvPicPr>
          <p:nvPr/>
        </p:nvPicPr>
        <p:blipFill>
          <a:blip r:embed="rId4"/>
          <a:stretch>
            <a:fillRect/>
          </a:stretch>
        </p:blipFill>
        <p:spPr>
          <a:xfrm>
            <a:off x="5939790" y="2495550"/>
            <a:ext cx="2800350" cy="2647950"/>
          </a:xfrm>
          <a:prstGeom prst="rect">
            <a:avLst/>
          </a:prstGeom>
        </p:spPr>
      </p:pic>
      <p:pic>
        <p:nvPicPr>
          <p:cNvPr id="4" name="图片 3"/>
          <p:cNvPicPr>
            <a:picLocks noChangeAspect="1"/>
          </p:cNvPicPr>
          <p:nvPr/>
        </p:nvPicPr>
        <p:blipFill>
          <a:blip r:embed="rId5"/>
          <a:stretch>
            <a:fillRect/>
          </a:stretch>
        </p:blipFill>
        <p:spPr>
          <a:xfrm>
            <a:off x="664845" y="2098040"/>
            <a:ext cx="7586345" cy="431165"/>
          </a:xfrm>
          <a:prstGeom prst="rect">
            <a:avLst/>
          </a:prstGeom>
        </p:spPr>
      </p:pic>
      <p:pic>
        <p:nvPicPr>
          <p:cNvPr id="2" name="图片 1"/>
          <p:cNvPicPr>
            <a:picLocks noChangeAspect="1"/>
          </p:cNvPicPr>
          <p:nvPr/>
        </p:nvPicPr>
        <p:blipFill>
          <a:blip r:embed="rId6"/>
          <a:stretch>
            <a:fillRect/>
          </a:stretch>
        </p:blipFill>
        <p:spPr>
          <a:xfrm>
            <a:off x="6443345" y="413385"/>
            <a:ext cx="2011680" cy="845185"/>
          </a:xfrm>
          <a:prstGeom prst="rect">
            <a:avLst/>
          </a:prstGeom>
        </p:spPr>
      </p:pic>
      <p:pic>
        <p:nvPicPr>
          <p:cNvPr id="6" name="图片 5"/>
          <p:cNvPicPr>
            <a:picLocks noChangeAspect="1"/>
          </p:cNvPicPr>
          <p:nvPr/>
        </p:nvPicPr>
        <p:blipFill>
          <a:blip r:embed="rId7"/>
          <a:stretch>
            <a:fillRect/>
          </a:stretch>
        </p:blipFill>
        <p:spPr>
          <a:xfrm>
            <a:off x="899160" y="490855"/>
            <a:ext cx="2239010" cy="746760"/>
          </a:xfrm>
          <a:prstGeom prst="rect">
            <a:avLst/>
          </a:prstGeom>
        </p:spPr>
      </p:pic>
      <p:sp>
        <p:nvSpPr>
          <p:cNvPr id="10" name="矩形 9"/>
          <p:cNvSpPr/>
          <p:nvPr/>
        </p:nvSpPr>
        <p:spPr>
          <a:xfrm>
            <a:off x="7634605" y="4659630"/>
            <a:ext cx="676910" cy="471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rgbClr val="FF0000"/>
                </a:solidFill>
              </a:rPr>
              <a:t>td</a:t>
            </a:r>
            <a:endParaRPr lang="en-US" altLang="zh-CN" b="1">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3">
                                            <p:txEl>
                                              <p:pRg st="0" end="0"/>
                                            </p:txEl>
                                          </p:spTgt>
                                        </p:tgtEl>
                                        <p:attrNameLst>
                                          <p:attrName>style.visibility</p:attrName>
                                        </p:attrNameLst>
                                      </p:cBhvr>
                                      <p:to>
                                        <p:strVal val="visible"/>
                                      </p:to>
                                    </p:set>
                                    <p:animEffect transition="in" filter="blinds(horizontal)">
                                      <p:cBhvr>
                                        <p:cTn id="7" dur="500"/>
                                        <p:tgtEl>
                                          <p:spTgt spid="133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linds(horizontal)">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ppt_x"/>
                                          </p:val>
                                        </p:tav>
                                        <p:tav tm="100000">
                                          <p:val>
                                            <p:strVal val="#ppt_x"/>
                                          </p:val>
                                        </p:tav>
                                      </p:tavLst>
                                    </p:anim>
                                    <p:anim calcmode="lin" valueType="num">
                                      <p:cBhvr additive="base">
                                        <p:cTn id="3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 presetClass="exit" presetSubtype="10" fill="hold" grpId="0" nodeType="clickEffect">
                                  <p:stCondLst>
                                    <p:cond delay="0"/>
                                  </p:stCondLst>
                                  <p:childTnLst>
                                    <p:animEffect transition="out" filter="blinds(horizontal)">
                                      <p:cBhvr>
                                        <p:cTn id="42" dur="500"/>
                                        <p:tgtEl>
                                          <p:spTgt spid="10"/>
                                        </p:tgtEl>
                                      </p:cBhvr>
                                    </p:animEffect>
                                    <p:set>
                                      <p:cBhvr>
                                        <p:cTn id="43"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3" grpId="0" build="p"/>
      <p:bldP spid="10" grpId="0" bldLvl="0" animBg="1"/>
      <p:bldP spid="10"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3"/>
          <p:cNvSpPr>
            <a:spLocks noGrp="1"/>
          </p:cNvSpPr>
          <p:nvPr>
            <p:ph type="title"/>
          </p:nvPr>
        </p:nvSpPr>
        <p:spPr>
          <a:xfrm>
            <a:off x="586740" y="590550"/>
            <a:ext cx="7950200" cy="901700"/>
          </a:xfrm>
          <a:noFill/>
          <a:ln>
            <a:noFill/>
          </a:ln>
        </p:spPr>
        <p:txBody>
          <a:bodyPr/>
          <a:p>
            <a:pPr eaLnBrk="1" hangingPunct="1">
              <a:lnSpc>
                <a:spcPct val="130000"/>
              </a:lnSpc>
            </a:pPr>
            <a:r>
              <a:rPr lang="en-US" altLang="zh-CN" sz="1800" dirty="0">
                <a:latin typeface="华文新魏" panose="02010800040101010101" pitchFamily="2" charset="-122"/>
                <a:ea typeface="华文新魏" panose="02010800040101010101" pitchFamily="2" charset="-122"/>
              </a:rPr>
              <a:t> </a:t>
            </a:r>
            <a:r>
              <a:rPr lang="zh-CN" altLang="en-US" sz="1800" b="1" u="sng" dirty="0">
                <a:latin typeface="华文新魏" panose="02010800040101010101" pitchFamily="2" charset="-122"/>
                <a:ea typeface="华文新魏" panose="02010800040101010101" pitchFamily="2" charset="-122"/>
              </a:rPr>
              <a:t>上述这些时延都可能使电路信号的中间结果及最终输出产生错误的信号</a:t>
            </a:r>
            <a:r>
              <a:rPr lang="zh-CN" altLang="en-US" sz="1800" b="1" dirty="0">
                <a:latin typeface="华文新魏" panose="02010800040101010101" pitchFamily="2" charset="-122"/>
                <a:ea typeface="华文新魏" panose="02010800040101010101" pitchFamily="2" charset="-122"/>
              </a:rPr>
              <a:t>。为简化讨论，下面假设信号变化的边沿转换时间为</a:t>
            </a:r>
            <a:r>
              <a:rPr lang="en-US" altLang="zh-CN" sz="1800" b="1" dirty="0">
                <a:latin typeface="华文新魏" panose="02010800040101010101" pitchFamily="2" charset="-122"/>
                <a:ea typeface="华文新魏" panose="02010800040101010101" pitchFamily="2" charset="-122"/>
              </a:rPr>
              <a:t>“0”</a:t>
            </a:r>
            <a:r>
              <a:rPr lang="zh-CN" altLang="en-US"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sym typeface="+mn-ea"/>
              </a:rPr>
              <a:t>信号在</a:t>
            </a:r>
            <a:r>
              <a:rPr lang="zh-CN" altLang="en-US" sz="1800" b="1" dirty="0">
                <a:latin typeface="华文新魏" panose="02010800040101010101" pitchFamily="2" charset="-122"/>
                <a:ea typeface="华文新魏" panose="02010800040101010101" pitchFamily="2" charset="-122"/>
              </a:rPr>
              <a:t>导线上</a:t>
            </a:r>
            <a:r>
              <a:rPr lang="zh-CN" altLang="en-US" sz="1800" b="1" dirty="0">
                <a:latin typeface="华文新魏" panose="02010800040101010101" pitchFamily="2" charset="-122"/>
                <a:ea typeface="华文新魏" panose="02010800040101010101" pitchFamily="2" charset="-122"/>
              </a:rPr>
              <a:t>的传输时间为</a:t>
            </a:r>
            <a:r>
              <a:rPr lang="en-US" altLang="zh-CN" sz="1800" b="1" dirty="0">
                <a:latin typeface="华文新魏" panose="02010800040101010101" pitchFamily="2" charset="-122"/>
                <a:ea typeface="华文新魏" panose="02010800040101010101" pitchFamily="2" charset="-122"/>
              </a:rPr>
              <a:t>“0”</a:t>
            </a:r>
            <a:r>
              <a:rPr lang="zh-CN" altLang="en-US" sz="1800" b="1" dirty="0">
                <a:latin typeface="华文新魏" panose="02010800040101010101" pitchFamily="2" charset="-122"/>
                <a:ea typeface="华文新魏" panose="02010800040101010101" pitchFamily="2" charset="-122"/>
              </a:rPr>
              <a:t>， 仅考虑逻辑门的</a:t>
            </a:r>
            <a:r>
              <a:rPr lang="zh-CN" altLang="en-US" sz="1800" b="1" dirty="0">
                <a:solidFill>
                  <a:srgbClr val="FF0000"/>
                </a:solidFill>
                <a:latin typeface="华文新魏" panose="02010800040101010101" pitchFamily="2" charset="-122"/>
                <a:ea typeface="华文新魏" panose="02010800040101010101" pitchFamily="2" charset="-122"/>
              </a:rPr>
              <a:t>时延时间</a:t>
            </a:r>
            <a:r>
              <a:rPr lang="en-US" altLang="zh-CN" sz="1800" b="1" dirty="0">
                <a:solidFill>
                  <a:srgbClr val="FF0000"/>
                </a:solidFill>
                <a:latin typeface="华文新魏" panose="02010800040101010101" pitchFamily="2" charset="-122"/>
                <a:ea typeface="华文新魏" panose="02010800040101010101" pitchFamily="2" charset="-122"/>
              </a:rPr>
              <a:t>t</a:t>
            </a:r>
            <a:r>
              <a:rPr lang="en-US" altLang="zh-CN" sz="1800" b="1" baseline="-25000" dirty="0">
                <a:solidFill>
                  <a:srgbClr val="FF0000"/>
                </a:solidFill>
                <a:latin typeface="华文新魏" panose="02010800040101010101" pitchFamily="2" charset="-122"/>
                <a:ea typeface="华文新魏" panose="02010800040101010101" pitchFamily="2" charset="-122"/>
              </a:rPr>
              <a:t>d</a:t>
            </a:r>
            <a:r>
              <a:rPr lang="en-US" altLang="zh-CN" sz="1800" b="1" i="1" dirty="0">
                <a:solidFill>
                  <a:srgbClr val="FF0000"/>
                </a:solidFill>
                <a:latin typeface="华文新魏" panose="02010800040101010101" pitchFamily="2" charset="-122"/>
                <a:ea typeface="华文新魏" panose="02010800040101010101" pitchFamily="2" charset="-122"/>
              </a:rPr>
              <a:t>(Delays)</a:t>
            </a:r>
            <a:r>
              <a:rPr lang="en-US" altLang="zh-CN" sz="1800" dirty="0">
                <a:solidFill>
                  <a:srgbClr val="FF0000"/>
                </a:solidFill>
                <a:latin typeface="华文新魏" panose="02010800040101010101" pitchFamily="2" charset="-122"/>
                <a:ea typeface="华文新魏" panose="02010800040101010101" pitchFamily="2" charset="-122"/>
              </a:rPr>
              <a:t> </a:t>
            </a:r>
            <a:r>
              <a:rPr lang="zh-CN" altLang="en-US" sz="1800" dirty="0">
                <a:solidFill>
                  <a:srgbClr val="FF0000"/>
                </a:solidFill>
                <a:latin typeface="华文新魏" panose="02010800040101010101" pitchFamily="2" charset="-122"/>
                <a:ea typeface="华文新魏" panose="02010800040101010101" pitchFamily="2" charset="-122"/>
              </a:rPr>
              <a:t>。</a:t>
            </a:r>
            <a:endParaRPr lang="zh-CN" altLang="en-US" sz="1800" dirty="0">
              <a:solidFill>
                <a:srgbClr val="FF0000"/>
              </a:solidFill>
              <a:latin typeface="华文新魏" panose="02010800040101010101" pitchFamily="2" charset="-122"/>
              <a:ea typeface="华文新魏" panose="02010800040101010101" pitchFamily="2" charset="-122"/>
            </a:endParaRPr>
          </a:p>
        </p:txBody>
      </p:sp>
      <p:sp>
        <p:nvSpPr>
          <p:cNvPr id="14338" name="Rectangle 4"/>
          <p:cNvSpPr>
            <a:spLocks noGrp="1"/>
          </p:cNvSpPr>
          <p:nvPr>
            <p:ph idx="1"/>
          </p:nvPr>
        </p:nvSpPr>
        <p:spPr>
          <a:xfrm>
            <a:off x="539750" y="1922463"/>
            <a:ext cx="7875588" cy="1428750"/>
          </a:xfrm>
          <a:noFill/>
          <a:ln>
            <a:noFill/>
          </a:ln>
        </p:spPr>
        <p:txBody>
          <a:bodyPr/>
          <a:p>
            <a:pPr eaLnBrk="1" hangingPunct="1">
              <a:buNone/>
            </a:pPr>
            <a:r>
              <a:rPr lang="en-US" altLang="zh-CN" sz="1800" b="1" dirty="0">
                <a:solidFill>
                  <a:srgbClr val="FF0000"/>
                </a:solidFill>
                <a:latin typeface="华文新魏" panose="02010800040101010101" pitchFamily="2" charset="-122"/>
                <a:ea typeface="华文新魏" panose="02010800040101010101" pitchFamily="2" charset="-122"/>
              </a:rPr>
              <a:t>  1</a:t>
            </a:r>
            <a:r>
              <a:rPr lang="zh-CN" altLang="en-US" sz="1800" b="1" dirty="0">
                <a:solidFill>
                  <a:srgbClr val="FF0000"/>
                </a:solidFill>
                <a:latin typeface="华文新魏" panose="02010800040101010101" pitchFamily="2" charset="-122"/>
                <a:ea typeface="华文新魏" panose="02010800040101010101" pitchFamily="2" charset="-122"/>
              </a:rPr>
              <a:t>.竞争现象</a:t>
            </a:r>
            <a:endParaRPr lang="zh-CN" altLang="en-US" sz="1800" b="1" dirty="0">
              <a:solidFill>
                <a:srgbClr val="FF0000"/>
              </a:solidFill>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a:t>
            </a:r>
            <a:r>
              <a:rPr lang="zh-CN" altLang="en-US" sz="1800" b="1" dirty="0">
                <a:solidFill>
                  <a:srgbClr val="0000FF"/>
                </a:solidFill>
                <a:latin typeface="华文新魏" panose="02010800040101010101" pitchFamily="2" charset="-122"/>
                <a:ea typeface="华文新魏" panose="02010800040101010101" pitchFamily="2" charset="-122"/>
              </a:rPr>
              <a:t>竞争定义：</a:t>
            </a:r>
            <a:r>
              <a:rPr lang="zh-CN" altLang="en-US" sz="1800" b="1" dirty="0">
                <a:latin typeface="华文新魏" panose="02010800040101010101" pitchFamily="2" charset="-122"/>
                <a:ea typeface="华文新魏" panose="02010800040101010101" pitchFamily="2" charset="-122"/>
              </a:rPr>
              <a:t>某一个</a:t>
            </a:r>
            <a:r>
              <a:rPr lang="zh-CN" altLang="en-US" sz="1800" b="1" dirty="0">
                <a:latin typeface="华文新魏" panose="02010800040101010101" pitchFamily="2" charset="-122"/>
                <a:ea typeface="华文新魏" panose="02010800040101010101" pitchFamily="2" charset="-122"/>
              </a:rPr>
              <a:t>信号或同时变化的多个信号，经过不同路径到达某一点时  </a:t>
            </a:r>
            <a:endParaRPr lang="zh-CN" altLang="en-US"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有时差（传输及器件延时等造成的）</a:t>
            </a:r>
            <a:r>
              <a:rPr lang="zh-CN" altLang="en-US" sz="1800" b="1" dirty="0">
                <a:latin typeface="华文新魏" panose="02010800040101010101" pitchFamily="2" charset="-122"/>
                <a:ea typeface="华文新魏" panose="02010800040101010101" pitchFamily="2" charset="-122"/>
              </a:rPr>
              <a:t>，这 种现象称为</a:t>
            </a:r>
            <a:r>
              <a:rPr lang="zh-CN" altLang="en-US" sz="1800" b="1" dirty="0">
                <a:solidFill>
                  <a:srgbClr val="FF0000"/>
                </a:solidFill>
                <a:latin typeface="华文新魏" panose="02010800040101010101" pitchFamily="2" charset="-122"/>
                <a:ea typeface="华文新魏" panose="02010800040101010101" pitchFamily="2" charset="-122"/>
              </a:rPr>
              <a:t>竞争。</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
        <p:nvSpPr>
          <p:cNvPr id="19460" name="Text Box 5"/>
          <p:cNvSpPr txBox="1"/>
          <p:nvPr/>
        </p:nvSpPr>
        <p:spPr>
          <a:xfrm>
            <a:off x="395605" y="3014345"/>
            <a:ext cx="8097520" cy="1074420"/>
          </a:xfrm>
          <a:prstGeom prst="rect">
            <a:avLst/>
          </a:prstGeom>
          <a:noFill/>
          <a:ln w="9525">
            <a:noFill/>
          </a:ln>
        </p:spPr>
        <p:txBody>
          <a:bodyPr wrap="square">
            <a:spAutoFit/>
          </a:bodyPr>
          <a:p>
            <a:pPr eaLnBrk="1" hangingPunct="1">
              <a:lnSpc>
                <a:spcPct val="85000"/>
              </a:lnSpc>
              <a:spcBef>
                <a:spcPct val="50000"/>
              </a:spcBef>
              <a:buFont typeface="Arial" panose="020B0604020202020204" pitchFamily="34" charset="0"/>
            </a:pPr>
            <a:r>
              <a:rPr lang="en-US" altLang="zh-CN" sz="1800" b="1" dirty="0">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0000FF"/>
                </a:solidFill>
                <a:latin typeface="华文新魏" panose="02010800040101010101" pitchFamily="2" charset="-122"/>
                <a:ea typeface="华文新魏" panose="02010800040101010101" pitchFamily="2" charset="-122"/>
              </a:rPr>
              <a:t>竞争分类：</a:t>
            </a:r>
            <a:r>
              <a:rPr lang="zh-CN" altLang="en-US" sz="1800" b="1" dirty="0">
                <a:solidFill>
                  <a:schemeClr val="tx1"/>
                </a:solidFill>
                <a:latin typeface="华文新魏" panose="02010800040101010101" pitchFamily="2" charset="-122"/>
                <a:ea typeface="华文新魏" panose="02010800040101010101" pitchFamily="2" charset="-122"/>
              </a:rPr>
              <a:t>对于有错误输出的竞争称之为</a:t>
            </a:r>
            <a:r>
              <a:rPr lang="zh-CN" altLang="en-US" sz="1800" b="1" u="sng" dirty="0">
                <a:solidFill>
                  <a:srgbClr val="0000FF"/>
                </a:solidFill>
                <a:latin typeface="华文新魏" panose="02010800040101010101" pitchFamily="2" charset="-122"/>
                <a:ea typeface="华文新魏" panose="02010800040101010101" pitchFamily="2" charset="-122"/>
              </a:rPr>
              <a:t>临界竞争</a:t>
            </a:r>
            <a:r>
              <a:rPr lang="zh-CN" altLang="en-US" sz="1800" b="1" dirty="0">
                <a:solidFill>
                  <a:schemeClr val="tx1"/>
                </a:solidFill>
                <a:latin typeface="华文新魏" panose="02010800040101010101" pitchFamily="2" charset="-122"/>
                <a:ea typeface="华文新魏" panose="02010800040101010101" pitchFamily="2" charset="-122"/>
              </a:rPr>
              <a:t>，对于未</a:t>
            </a:r>
            <a:r>
              <a:rPr lang="zh-CN" altLang="en-US" sz="1800" b="1" dirty="0">
                <a:solidFill>
                  <a:schemeClr val="tx1"/>
                </a:solidFill>
                <a:latin typeface="华文新魏" panose="02010800040101010101" pitchFamily="2" charset="-122"/>
                <a:ea typeface="华文新魏" panose="02010800040101010101" pitchFamily="2" charset="-122"/>
                <a:sym typeface="+mn-ea"/>
              </a:rPr>
              <a:t>产生错误输出</a:t>
            </a:r>
            <a:endParaRPr lang="zh-CN" altLang="en-US" sz="1800" b="1" dirty="0">
              <a:solidFill>
                <a:schemeClr val="tx1"/>
              </a:solidFill>
              <a:latin typeface="华文新魏" panose="02010800040101010101" pitchFamily="2" charset="-122"/>
              <a:ea typeface="华文新魏" panose="02010800040101010101" pitchFamily="2" charset="-122"/>
              <a:sym typeface="+mn-ea"/>
            </a:endParaRPr>
          </a:p>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sym typeface="+mn-ea"/>
              </a:rPr>
              <a:t>　　　　　　 的竞</a:t>
            </a:r>
            <a:r>
              <a:rPr lang="zh-CN" altLang="en-US" sz="1800" b="1" dirty="0">
                <a:solidFill>
                  <a:schemeClr val="tx1"/>
                </a:solidFill>
                <a:latin typeface="华文新魏" panose="02010800040101010101" pitchFamily="2" charset="-122"/>
                <a:ea typeface="华文新魏" panose="02010800040101010101" pitchFamily="2" charset="-122"/>
              </a:rPr>
              <a:t>争称之为</a:t>
            </a:r>
            <a:r>
              <a:rPr lang="zh-CN" altLang="en-US" sz="1800" b="1" u="sng" dirty="0">
                <a:solidFill>
                  <a:srgbClr val="0000FF"/>
                </a:solidFill>
                <a:latin typeface="华文新魏" panose="02010800040101010101" pitchFamily="2" charset="-122"/>
                <a:ea typeface="华文新魏" panose="02010800040101010101" pitchFamily="2" charset="-122"/>
              </a:rPr>
              <a:t>非临界竞争</a:t>
            </a:r>
            <a:r>
              <a:rPr lang="zh-CN" altLang="en-US" sz="1800" dirty="0">
                <a:solidFill>
                  <a:schemeClr val="tx1"/>
                </a:solidFill>
                <a:latin typeface="华文新魏" panose="02010800040101010101" pitchFamily="2" charset="-122"/>
                <a:ea typeface="华文新魏" panose="02010800040101010101" pitchFamily="2" charset="-122"/>
              </a:rPr>
              <a:t>。</a:t>
            </a:r>
            <a:endParaRPr lang="zh-CN" altLang="en-US" sz="1800"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14340" name="Text Box 6"/>
          <p:cNvSpPr txBox="1"/>
          <p:nvPr/>
        </p:nvSpPr>
        <p:spPr>
          <a:xfrm>
            <a:off x="1617980" y="4154805"/>
            <a:ext cx="6563360"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例：  出现竞争的电路图和时间图如下页所示。</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7"/>
                                        </p:tgtEl>
                                        <p:attrNameLst>
                                          <p:attrName>style.visibility</p:attrName>
                                        </p:attrNameLst>
                                      </p:cBhvr>
                                      <p:to>
                                        <p:strVal val="visible"/>
                                      </p:to>
                                    </p:set>
                                    <p:anim calcmode="lin" valueType="num">
                                      <p:cBhvr additive="base">
                                        <p:cTn id="7" dur="500" fill="hold"/>
                                        <p:tgtEl>
                                          <p:spTgt spid="14337"/>
                                        </p:tgtEl>
                                        <p:attrNameLst>
                                          <p:attrName>ppt_x</p:attrName>
                                        </p:attrNameLst>
                                      </p:cBhvr>
                                      <p:tavLst>
                                        <p:tav tm="0">
                                          <p:val>
                                            <p:strVal val="#ppt_x"/>
                                          </p:val>
                                        </p:tav>
                                        <p:tav tm="100000">
                                          <p:val>
                                            <p:strVal val="#ppt_x"/>
                                          </p:val>
                                        </p:tav>
                                      </p:tavLst>
                                    </p:anim>
                                    <p:anim calcmode="lin" valueType="num">
                                      <p:cBhvr additive="base">
                                        <p:cTn id="8" dur="500" fill="hold"/>
                                        <p:tgtEl>
                                          <p:spTgt spid="1433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38">
                                            <p:txEl>
                                              <p:pRg st="0" end="0"/>
                                            </p:txEl>
                                          </p:spTgt>
                                        </p:tgtEl>
                                        <p:attrNameLst>
                                          <p:attrName>style.visibility</p:attrName>
                                        </p:attrNameLst>
                                      </p:cBhvr>
                                      <p:to>
                                        <p:strVal val="visible"/>
                                      </p:to>
                                    </p:set>
                                    <p:anim calcmode="lin" valueType="num">
                                      <p:cBhvr additive="base">
                                        <p:cTn id="13" dur="500" fill="hold"/>
                                        <p:tgtEl>
                                          <p:spTgt spid="1433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3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38">
                                            <p:txEl>
                                              <p:pRg st="1" end="1"/>
                                            </p:txEl>
                                          </p:spTgt>
                                        </p:tgtEl>
                                        <p:attrNameLst>
                                          <p:attrName>style.visibility</p:attrName>
                                        </p:attrNameLst>
                                      </p:cBhvr>
                                      <p:to>
                                        <p:strVal val="visible"/>
                                      </p:to>
                                    </p:set>
                                    <p:anim calcmode="lin" valueType="num">
                                      <p:cBhvr additive="base">
                                        <p:cTn id="19" dur="500" fill="hold"/>
                                        <p:tgtEl>
                                          <p:spTgt spid="14338">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33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338">
                                            <p:txEl>
                                              <p:pRg st="2" end="2"/>
                                            </p:txEl>
                                          </p:spTgt>
                                        </p:tgtEl>
                                        <p:attrNameLst>
                                          <p:attrName>style.visibility</p:attrName>
                                        </p:attrNameLst>
                                      </p:cBhvr>
                                      <p:to>
                                        <p:strVal val="visible"/>
                                      </p:to>
                                    </p:set>
                                    <p:anim calcmode="lin" valueType="num">
                                      <p:cBhvr additive="base">
                                        <p:cTn id="25" dur="500" fill="hold"/>
                                        <p:tgtEl>
                                          <p:spTgt spid="14338">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33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460"/>
                                        </p:tgtEl>
                                        <p:attrNameLst>
                                          <p:attrName>style.visibility</p:attrName>
                                        </p:attrNameLst>
                                      </p:cBhvr>
                                      <p:to>
                                        <p:strVal val="visible"/>
                                      </p:to>
                                    </p:set>
                                    <p:anim calcmode="lin" valueType="num">
                                      <p:cBhvr additive="base">
                                        <p:cTn id="31" dur="500" fill="hold"/>
                                        <p:tgtEl>
                                          <p:spTgt spid="19460"/>
                                        </p:tgtEl>
                                        <p:attrNameLst>
                                          <p:attrName>ppt_x</p:attrName>
                                        </p:attrNameLst>
                                      </p:cBhvr>
                                      <p:tavLst>
                                        <p:tav tm="0">
                                          <p:val>
                                            <p:strVal val="#ppt_x"/>
                                          </p:val>
                                        </p:tav>
                                        <p:tav tm="100000">
                                          <p:val>
                                            <p:strVal val="#ppt_x"/>
                                          </p:val>
                                        </p:tav>
                                      </p:tavLst>
                                    </p:anim>
                                    <p:anim calcmode="lin" valueType="num">
                                      <p:cBhvr additive="base">
                                        <p:cTn id="32" dur="500" fill="hold"/>
                                        <p:tgtEl>
                                          <p:spTgt spid="1946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340"/>
                                        </p:tgtEl>
                                        <p:attrNameLst>
                                          <p:attrName>style.visibility</p:attrName>
                                        </p:attrNameLst>
                                      </p:cBhvr>
                                      <p:to>
                                        <p:strVal val="visible"/>
                                      </p:to>
                                    </p:set>
                                    <p:anim calcmode="lin" valueType="num">
                                      <p:cBhvr additive="base">
                                        <p:cTn id="37" dur="500" fill="hold"/>
                                        <p:tgtEl>
                                          <p:spTgt spid="14340"/>
                                        </p:tgtEl>
                                        <p:attrNameLst>
                                          <p:attrName>ppt_x</p:attrName>
                                        </p:attrNameLst>
                                      </p:cBhvr>
                                      <p:tavLst>
                                        <p:tav tm="0">
                                          <p:val>
                                            <p:strVal val="#ppt_x"/>
                                          </p:val>
                                        </p:tav>
                                        <p:tav tm="100000">
                                          <p:val>
                                            <p:strVal val="#ppt_x"/>
                                          </p:val>
                                        </p:tav>
                                      </p:tavLst>
                                    </p:anim>
                                    <p:anim calcmode="lin" valueType="num">
                                      <p:cBhvr additive="base">
                                        <p:cTn id="38" dur="500" fill="hold"/>
                                        <p:tgtEl>
                                          <p:spTgt spid="143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7" grpId="0"/>
      <p:bldP spid="14337" grpId="1"/>
      <p:bldP spid="14338" grpId="0" build="p"/>
      <p:bldP spid="14338" grpId="1" build="p"/>
      <p:bldP spid="19460" grpId="0"/>
      <p:bldP spid="19460" grpId="1"/>
      <p:bldP spid="14340" grpId="0"/>
      <p:bldP spid="14340"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3"/>
          <p:cNvSpPr>
            <a:spLocks noGrp="1"/>
          </p:cNvSpPr>
          <p:nvPr>
            <p:ph type="title"/>
          </p:nvPr>
        </p:nvSpPr>
        <p:spPr>
          <a:xfrm>
            <a:off x="428625" y="769938"/>
            <a:ext cx="1219200" cy="457200"/>
          </a:xfrm>
          <a:noFill/>
          <a:ln>
            <a:noFill/>
          </a:ln>
        </p:spPr>
        <p:txBody>
          <a:bodyPr/>
          <a:p>
            <a:pPr eaLnBrk="1" hangingPunct="1"/>
            <a:r>
              <a:rPr lang="zh-CN" altLang="en-US" sz="2000" b="1" dirty="0">
                <a:latin typeface="黑体" panose="02010609060101010101" pitchFamily="49" charset="-122"/>
                <a:ea typeface="黑体" panose="02010609060101010101" pitchFamily="49" charset="-122"/>
              </a:rPr>
              <a:t>例</a:t>
            </a:r>
            <a:endParaRPr lang="zh-CN" altLang="en-US" sz="2000" b="1" dirty="0">
              <a:latin typeface="黑体" panose="02010609060101010101" pitchFamily="49" charset="-122"/>
              <a:ea typeface="黑体" panose="02010609060101010101" pitchFamily="49" charset="-122"/>
            </a:endParaRPr>
          </a:p>
        </p:txBody>
      </p:sp>
      <p:sp>
        <p:nvSpPr>
          <p:cNvPr id="20483" name="Rectangle 4"/>
          <p:cNvSpPr>
            <a:spLocks noGrp="1"/>
          </p:cNvSpPr>
          <p:nvPr>
            <p:ph idx="1"/>
          </p:nvPr>
        </p:nvSpPr>
        <p:spPr>
          <a:xfrm>
            <a:off x="1571625" y="769938"/>
            <a:ext cx="5737225" cy="539750"/>
          </a:xfrm>
          <a:noFill/>
          <a:ln>
            <a:noFill/>
          </a:ln>
        </p:spPr>
        <p:txBody>
          <a:bodyPr/>
          <a:p>
            <a:pPr eaLnBrk="1" hangingPunct="1">
              <a:spcBef>
                <a:spcPct val="50000"/>
              </a:spcBef>
              <a:buNone/>
            </a:pPr>
            <a:r>
              <a:rPr lang="en-US" altLang="zh-CN" sz="2000" b="1" dirty="0"/>
              <a:t>F = AC + BC  </a:t>
            </a:r>
            <a:r>
              <a:rPr lang="zh-CN" altLang="en-US" sz="2000" b="1" dirty="0"/>
              <a:t>且   </a:t>
            </a:r>
            <a:r>
              <a:rPr lang="en-US" altLang="zh-CN" sz="2000" b="1" dirty="0"/>
              <a:t>A = B = 1   </a:t>
            </a:r>
            <a:r>
              <a:rPr lang="zh-CN" altLang="en-US" sz="2000" b="1" dirty="0"/>
              <a:t>，则逻辑上：</a:t>
            </a:r>
            <a:r>
              <a:rPr lang="en-US" altLang="zh-CN" sz="2000" b="1" dirty="0"/>
              <a:t>F= C+C=1</a:t>
            </a:r>
            <a:endParaRPr lang="en-US" altLang="zh-CN" sz="2000" b="1" dirty="0"/>
          </a:p>
        </p:txBody>
      </p:sp>
      <p:sp>
        <p:nvSpPr>
          <p:cNvPr id="21508" name="Line 5"/>
          <p:cNvSpPr/>
          <p:nvPr/>
        </p:nvSpPr>
        <p:spPr>
          <a:xfrm>
            <a:off x="2533650" y="534988"/>
            <a:ext cx="228600" cy="0"/>
          </a:xfrm>
          <a:prstGeom prst="line">
            <a:avLst/>
          </a:prstGeom>
          <a:ln w="9525" cap="flat" cmpd="sng">
            <a:solidFill>
              <a:schemeClr val="bg1"/>
            </a:solidFill>
            <a:prstDash val="solid"/>
            <a:headEnd type="none" w="med" len="med"/>
            <a:tailEnd type="none" w="med" len="med"/>
          </a:ln>
        </p:spPr>
      </p:sp>
      <p:grpSp>
        <p:nvGrpSpPr>
          <p:cNvPr id="20485" name="Group 202"/>
          <p:cNvGrpSpPr/>
          <p:nvPr/>
        </p:nvGrpSpPr>
        <p:grpSpPr>
          <a:xfrm>
            <a:off x="4622800" y="1444625"/>
            <a:ext cx="3765550" cy="3143250"/>
            <a:chOff x="2880" y="1056"/>
            <a:chExt cx="2880" cy="2640"/>
          </a:xfrm>
        </p:grpSpPr>
        <p:grpSp>
          <p:nvGrpSpPr>
            <p:cNvPr id="21552" name="Group 81"/>
            <p:cNvGrpSpPr/>
            <p:nvPr/>
          </p:nvGrpSpPr>
          <p:grpSpPr>
            <a:xfrm>
              <a:off x="2880" y="1056"/>
              <a:ext cx="2880" cy="2640"/>
              <a:chOff x="2880" y="1536"/>
              <a:chExt cx="2880" cy="2640"/>
            </a:xfrm>
          </p:grpSpPr>
          <p:sp>
            <p:nvSpPr>
              <p:cNvPr id="21601" name="Rectangle 82"/>
              <p:cNvSpPr/>
              <p:nvPr/>
            </p:nvSpPr>
            <p:spPr>
              <a:xfrm>
                <a:off x="2880" y="1536"/>
                <a:ext cx="2880" cy="264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nvGrpSpPr>
              <p:cNvPr id="21602" name="Group 83"/>
              <p:cNvGrpSpPr/>
              <p:nvPr/>
            </p:nvGrpSpPr>
            <p:grpSpPr>
              <a:xfrm>
                <a:off x="3072" y="1575"/>
                <a:ext cx="2400" cy="384"/>
                <a:chOff x="3072" y="1047"/>
                <a:chExt cx="2400" cy="384"/>
              </a:xfrm>
            </p:grpSpPr>
            <p:sp>
              <p:nvSpPr>
                <p:cNvPr id="21606" name="Line 84"/>
                <p:cNvSpPr/>
                <p:nvPr/>
              </p:nvSpPr>
              <p:spPr>
                <a:xfrm>
                  <a:off x="3408" y="1200"/>
                  <a:ext cx="2064" cy="0"/>
                </a:xfrm>
                <a:prstGeom prst="line">
                  <a:avLst/>
                </a:prstGeom>
                <a:ln w="38100" cap="flat" cmpd="sng">
                  <a:solidFill>
                    <a:schemeClr val="tx1"/>
                  </a:solidFill>
                  <a:prstDash val="solid"/>
                  <a:headEnd type="none" w="med" len="med"/>
                  <a:tailEnd type="none" w="med" len="med"/>
                </a:ln>
              </p:spPr>
            </p:sp>
            <p:sp>
              <p:nvSpPr>
                <p:cNvPr id="21607" name="Text Box 85"/>
                <p:cNvSpPr txBox="1"/>
                <p:nvPr/>
              </p:nvSpPr>
              <p:spPr>
                <a:xfrm>
                  <a:off x="3072" y="1047"/>
                  <a:ext cx="240" cy="38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chemeClr val="tx1"/>
                      </a:solidFill>
                      <a:latin typeface="Times New Roman" panose="02020603050405020304" pitchFamily="18" charset="0"/>
                    </a:rPr>
                    <a:t>A</a:t>
                  </a:r>
                  <a:endParaRPr lang="en-US" altLang="zh-CN" sz="2400" dirty="0">
                    <a:solidFill>
                      <a:schemeClr val="tx1"/>
                    </a:solidFill>
                    <a:latin typeface="Times New Roman" panose="02020603050405020304" pitchFamily="18" charset="0"/>
                  </a:endParaRPr>
                </a:p>
              </p:txBody>
            </p:sp>
          </p:grpSp>
          <p:grpSp>
            <p:nvGrpSpPr>
              <p:cNvPr id="21603" name="Group 86"/>
              <p:cNvGrpSpPr/>
              <p:nvPr/>
            </p:nvGrpSpPr>
            <p:grpSpPr>
              <a:xfrm>
                <a:off x="3072" y="1878"/>
                <a:ext cx="2400" cy="384"/>
                <a:chOff x="3072" y="1350"/>
                <a:chExt cx="2400" cy="384"/>
              </a:xfrm>
            </p:grpSpPr>
            <p:sp>
              <p:nvSpPr>
                <p:cNvPr id="21604" name="Line 87"/>
                <p:cNvSpPr/>
                <p:nvPr/>
              </p:nvSpPr>
              <p:spPr>
                <a:xfrm>
                  <a:off x="3408" y="1440"/>
                  <a:ext cx="2064" cy="0"/>
                </a:xfrm>
                <a:prstGeom prst="line">
                  <a:avLst/>
                </a:prstGeom>
                <a:ln w="38100" cap="flat" cmpd="sng">
                  <a:solidFill>
                    <a:schemeClr val="tx1"/>
                  </a:solidFill>
                  <a:prstDash val="solid"/>
                  <a:headEnd type="none" w="med" len="med"/>
                  <a:tailEnd type="none" w="med" len="med"/>
                </a:ln>
              </p:spPr>
            </p:sp>
            <p:sp>
              <p:nvSpPr>
                <p:cNvPr id="21605" name="Text Box 88"/>
                <p:cNvSpPr txBox="1"/>
                <p:nvPr/>
              </p:nvSpPr>
              <p:spPr>
                <a:xfrm>
                  <a:off x="3072" y="1350"/>
                  <a:ext cx="240" cy="38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chemeClr val="tx1"/>
                      </a:solidFill>
                      <a:latin typeface="Times New Roman" panose="02020603050405020304" pitchFamily="18" charset="0"/>
                    </a:rPr>
                    <a:t>B</a:t>
                  </a:r>
                  <a:endParaRPr lang="en-US" altLang="zh-CN" sz="2400" dirty="0">
                    <a:solidFill>
                      <a:schemeClr val="tx1"/>
                    </a:solidFill>
                    <a:latin typeface="Times New Roman" panose="02020603050405020304" pitchFamily="18" charset="0"/>
                  </a:endParaRPr>
                </a:p>
              </p:txBody>
            </p:sp>
          </p:grpSp>
        </p:grpSp>
        <p:grpSp>
          <p:nvGrpSpPr>
            <p:cNvPr id="21553" name="Group 89"/>
            <p:cNvGrpSpPr/>
            <p:nvPr/>
          </p:nvGrpSpPr>
          <p:grpSpPr>
            <a:xfrm>
              <a:off x="3072" y="1688"/>
              <a:ext cx="1266" cy="384"/>
              <a:chOff x="3072" y="2168"/>
              <a:chExt cx="1266" cy="384"/>
            </a:xfrm>
          </p:grpSpPr>
          <p:sp>
            <p:nvSpPr>
              <p:cNvPr id="21597" name="Line 90"/>
              <p:cNvSpPr/>
              <p:nvPr/>
            </p:nvSpPr>
            <p:spPr>
              <a:xfrm>
                <a:off x="3408" y="2256"/>
                <a:ext cx="336" cy="0"/>
              </a:xfrm>
              <a:prstGeom prst="line">
                <a:avLst/>
              </a:prstGeom>
              <a:ln w="38100" cap="flat" cmpd="sng">
                <a:solidFill>
                  <a:srgbClr val="FF0000"/>
                </a:solidFill>
                <a:prstDash val="solid"/>
                <a:headEnd type="none" w="med" len="med"/>
                <a:tailEnd type="none" w="med" len="med"/>
              </a:ln>
            </p:spPr>
          </p:sp>
          <p:sp>
            <p:nvSpPr>
              <p:cNvPr id="21598" name="Line 91"/>
              <p:cNvSpPr/>
              <p:nvPr/>
            </p:nvSpPr>
            <p:spPr>
              <a:xfrm>
                <a:off x="3744" y="2448"/>
                <a:ext cx="594" cy="0"/>
              </a:xfrm>
              <a:prstGeom prst="line">
                <a:avLst/>
              </a:prstGeom>
              <a:ln w="38100" cap="flat" cmpd="sng">
                <a:solidFill>
                  <a:srgbClr val="FF0000"/>
                </a:solidFill>
                <a:prstDash val="solid"/>
                <a:headEnd type="none" w="med" len="med"/>
                <a:tailEnd type="none" w="med" len="med"/>
              </a:ln>
            </p:spPr>
          </p:sp>
          <p:sp>
            <p:nvSpPr>
              <p:cNvPr id="21599" name="Line 92"/>
              <p:cNvSpPr/>
              <p:nvPr/>
            </p:nvSpPr>
            <p:spPr>
              <a:xfrm>
                <a:off x="3744" y="2256"/>
                <a:ext cx="0" cy="190"/>
              </a:xfrm>
              <a:prstGeom prst="line">
                <a:avLst/>
              </a:prstGeom>
              <a:ln w="38100" cap="flat" cmpd="sng">
                <a:solidFill>
                  <a:srgbClr val="FF0000"/>
                </a:solidFill>
                <a:prstDash val="solid"/>
                <a:headEnd type="none" w="med" len="med"/>
                <a:tailEnd type="none" w="med" len="med"/>
              </a:ln>
            </p:spPr>
          </p:sp>
          <p:sp>
            <p:nvSpPr>
              <p:cNvPr id="21600" name="Text Box 93"/>
              <p:cNvSpPr txBox="1"/>
              <p:nvPr/>
            </p:nvSpPr>
            <p:spPr>
              <a:xfrm>
                <a:off x="3072" y="2168"/>
                <a:ext cx="240" cy="38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C</a:t>
                </a:r>
                <a:endParaRPr lang="en-US" altLang="zh-CN" sz="2400" b="1" dirty="0">
                  <a:solidFill>
                    <a:schemeClr val="tx1"/>
                  </a:solidFill>
                  <a:latin typeface="Times New Roman" panose="02020603050405020304" pitchFamily="18" charset="0"/>
                </a:endParaRPr>
              </a:p>
            </p:txBody>
          </p:sp>
        </p:grpSp>
        <p:grpSp>
          <p:nvGrpSpPr>
            <p:cNvPr id="21554" name="Group 94"/>
            <p:cNvGrpSpPr/>
            <p:nvPr/>
          </p:nvGrpSpPr>
          <p:grpSpPr>
            <a:xfrm>
              <a:off x="3072" y="2112"/>
              <a:ext cx="1390" cy="384"/>
              <a:chOff x="3072" y="2592"/>
              <a:chExt cx="1390" cy="384"/>
            </a:xfrm>
          </p:grpSpPr>
          <p:sp>
            <p:nvSpPr>
              <p:cNvPr id="21592" name="Line 95"/>
              <p:cNvSpPr/>
              <p:nvPr/>
            </p:nvSpPr>
            <p:spPr>
              <a:xfrm>
                <a:off x="3850" y="2612"/>
                <a:ext cx="612" cy="0"/>
              </a:xfrm>
              <a:prstGeom prst="line">
                <a:avLst/>
              </a:prstGeom>
              <a:ln w="38100" cap="flat" cmpd="sng">
                <a:solidFill>
                  <a:schemeClr val="accent2"/>
                </a:solidFill>
                <a:prstDash val="solid"/>
                <a:headEnd type="none" w="med" len="med"/>
                <a:tailEnd type="none" w="med" len="med"/>
              </a:ln>
            </p:spPr>
          </p:sp>
          <p:sp>
            <p:nvSpPr>
              <p:cNvPr id="21593" name="Line 96"/>
              <p:cNvSpPr/>
              <p:nvPr/>
            </p:nvSpPr>
            <p:spPr>
              <a:xfrm>
                <a:off x="3418" y="2804"/>
                <a:ext cx="432" cy="0"/>
              </a:xfrm>
              <a:prstGeom prst="line">
                <a:avLst/>
              </a:prstGeom>
              <a:ln w="38100" cap="flat" cmpd="sng">
                <a:solidFill>
                  <a:schemeClr val="accent2"/>
                </a:solidFill>
                <a:prstDash val="solid"/>
                <a:headEnd type="none" w="med" len="med"/>
                <a:tailEnd type="none" w="med" len="med"/>
              </a:ln>
            </p:spPr>
          </p:sp>
          <p:sp>
            <p:nvSpPr>
              <p:cNvPr id="21594" name="Line 97"/>
              <p:cNvSpPr/>
              <p:nvPr/>
            </p:nvSpPr>
            <p:spPr>
              <a:xfrm>
                <a:off x="3850" y="2612"/>
                <a:ext cx="0" cy="192"/>
              </a:xfrm>
              <a:prstGeom prst="line">
                <a:avLst/>
              </a:prstGeom>
              <a:ln w="38100" cap="flat" cmpd="sng">
                <a:solidFill>
                  <a:schemeClr val="accent2"/>
                </a:solidFill>
                <a:prstDash val="solid"/>
                <a:headEnd type="none" w="med" len="med"/>
                <a:tailEnd type="none" w="med" len="med"/>
              </a:ln>
            </p:spPr>
          </p:sp>
          <p:sp>
            <p:nvSpPr>
              <p:cNvPr id="21595" name="Text Box 98"/>
              <p:cNvSpPr txBox="1"/>
              <p:nvPr/>
            </p:nvSpPr>
            <p:spPr>
              <a:xfrm>
                <a:off x="3072" y="2592"/>
                <a:ext cx="240" cy="38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chemeClr val="tx1"/>
                    </a:solidFill>
                    <a:latin typeface="Times New Roman" panose="02020603050405020304" pitchFamily="18" charset="0"/>
                  </a:rPr>
                  <a:t>C</a:t>
                </a:r>
                <a:endParaRPr lang="en-US" altLang="zh-CN" sz="2400" dirty="0">
                  <a:solidFill>
                    <a:schemeClr val="tx1"/>
                  </a:solidFill>
                  <a:latin typeface="Times New Roman" panose="02020603050405020304" pitchFamily="18" charset="0"/>
                </a:endParaRPr>
              </a:p>
            </p:txBody>
          </p:sp>
          <p:sp>
            <p:nvSpPr>
              <p:cNvPr id="21596" name="Line 99"/>
              <p:cNvSpPr/>
              <p:nvPr/>
            </p:nvSpPr>
            <p:spPr>
              <a:xfrm>
                <a:off x="3150" y="2640"/>
                <a:ext cx="144" cy="0"/>
              </a:xfrm>
              <a:prstGeom prst="line">
                <a:avLst/>
              </a:prstGeom>
              <a:ln w="12700" cap="flat" cmpd="sng">
                <a:solidFill>
                  <a:srgbClr val="FF0000"/>
                </a:solidFill>
                <a:prstDash val="solid"/>
                <a:headEnd type="none" w="med" len="med"/>
                <a:tailEnd type="none" w="med" len="med"/>
              </a:ln>
            </p:spPr>
          </p:sp>
        </p:grpSp>
        <p:grpSp>
          <p:nvGrpSpPr>
            <p:cNvPr id="21555" name="Group 100"/>
            <p:cNvGrpSpPr/>
            <p:nvPr/>
          </p:nvGrpSpPr>
          <p:grpSpPr>
            <a:xfrm>
              <a:off x="2932" y="2784"/>
              <a:ext cx="1677" cy="384"/>
              <a:chOff x="2932" y="3264"/>
              <a:chExt cx="1677" cy="384"/>
            </a:xfrm>
          </p:grpSpPr>
          <p:sp>
            <p:nvSpPr>
              <p:cNvPr id="21587" name="Line 101"/>
              <p:cNvSpPr/>
              <p:nvPr/>
            </p:nvSpPr>
            <p:spPr>
              <a:xfrm>
                <a:off x="3398" y="3504"/>
                <a:ext cx="576" cy="0"/>
              </a:xfrm>
              <a:prstGeom prst="line">
                <a:avLst/>
              </a:prstGeom>
              <a:ln w="38100" cap="flat" cmpd="sng">
                <a:solidFill>
                  <a:srgbClr val="FF00FF"/>
                </a:solidFill>
                <a:prstDash val="solid"/>
                <a:headEnd type="none" w="med" len="med"/>
                <a:tailEnd type="none" w="med" len="med"/>
              </a:ln>
            </p:spPr>
          </p:sp>
          <p:sp>
            <p:nvSpPr>
              <p:cNvPr id="21588" name="Line 102"/>
              <p:cNvSpPr/>
              <p:nvPr/>
            </p:nvSpPr>
            <p:spPr>
              <a:xfrm>
                <a:off x="3974" y="3312"/>
                <a:ext cx="635" cy="0"/>
              </a:xfrm>
              <a:prstGeom prst="line">
                <a:avLst/>
              </a:prstGeom>
              <a:ln w="38100" cap="flat" cmpd="sng">
                <a:solidFill>
                  <a:srgbClr val="FF00FF"/>
                </a:solidFill>
                <a:prstDash val="solid"/>
                <a:headEnd type="none" w="med" len="med"/>
                <a:tailEnd type="none" w="med" len="med"/>
              </a:ln>
            </p:spPr>
          </p:sp>
          <p:sp>
            <p:nvSpPr>
              <p:cNvPr id="21589" name="Line 103"/>
              <p:cNvSpPr/>
              <p:nvPr/>
            </p:nvSpPr>
            <p:spPr>
              <a:xfrm>
                <a:off x="3974" y="3312"/>
                <a:ext cx="0" cy="192"/>
              </a:xfrm>
              <a:prstGeom prst="line">
                <a:avLst/>
              </a:prstGeom>
              <a:ln w="38100" cap="flat" cmpd="sng">
                <a:solidFill>
                  <a:srgbClr val="FF00FF"/>
                </a:solidFill>
                <a:prstDash val="solid"/>
                <a:headEnd type="none" w="med" len="med"/>
                <a:tailEnd type="none" w="med" len="med"/>
              </a:ln>
            </p:spPr>
          </p:sp>
          <p:sp>
            <p:nvSpPr>
              <p:cNvPr id="21590" name="Text Box 104"/>
              <p:cNvSpPr txBox="1"/>
              <p:nvPr/>
            </p:nvSpPr>
            <p:spPr>
              <a:xfrm>
                <a:off x="2932" y="3264"/>
                <a:ext cx="826" cy="38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chemeClr val="tx1"/>
                    </a:solidFill>
                    <a:latin typeface="Times New Roman" panose="02020603050405020304" pitchFamily="18" charset="0"/>
                  </a:rPr>
                  <a:t>AC</a:t>
                </a:r>
                <a:endParaRPr lang="en-US" altLang="zh-CN" sz="2400" dirty="0">
                  <a:solidFill>
                    <a:schemeClr val="tx1"/>
                  </a:solidFill>
                  <a:latin typeface="Times New Roman" panose="02020603050405020304" pitchFamily="18" charset="0"/>
                </a:endParaRPr>
              </a:p>
            </p:txBody>
          </p:sp>
          <p:sp>
            <p:nvSpPr>
              <p:cNvPr id="21591" name="Line 105"/>
              <p:cNvSpPr/>
              <p:nvPr/>
            </p:nvSpPr>
            <p:spPr>
              <a:xfrm>
                <a:off x="3168" y="3312"/>
                <a:ext cx="144" cy="0"/>
              </a:xfrm>
              <a:prstGeom prst="line">
                <a:avLst/>
              </a:prstGeom>
              <a:ln w="12700" cap="flat" cmpd="sng">
                <a:solidFill>
                  <a:srgbClr val="FF0000"/>
                </a:solidFill>
                <a:prstDash val="solid"/>
                <a:headEnd type="none" w="med" len="med"/>
                <a:tailEnd type="none" w="med" len="med"/>
              </a:ln>
            </p:spPr>
          </p:sp>
        </p:grpSp>
        <p:sp>
          <p:nvSpPr>
            <p:cNvPr id="21556" name="Line 106"/>
            <p:cNvSpPr/>
            <p:nvPr/>
          </p:nvSpPr>
          <p:spPr>
            <a:xfrm>
              <a:off x="3734" y="1962"/>
              <a:ext cx="0" cy="1446"/>
            </a:xfrm>
            <a:prstGeom prst="line">
              <a:avLst/>
            </a:prstGeom>
            <a:ln w="9525" cap="flat" cmpd="sng">
              <a:solidFill>
                <a:srgbClr val="FF0000"/>
              </a:solidFill>
              <a:prstDash val="dash"/>
              <a:headEnd type="none" w="med" len="med"/>
              <a:tailEnd type="none" w="med" len="med"/>
            </a:ln>
          </p:spPr>
        </p:sp>
        <p:sp>
          <p:nvSpPr>
            <p:cNvPr id="21557" name="Line 107"/>
            <p:cNvSpPr/>
            <p:nvPr/>
          </p:nvSpPr>
          <p:spPr>
            <a:xfrm>
              <a:off x="3860" y="2208"/>
              <a:ext cx="0" cy="1174"/>
            </a:xfrm>
            <a:prstGeom prst="line">
              <a:avLst/>
            </a:prstGeom>
            <a:ln w="9525" cap="flat" cmpd="sng">
              <a:solidFill>
                <a:schemeClr val="accent2"/>
              </a:solidFill>
              <a:prstDash val="dash"/>
              <a:headEnd type="none" w="med" len="med"/>
              <a:tailEnd type="none" w="med" len="med"/>
            </a:ln>
          </p:spPr>
        </p:sp>
        <p:sp>
          <p:nvSpPr>
            <p:cNvPr id="21558" name="Line 108"/>
            <p:cNvSpPr/>
            <p:nvPr/>
          </p:nvSpPr>
          <p:spPr>
            <a:xfrm>
              <a:off x="3973" y="2928"/>
              <a:ext cx="0" cy="480"/>
            </a:xfrm>
            <a:prstGeom prst="line">
              <a:avLst/>
            </a:prstGeom>
            <a:ln w="9525" cap="flat" cmpd="sng">
              <a:solidFill>
                <a:srgbClr val="FF00FF"/>
              </a:solidFill>
              <a:prstDash val="dash"/>
              <a:headEnd type="none" w="med" len="med"/>
              <a:tailEnd type="none" w="med" len="med"/>
            </a:ln>
          </p:spPr>
        </p:sp>
        <p:grpSp>
          <p:nvGrpSpPr>
            <p:cNvPr id="21559" name="Group 109"/>
            <p:cNvGrpSpPr/>
            <p:nvPr/>
          </p:nvGrpSpPr>
          <p:grpSpPr>
            <a:xfrm>
              <a:off x="4332" y="1776"/>
              <a:ext cx="1084" cy="192"/>
              <a:chOff x="4368" y="2256"/>
              <a:chExt cx="1084" cy="192"/>
            </a:xfrm>
          </p:grpSpPr>
          <p:sp>
            <p:nvSpPr>
              <p:cNvPr id="21585" name="Line 110"/>
              <p:cNvSpPr/>
              <p:nvPr/>
            </p:nvSpPr>
            <p:spPr>
              <a:xfrm flipV="1">
                <a:off x="4368" y="2256"/>
                <a:ext cx="0" cy="192"/>
              </a:xfrm>
              <a:prstGeom prst="line">
                <a:avLst/>
              </a:prstGeom>
              <a:ln w="38100" cap="flat" cmpd="sng">
                <a:solidFill>
                  <a:srgbClr val="FF3300"/>
                </a:solidFill>
                <a:prstDash val="solid"/>
                <a:headEnd type="none" w="med" len="med"/>
                <a:tailEnd type="none" w="med" len="med"/>
              </a:ln>
            </p:spPr>
          </p:sp>
          <p:sp>
            <p:nvSpPr>
              <p:cNvPr id="21586" name="Line 111"/>
              <p:cNvSpPr/>
              <p:nvPr/>
            </p:nvSpPr>
            <p:spPr>
              <a:xfrm>
                <a:off x="4368" y="2256"/>
                <a:ext cx="1084" cy="0"/>
              </a:xfrm>
              <a:prstGeom prst="line">
                <a:avLst/>
              </a:prstGeom>
              <a:ln w="38100" cap="flat" cmpd="sng">
                <a:solidFill>
                  <a:srgbClr val="FF3300"/>
                </a:solidFill>
                <a:prstDash val="solid"/>
                <a:headEnd type="none" w="med" len="med"/>
                <a:tailEnd type="none" w="med" len="med"/>
              </a:ln>
            </p:spPr>
          </p:sp>
        </p:grpSp>
        <p:sp>
          <p:nvSpPr>
            <p:cNvPr id="21560" name="Line 112"/>
            <p:cNvSpPr/>
            <p:nvPr/>
          </p:nvSpPr>
          <p:spPr>
            <a:xfrm>
              <a:off x="4332" y="1968"/>
              <a:ext cx="0" cy="1440"/>
            </a:xfrm>
            <a:prstGeom prst="line">
              <a:avLst/>
            </a:prstGeom>
            <a:ln w="9525" cap="flat" cmpd="sng">
              <a:solidFill>
                <a:srgbClr val="FF3300"/>
              </a:solidFill>
              <a:prstDash val="dash"/>
              <a:headEnd type="none" w="med" len="med"/>
              <a:tailEnd type="none" w="med" len="med"/>
            </a:ln>
          </p:spPr>
        </p:sp>
        <p:sp>
          <p:nvSpPr>
            <p:cNvPr id="21561" name="Line 113"/>
            <p:cNvSpPr/>
            <p:nvPr/>
          </p:nvSpPr>
          <p:spPr>
            <a:xfrm>
              <a:off x="4464" y="2304"/>
              <a:ext cx="0" cy="1104"/>
            </a:xfrm>
            <a:prstGeom prst="line">
              <a:avLst/>
            </a:prstGeom>
            <a:ln w="9525" cap="flat" cmpd="sng">
              <a:solidFill>
                <a:srgbClr val="3333FF"/>
              </a:solidFill>
              <a:prstDash val="dash"/>
              <a:headEnd type="none" w="med" len="med"/>
              <a:tailEnd type="none" w="med" len="med"/>
            </a:ln>
          </p:spPr>
        </p:sp>
        <p:sp>
          <p:nvSpPr>
            <p:cNvPr id="21562" name="Line 114"/>
            <p:cNvSpPr/>
            <p:nvPr/>
          </p:nvSpPr>
          <p:spPr>
            <a:xfrm>
              <a:off x="4608" y="2880"/>
              <a:ext cx="0" cy="528"/>
            </a:xfrm>
            <a:prstGeom prst="line">
              <a:avLst/>
            </a:prstGeom>
            <a:ln w="9525" cap="flat" cmpd="sng">
              <a:solidFill>
                <a:srgbClr val="FF66FF"/>
              </a:solidFill>
              <a:prstDash val="dash"/>
              <a:headEnd type="none" w="med" len="med"/>
              <a:tailEnd type="none" w="med" len="med"/>
            </a:ln>
          </p:spPr>
        </p:sp>
        <p:grpSp>
          <p:nvGrpSpPr>
            <p:cNvPr id="21563" name="Group 115"/>
            <p:cNvGrpSpPr/>
            <p:nvPr/>
          </p:nvGrpSpPr>
          <p:grpSpPr>
            <a:xfrm>
              <a:off x="4464" y="2124"/>
              <a:ext cx="957" cy="192"/>
              <a:chOff x="4464" y="2604"/>
              <a:chExt cx="957" cy="192"/>
            </a:xfrm>
          </p:grpSpPr>
          <p:sp>
            <p:nvSpPr>
              <p:cNvPr id="21583" name="Line 116"/>
              <p:cNvSpPr/>
              <p:nvPr/>
            </p:nvSpPr>
            <p:spPr>
              <a:xfrm>
                <a:off x="4464" y="2604"/>
                <a:ext cx="0" cy="192"/>
              </a:xfrm>
              <a:prstGeom prst="line">
                <a:avLst/>
              </a:prstGeom>
              <a:ln w="38100" cap="flat" cmpd="sng">
                <a:solidFill>
                  <a:srgbClr val="3333FF"/>
                </a:solidFill>
                <a:prstDash val="solid"/>
                <a:headEnd type="none" w="med" len="med"/>
                <a:tailEnd type="none" w="med" len="med"/>
              </a:ln>
            </p:spPr>
          </p:sp>
          <p:sp>
            <p:nvSpPr>
              <p:cNvPr id="21584" name="Line 117"/>
              <p:cNvSpPr/>
              <p:nvPr/>
            </p:nvSpPr>
            <p:spPr>
              <a:xfrm>
                <a:off x="4464" y="2784"/>
                <a:ext cx="957" cy="0"/>
              </a:xfrm>
              <a:prstGeom prst="line">
                <a:avLst/>
              </a:prstGeom>
              <a:ln w="38100" cap="flat" cmpd="sng">
                <a:solidFill>
                  <a:srgbClr val="3333FF"/>
                </a:solidFill>
                <a:prstDash val="solid"/>
                <a:headEnd type="none" w="med" len="med"/>
                <a:tailEnd type="none" w="med" len="med"/>
              </a:ln>
            </p:spPr>
          </p:sp>
        </p:grpSp>
        <p:grpSp>
          <p:nvGrpSpPr>
            <p:cNvPr id="21564" name="Group 118"/>
            <p:cNvGrpSpPr/>
            <p:nvPr/>
          </p:nvGrpSpPr>
          <p:grpSpPr>
            <a:xfrm>
              <a:off x="4472" y="2496"/>
              <a:ext cx="925" cy="192"/>
              <a:chOff x="4484" y="2976"/>
              <a:chExt cx="925" cy="192"/>
            </a:xfrm>
          </p:grpSpPr>
          <p:sp>
            <p:nvSpPr>
              <p:cNvPr id="21581" name="Line 119"/>
              <p:cNvSpPr/>
              <p:nvPr/>
            </p:nvSpPr>
            <p:spPr>
              <a:xfrm flipV="1">
                <a:off x="4484" y="2976"/>
                <a:ext cx="0" cy="192"/>
              </a:xfrm>
              <a:prstGeom prst="line">
                <a:avLst/>
              </a:prstGeom>
              <a:ln w="38100" cap="flat" cmpd="sng">
                <a:solidFill>
                  <a:srgbClr val="FF9900"/>
                </a:solidFill>
                <a:prstDash val="solid"/>
                <a:headEnd type="none" w="med" len="med"/>
                <a:tailEnd type="none" w="med" len="med"/>
              </a:ln>
            </p:spPr>
          </p:sp>
          <p:sp>
            <p:nvSpPr>
              <p:cNvPr id="21582" name="Line 120"/>
              <p:cNvSpPr/>
              <p:nvPr/>
            </p:nvSpPr>
            <p:spPr>
              <a:xfrm>
                <a:off x="4484" y="2976"/>
                <a:ext cx="925" cy="0"/>
              </a:xfrm>
              <a:prstGeom prst="line">
                <a:avLst/>
              </a:prstGeom>
              <a:ln w="38100" cap="flat" cmpd="sng">
                <a:solidFill>
                  <a:srgbClr val="FF9900"/>
                </a:solidFill>
                <a:prstDash val="solid"/>
                <a:headEnd type="none" w="med" len="med"/>
                <a:tailEnd type="none" w="med" len="med"/>
              </a:ln>
            </p:spPr>
          </p:sp>
        </p:grpSp>
        <p:grpSp>
          <p:nvGrpSpPr>
            <p:cNvPr id="21565" name="Group 121"/>
            <p:cNvGrpSpPr/>
            <p:nvPr/>
          </p:nvGrpSpPr>
          <p:grpSpPr>
            <a:xfrm>
              <a:off x="4611" y="2832"/>
              <a:ext cx="821" cy="192"/>
              <a:chOff x="4611" y="3312"/>
              <a:chExt cx="821" cy="192"/>
            </a:xfrm>
          </p:grpSpPr>
          <p:sp>
            <p:nvSpPr>
              <p:cNvPr id="21579" name="Line 122"/>
              <p:cNvSpPr/>
              <p:nvPr/>
            </p:nvSpPr>
            <p:spPr>
              <a:xfrm>
                <a:off x="4611" y="3312"/>
                <a:ext cx="0" cy="192"/>
              </a:xfrm>
              <a:prstGeom prst="line">
                <a:avLst/>
              </a:prstGeom>
              <a:ln w="38100" cap="flat" cmpd="sng">
                <a:solidFill>
                  <a:srgbClr val="FF66FF"/>
                </a:solidFill>
                <a:prstDash val="solid"/>
                <a:headEnd type="none" w="med" len="med"/>
                <a:tailEnd type="none" w="med" len="med"/>
              </a:ln>
            </p:spPr>
          </p:sp>
          <p:sp>
            <p:nvSpPr>
              <p:cNvPr id="21580" name="Line 123"/>
              <p:cNvSpPr/>
              <p:nvPr/>
            </p:nvSpPr>
            <p:spPr>
              <a:xfrm>
                <a:off x="4611" y="3492"/>
                <a:ext cx="821" cy="0"/>
              </a:xfrm>
              <a:prstGeom prst="line">
                <a:avLst/>
              </a:prstGeom>
              <a:ln w="38100" cap="flat" cmpd="sng">
                <a:solidFill>
                  <a:srgbClr val="FF66FF"/>
                </a:solidFill>
                <a:prstDash val="solid"/>
                <a:headEnd type="none" w="med" len="med"/>
                <a:tailEnd type="none" w="med" len="med"/>
              </a:ln>
            </p:spPr>
          </p:sp>
        </p:grpSp>
        <p:grpSp>
          <p:nvGrpSpPr>
            <p:cNvPr id="21566" name="Group 201"/>
            <p:cNvGrpSpPr/>
            <p:nvPr/>
          </p:nvGrpSpPr>
          <p:grpSpPr>
            <a:xfrm>
              <a:off x="2973" y="2450"/>
              <a:ext cx="1496" cy="384"/>
              <a:chOff x="2973" y="2450"/>
              <a:chExt cx="1496" cy="384"/>
            </a:xfrm>
          </p:grpSpPr>
          <p:sp>
            <p:nvSpPr>
              <p:cNvPr id="21575" name="Text Box 128"/>
              <p:cNvSpPr txBox="1"/>
              <p:nvPr/>
            </p:nvSpPr>
            <p:spPr>
              <a:xfrm>
                <a:off x="2973" y="2450"/>
                <a:ext cx="820" cy="38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chemeClr val="tx1"/>
                    </a:solidFill>
                    <a:latin typeface="Times New Roman" panose="02020603050405020304" pitchFamily="18" charset="0"/>
                  </a:rPr>
                  <a:t>BC</a:t>
                </a:r>
                <a:endParaRPr lang="en-US" altLang="zh-CN" sz="2400" dirty="0">
                  <a:solidFill>
                    <a:schemeClr val="tx1"/>
                  </a:solidFill>
                  <a:latin typeface="Times New Roman" panose="02020603050405020304" pitchFamily="18" charset="0"/>
                </a:endParaRPr>
              </a:p>
            </p:txBody>
          </p:sp>
          <p:sp>
            <p:nvSpPr>
              <p:cNvPr id="21576" name="Line 125"/>
              <p:cNvSpPr/>
              <p:nvPr/>
            </p:nvSpPr>
            <p:spPr>
              <a:xfrm>
                <a:off x="3868" y="2688"/>
                <a:ext cx="601" cy="0"/>
              </a:xfrm>
              <a:prstGeom prst="line">
                <a:avLst/>
              </a:prstGeom>
              <a:ln w="38100" cap="flat" cmpd="sng">
                <a:solidFill>
                  <a:srgbClr val="FF9900"/>
                </a:solidFill>
                <a:prstDash val="solid"/>
                <a:headEnd type="none" w="med" len="med"/>
                <a:tailEnd type="none" w="med" len="med"/>
              </a:ln>
            </p:spPr>
          </p:sp>
          <p:sp>
            <p:nvSpPr>
              <p:cNvPr id="21577" name="Line 126"/>
              <p:cNvSpPr/>
              <p:nvPr/>
            </p:nvSpPr>
            <p:spPr>
              <a:xfrm>
                <a:off x="3436" y="2496"/>
                <a:ext cx="432" cy="0"/>
              </a:xfrm>
              <a:prstGeom prst="line">
                <a:avLst/>
              </a:prstGeom>
              <a:ln w="38100" cap="flat" cmpd="sng">
                <a:solidFill>
                  <a:srgbClr val="FF9900"/>
                </a:solidFill>
                <a:prstDash val="solid"/>
                <a:headEnd type="none" w="med" len="med"/>
                <a:tailEnd type="none" w="med" len="med"/>
              </a:ln>
            </p:spPr>
          </p:sp>
          <p:sp>
            <p:nvSpPr>
              <p:cNvPr id="21578" name="Line 127"/>
              <p:cNvSpPr/>
              <p:nvPr/>
            </p:nvSpPr>
            <p:spPr>
              <a:xfrm>
                <a:off x="3868" y="2496"/>
                <a:ext cx="0" cy="192"/>
              </a:xfrm>
              <a:prstGeom prst="line">
                <a:avLst/>
              </a:prstGeom>
              <a:ln w="38100" cap="flat" cmpd="sng">
                <a:solidFill>
                  <a:srgbClr val="FF9900"/>
                </a:solidFill>
                <a:prstDash val="solid"/>
                <a:headEnd type="none" w="med" len="med"/>
                <a:tailEnd type="none" w="med" len="med"/>
              </a:ln>
            </p:spPr>
          </p:sp>
        </p:grpSp>
        <p:grpSp>
          <p:nvGrpSpPr>
            <p:cNvPr id="21567" name="Group 129"/>
            <p:cNvGrpSpPr/>
            <p:nvPr/>
          </p:nvGrpSpPr>
          <p:grpSpPr>
            <a:xfrm>
              <a:off x="3118" y="3120"/>
              <a:ext cx="1605" cy="384"/>
              <a:chOff x="3118" y="3600"/>
              <a:chExt cx="1605" cy="384"/>
            </a:xfrm>
          </p:grpSpPr>
          <p:sp>
            <p:nvSpPr>
              <p:cNvPr id="21569" name="Line 130"/>
              <p:cNvSpPr/>
              <p:nvPr/>
            </p:nvSpPr>
            <p:spPr>
              <a:xfrm>
                <a:off x="3406" y="3696"/>
                <a:ext cx="576" cy="0"/>
              </a:xfrm>
              <a:prstGeom prst="line">
                <a:avLst/>
              </a:prstGeom>
              <a:ln w="38100" cap="flat" cmpd="sng">
                <a:solidFill>
                  <a:srgbClr val="993300"/>
                </a:solidFill>
                <a:prstDash val="solid"/>
                <a:headEnd type="none" w="med" len="med"/>
                <a:tailEnd type="none" w="med" len="med"/>
              </a:ln>
            </p:spPr>
          </p:sp>
          <p:sp>
            <p:nvSpPr>
              <p:cNvPr id="21570" name="Line 131"/>
              <p:cNvSpPr/>
              <p:nvPr/>
            </p:nvSpPr>
            <p:spPr>
              <a:xfrm>
                <a:off x="4106" y="3696"/>
                <a:ext cx="0" cy="192"/>
              </a:xfrm>
              <a:prstGeom prst="line">
                <a:avLst/>
              </a:prstGeom>
              <a:ln w="38100" cap="flat" cmpd="sng">
                <a:solidFill>
                  <a:srgbClr val="993300"/>
                </a:solidFill>
                <a:prstDash val="solid"/>
                <a:headEnd type="none" w="med" len="med"/>
                <a:tailEnd type="none" w="med" len="med"/>
              </a:ln>
            </p:spPr>
          </p:sp>
          <p:sp>
            <p:nvSpPr>
              <p:cNvPr id="21571" name="Line 132"/>
              <p:cNvSpPr/>
              <p:nvPr/>
            </p:nvSpPr>
            <p:spPr>
              <a:xfrm>
                <a:off x="3982" y="3696"/>
                <a:ext cx="0" cy="192"/>
              </a:xfrm>
              <a:prstGeom prst="line">
                <a:avLst/>
              </a:prstGeom>
              <a:ln w="38100" cap="flat" cmpd="sng">
                <a:solidFill>
                  <a:srgbClr val="993300"/>
                </a:solidFill>
                <a:prstDash val="solid"/>
                <a:headEnd type="none" w="med" len="med"/>
                <a:tailEnd type="none" w="med" len="med"/>
              </a:ln>
            </p:spPr>
          </p:sp>
          <p:sp>
            <p:nvSpPr>
              <p:cNvPr id="21572" name="Line 133"/>
              <p:cNvSpPr/>
              <p:nvPr/>
            </p:nvSpPr>
            <p:spPr>
              <a:xfrm>
                <a:off x="3982" y="3878"/>
                <a:ext cx="125" cy="0"/>
              </a:xfrm>
              <a:prstGeom prst="line">
                <a:avLst/>
              </a:prstGeom>
              <a:ln w="38100" cap="flat" cmpd="sng">
                <a:solidFill>
                  <a:srgbClr val="993300"/>
                </a:solidFill>
                <a:prstDash val="solid"/>
                <a:headEnd type="none" w="med" len="med"/>
                <a:tailEnd type="none" w="med" len="med"/>
              </a:ln>
            </p:spPr>
          </p:sp>
          <p:sp>
            <p:nvSpPr>
              <p:cNvPr id="21573" name="Line 134"/>
              <p:cNvSpPr/>
              <p:nvPr/>
            </p:nvSpPr>
            <p:spPr>
              <a:xfrm>
                <a:off x="4106" y="3696"/>
                <a:ext cx="617" cy="0"/>
              </a:xfrm>
              <a:prstGeom prst="line">
                <a:avLst/>
              </a:prstGeom>
              <a:ln w="38100" cap="flat" cmpd="sng">
                <a:solidFill>
                  <a:srgbClr val="993300"/>
                </a:solidFill>
                <a:prstDash val="solid"/>
                <a:headEnd type="none" w="med" len="med"/>
                <a:tailEnd type="none" w="med" len="med"/>
              </a:ln>
            </p:spPr>
          </p:sp>
          <p:sp>
            <p:nvSpPr>
              <p:cNvPr id="21574" name="Text Box 135"/>
              <p:cNvSpPr txBox="1"/>
              <p:nvPr/>
            </p:nvSpPr>
            <p:spPr>
              <a:xfrm>
                <a:off x="3118" y="3600"/>
                <a:ext cx="615" cy="38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chemeClr val="tx1"/>
                    </a:solidFill>
                    <a:latin typeface="Times New Roman" panose="02020603050405020304" pitchFamily="18" charset="0"/>
                  </a:rPr>
                  <a:t>F</a:t>
                </a:r>
                <a:endParaRPr lang="en-US" altLang="zh-CN" sz="2400" dirty="0">
                  <a:solidFill>
                    <a:schemeClr val="tx1"/>
                  </a:solidFill>
                  <a:latin typeface="Times New Roman" panose="02020603050405020304" pitchFamily="18" charset="0"/>
                </a:endParaRPr>
              </a:p>
            </p:txBody>
          </p:sp>
        </p:grpSp>
        <p:sp>
          <p:nvSpPr>
            <p:cNvPr id="21568" name="Line 136"/>
            <p:cNvSpPr/>
            <p:nvPr/>
          </p:nvSpPr>
          <p:spPr>
            <a:xfrm>
              <a:off x="4704" y="3216"/>
              <a:ext cx="720" cy="0"/>
            </a:xfrm>
            <a:prstGeom prst="line">
              <a:avLst/>
            </a:prstGeom>
            <a:ln w="38100" cap="flat" cmpd="sng">
              <a:solidFill>
                <a:srgbClr val="993300"/>
              </a:solidFill>
              <a:prstDash val="solid"/>
              <a:headEnd type="none" w="med" len="med"/>
              <a:tailEnd type="none" w="med" len="med"/>
            </a:ln>
          </p:spPr>
        </p:sp>
      </p:grpSp>
      <p:grpSp>
        <p:nvGrpSpPr>
          <p:cNvPr id="20486" name="Group 196"/>
          <p:cNvGrpSpPr/>
          <p:nvPr/>
        </p:nvGrpSpPr>
        <p:grpSpPr>
          <a:xfrm>
            <a:off x="755793" y="2032716"/>
            <a:ext cx="3419475" cy="2047477"/>
            <a:chOff x="134" y="1051"/>
            <a:chExt cx="2592" cy="1720"/>
          </a:xfrm>
        </p:grpSpPr>
        <p:sp>
          <p:nvSpPr>
            <p:cNvPr id="21513" name="Rectangle 6"/>
            <p:cNvSpPr/>
            <p:nvPr/>
          </p:nvSpPr>
          <p:spPr>
            <a:xfrm>
              <a:off x="134" y="1051"/>
              <a:ext cx="2592" cy="1707"/>
            </a:xfrm>
            <a:prstGeom prst="rect">
              <a:avLst/>
            </a:prstGeom>
            <a:solidFill>
              <a:srgbClr val="BDD7EE"/>
            </a:solidFill>
            <a:ln w="9525" cap="flat" cmpd="sng">
              <a:solidFill>
                <a:srgbClr val="FF00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4" name="Line 7"/>
            <p:cNvSpPr/>
            <p:nvPr/>
          </p:nvSpPr>
          <p:spPr>
            <a:xfrm>
              <a:off x="1160" y="1584"/>
              <a:ext cx="272" cy="1"/>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1515" name="Text Box 8"/>
            <p:cNvSpPr txBox="1"/>
            <p:nvPr/>
          </p:nvSpPr>
          <p:spPr>
            <a:xfrm>
              <a:off x="331" y="1478"/>
              <a:ext cx="233" cy="333"/>
            </a:xfrm>
            <a:prstGeom prst="rect">
              <a:avLst/>
            </a:prstGeom>
            <a:noFill/>
            <a:ln w="9525">
              <a:noFill/>
            </a:ln>
          </p:spPr>
          <p:txBody>
            <a:bodyPr>
              <a:spAutoFit/>
            </a:bodyPr>
            <a:p>
              <a:pPr algn="ctr" eaLnBrk="1" hangingPunct="1">
                <a:buFont typeface="Arial" panose="020B0604020202020204" pitchFamily="34" charset="0"/>
              </a:pPr>
              <a:r>
                <a:rPr lang="en-US" altLang="zh-CN" dirty="0">
                  <a:solidFill>
                    <a:srgbClr val="FF0000"/>
                  </a:solidFill>
                  <a:latin typeface="Arial" panose="020B0604020202020204" pitchFamily="34" charset="0"/>
                </a:rPr>
                <a:t>C</a:t>
              </a:r>
              <a:endParaRPr lang="en-US" altLang="zh-CN" dirty="0">
                <a:solidFill>
                  <a:srgbClr val="FF0000"/>
                </a:solidFill>
                <a:latin typeface="Arial" panose="020B0604020202020204" pitchFamily="34" charset="0"/>
              </a:endParaRPr>
            </a:p>
          </p:txBody>
        </p:sp>
        <p:sp>
          <p:nvSpPr>
            <p:cNvPr id="6" name="Line 11"/>
            <p:cNvSpPr/>
            <p:nvPr/>
          </p:nvSpPr>
          <p:spPr>
            <a:xfrm>
              <a:off x="568" y="1305"/>
              <a:ext cx="86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1517" name="Oval 12"/>
            <p:cNvSpPr/>
            <p:nvPr/>
          </p:nvSpPr>
          <p:spPr>
            <a:xfrm>
              <a:off x="652" y="1563"/>
              <a:ext cx="48" cy="48"/>
            </a:xfrm>
            <a:prstGeom prst="ellipse">
              <a:avLst/>
            </a:prstGeom>
            <a:solidFill>
              <a:srgbClr val="FF0000"/>
            </a:solidFill>
            <a:ln w="952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 name="Line 15"/>
            <p:cNvSpPr/>
            <p:nvPr/>
          </p:nvSpPr>
          <p:spPr>
            <a:xfrm>
              <a:off x="537" y="1584"/>
              <a:ext cx="300" cy="0"/>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9" name="Line 16"/>
            <p:cNvSpPr/>
            <p:nvPr/>
          </p:nvSpPr>
          <p:spPr>
            <a:xfrm>
              <a:off x="672" y="1584"/>
              <a:ext cx="0" cy="617"/>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0" name="Line 18"/>
            <p:cNvSpPr/>
            <p:nvPr/>
          </p:nvSpPr>
          <p:spPr>
            <a:xfrm>
              <a:off x="2400" y="1861"/>
              <a:ext cx="238" cy="0"/>
            </a:xfrm>
            <a:prstGeom prst="line">
              <a:avLst/>
            </a:prstGeom>
            <a:ln w="19050">
              <a:solidFill>
                <a:schemeClr val="accent2">
                  <a:lumMod val="50000"/>
                </a:schemeClr>
              </a:solidFill>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1521" name="Text Box 19"/>
            <p:cNvSpPr txBox="1"/>
            <p:nvPr/>
          </p:nvSpPr>
          <p:spPr>
            <a:xfrm>
              <a:off x="2491" y="1518"/>
              <a:ext cx="186" cy="38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rgbClr val="843C0B"/>
                  </a:solidFill>
                  <a:latin typeface="Times New Roman" panose="02020603050405020304" pitchFamily="18" charset="0"/>
                </a:rPr>
                <a:t>F</a:t>
              </a:r>
              <a:endParaRPr lang="en-US" altLang="zh-CN" sz="2400" dirty="0">
                <a:solidFill>
                  <a:srgbClr val="843C0B"/>
                </a:solidFill>
                <a:latin typeface="Times New Roman" panose="02020603050405020304" pitchFamily="18" charset="0"/>
              </a:endParaRPr>
            </a:p>
          </p:txBody>
        </p:sp>
        <p:sp>
          <p:nvSpPr>
            <p:cNvPr id="21522" name="Line 24"/>
            <p:cNvSpPr/>
            <p:nvPr/>
          </p:nvSpPr>
          <p:spPr>
            <a:xfrm>
              <a:off x="1715" y="1434"/>
              <a:ext cx="192" cy="0"/>
            </a:xfrm>
            <a:prstGeom prst="line">
              <a:avLst/>
            </a:prstGeom>
            <a:ln w="19050" cap="flat" cmpd="sng">
              <a:solidFill>
                <a:srgbClr val="0000FF"/>
              </a:solidFill>
              <a:prstDash val="solid"/>
              <a:headEnd type="none" w="med" len="med"/>
              <a:tailEnd type="none" w="med" len="med"/>
            </a:ln>
          </p:spPr>
        </p:sp>
        <p:sp>
          <p:nvSpPr>
            <p:cNvPr id="13" name="Line 25"/>
            <p:cNvSpPr/>
            <p:nvPr/>
          </p:nvSpPr>
          <p:spPr>
            <a:xfrm>
              <a:off x="1718" y="2294"/>
              <a:ext cx="193" cy="0"/>
            </a:xfrm>
            <a:prstGeom prst="line">
              <a:avLst/>
            </a:prstGeom>
            <a:ln>
              <a:solidFill>
                <a:srgbClr val="FF0000"/>
              </a:solidFill>
              <a:headEnd type="none" w="med" len="med"/>
              <a:tailEnd type="none" w="med" len="med"/>
            </a:ln>
          </p:spPr>
          <p:style>
            <a:lnRef idx="3">
              <a:schemeClr val="accent4"/>
            </a:lnRef>
            <a:fillRef idx="0">
              <a:schemeClr val="accent4"/>
            </a:fillRef>
            <a:effectRef idx="2">
              <a:schemeClr val="accent4"/>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1524" name="Line 26"/>
            <p:cNvSpPr/>
            <p:nvPr/>
          </p:nvSpPr>
          <p:spPr>
            <a:xfrm>
              <a:off x="1902" y="1427"/>
              <a:ext cx="0" cy="336"/>
            </a:xfrm>
            <a:prstGeom prst="line">
              <a:avLst/>
            </a:prstGeom>
            <a:ln w="19050" cap="flat" cmpd="sng">
              <a:solidFill>
                <a:srgbClr val="0000FF"/>
              </a:solidFill>
              <a:prstDash val="solid"/>
              <a:headEnd type="none" w="med" len="med"/>
              <a:tailEnd type="none" w="med" len="med"/>
            </a:ln>
          </p:spPr>
        </p:sp>
        <p:sp>
          <p:nvSpPr>
            <p:cNvPr id="15" name="Line 27"/>
            <p:cNvSpPr/>
            <p:nvPr/>
          </p:nvSpPr>
          <p:spPr>
            <a:xfrm>
              <a:off x="1902" y="1962"/>
              <a:ext cx="0" cy="336"/>
            </a:xfrm>
            <a:prstGeom prst="line">
              <a:avLst/>
            </a:prstGeom>
            <a:ln>
              <a:solidFill>
                <a:srgbClr val="FF0000"/>
              </a:solidFill>
              <a:headEnd type="none" w="med" len="med"/>
              <a:tailEnd type="none" w="med" len="med"/>
            </a:ln>
          </p:spPr>
          <p:style>
            <a:lnRef idx="3">
              <a:schemeClr val="accent4"/>
            </a:lnRef>
            <a:fillRef idx="0">
              <a:schemeClr val="accent4"/>
            </a:fillRef>
            <a:effectRef idx="2">
              <a:schemeClr val="accent4"/>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6" name="Line 28"/>
            <p:cNvSpPr/>
            <p:nvPr/>
          </p:nvSpPr>
          <p:spPr>
            <a:xfrm>
              <a:off x="1904" y="1968"/>
              <a:ext cx="194" cy="0"/>
            </a:xfrm>
            <a:prstGeom prst="line">
              <a:avLst/>
            </a:prstGeom>
            <a:ln>
              <a:solidFill>
                <a:srgbClr val="FF0000"/>
              </a:solidFill>
              <a:headEnd type="none" w="med" len="med"/>
              <a:tailEnd type="none" w="med" len="med"/>
            </a:ln>
          </p:spPr>
          <p:style>
            <a:lnRef idx="3">
              <a:schemeClr val="accent4"/>
            </a:lnRef>
            <a:fillRef idx="0">
              <a:schemeClr val="accent4"/>
            </a:fillRef>
            <a:effectRef idx="2">
              <a:schemeClr val="accent4"/>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1527" name="Line 29"/>
            <p:cNvSpPr/>
            <p:nvPr/>
          </p:nvSpPr>
          <p:spPr>
            <a:xfrm>
              <a:off x="1910" y="1756"/>
              <a:ext cx="192" cy="0"/>
            </a:xfrm>
            <a:prstGeom prst="line">
              <a:avLst/>
            </a:prstGeom>
            <a:ln w="19050" cap="flat" cmpd="sng">
              <a:solidFill>
                <a:srgbClr val="0000FF"/>
              </a:solidFill>
              <a:prstDash val="solid"/>
              <a:headEnd type="none" w="med" len="med"/>
              <a:tailEnd type="none" w="med" len="med"/>
            </a:ln>
          </p:spPr>
        </p:sp>
        <p:sp>
          <p:nvSpPr>
            <p:cNvPr id="21528" name="Text Box 30"/>
            <p:cNvSpPr txBox="1"/>
            <p:nvPr/>
          </p:nvSpPr>
          <p:spPr>
            <a:xfrm>
              <a:off x="335" y="1142"/>
              <a:ext cx="224" cy="333"/>
            </a:xfrm>
            <a:prstGeom prst="rect">
              <a:avLst/>
            </a:prstGeom>
            <a:noFill/>
            <a:ln w="9525">
              <a:noFill/>
            </a:ln>
          </p:spPr>
          <p:txBody>
            <a:bodyPr>
              <a:spAutoFit/>
            </a:bodyPr>
            <a:p>
              <a:pPr algn="ctr" eaLnBrk="1" hangingPunct="1">
                <a:buFont typeface="Arial" panose="020B0604020202020204" pitchFamily="34" charset="0"/>
              </a:pPr>
              <a:r>
                <a:rPr lang="en-US" altLang="zh-CN" dirty="0">
                  <a:solidFill>
                    <a:schemeClr val="tx1"/>
                  </a:solidFill>
                  <a:latin typeface="Arial" panose="020B0604020202020204" pitchFamily="34" charset="0"/>
                </a:rPr>
                <a:t>A</a:t>
              </a:r>
              <a:endParaRPr lang="en-US" altLang="zh-CN" dirty="0">
                <a:solidFill>
                  <a:schemeClr val="tx1"/>
                </a:solidFill>
                <a:latin typeface="Arial" panose="020B0604020202020204" pitchFamily="34" charset="0"/>
              </a:endParaRPr>
            </a:p>
          </p:txBody>
        </p:sp>
        <p:sp>
          <p:nvSpPr>
            <p:cNvPr id="21529" name="Text Box 31"/>
            <p:cNvSpPr txBox="1"/>
            <p:nvPr/>
          </p:nvSpPr>
          <p:spPr>
            <a:xfrm>
              <a:off x="332" y="2294"/>
              <a:ext cx="224" cy="333"/>
            </a:xfrm>
            <a:prstGeom prst="rect">
              <a:avLst/>
            </a:prstGeom>
            <a:noFill/>
            <a:ln w="9525">
              <a:noFill/>
            </a:ln>
          </p:spPr>
          <p:txBody>
            <a:bodyPr>
              <a:spAutoFit/>
            </a:bodyPr>
            <a:p>
              <a:pPr algn="ctr" eaLnBrk="1" hangingPunct="1">
                <a:buFont typeface="Arial" panose="020B0604020202020204" pitchFamily="34" charset="0"/>
              </a:pPr>
              <a:r>
                <a:rPr lang="en-US" altLang="zh-CN" dirty="0">
                  <a:solidFill>
                    <a:schemeClr val="tx1"/>
                  </a:solidFill>
                  <a:latin typeface="Arial" panose="020B0604020202020204" pitchFamily="34" charset="0"/>
                </a:rPr>
                <a:t>B</a:t>
              </a:r>
              <a:endParaRPr lang="en-US" altLang="zh-CN" dirty="0">
                <a:solidFill>
                  <a:schemeClr val="tx1"/>
                </a:solidFill>
                <a:latin typeface="Arial" panose="020B0604020202020204" pitchFamily="34" charset="0"/>
              </a:endParaRPr>
            </a:p>
          </p:txBody>
        </p:sp>
        <p:sp>
          <p:nvSpPr>
            <p:cNvPr id="20" name="Line 32"/>
            <p:cNvSpPr/>
            <p:nvPr/>
          </p:nvSpPr>
          <p:spPr>
            <a:xfrm>
              <a:off x="672" y="2198"/>
              <a:ext cx="746" cy="0"/>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1" name="Line 33"/>
            <p:cNvSpPr/>
            <p:nvPr/>
          </p:nvSpPr>
          <p:spPr>
            <a:xfrm>
              <a:off x="537" y="2438"/>
              <a:ext cx="882"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21532" name="Group 34"/>
            <p:cNvGrpSpPr/>
            <p:nvPr/>
          </p:nvGrpSpPr>
          <p:grpSpPr>
            <a:xfrm>
              <a:off x="1703" y="1098"/>
              <a:ext cx="432" cy="333"/>
              <a:chOff x="1703" y="1098"/>
              <a:chExt cx="432" cy="333"/>
            </a:xfrm>
          </p:grpSpPr>
          <p:sp>
            <p:nvSpPr>
              <p:cNvPr id="21550" name="Text Box 35"/>
              <p:cNvSpPr txBox="1"/>
              <p:nvPr/>
            </p:nvSpPr>
            <p:spPr>
              <a:xfrm>
                <a:off x="1703" y="1098"/>
                <a:ext cx="432" cy="333"/>
              </a:xfrm>
              <a:prstGeom prst="rect">
                <a:avLst/>
              </a:prstGeom>
              <a:noFill/>
              <a:ln w="19050">
                <a:noFill/>
              </a:ln>
            </p:spPr>
            <p:txBody>
              <a:bodyPr>
                <a:spAutoFit/>
              </a:bodyPr>
              <a:p>
                <a:pPr algn="ctr" eaLnBrk="1" hangingPunct="1">
                  <a:buFont typeface="Arial" panose="020B0604020202020204" pitchFamily="34" charset="0"/>
                </a:pPr>
                <a:r>
                  <a:rPr lang="en-US" altLang="zh-CN" dirty="0">
                    <a:solidFill>
                      <a:srgbClr val="0000FF"/>
                    </a:solidFill>
                    <a:latin typeface="Arial" panose="020B0604020202020204" pitchFamily="34" charset="0"/>
                  </a:rPr>
                  <a:t>AC</a:t>
                </a:r>
                <a:endParaRPr lang="en-US" altLang="zh-CN" dirty="0">
                  <a:solidFill>
                    <a:srgbClr val="0000FF"/>
                  </a:solidFill>
                  <a:latin typeface="Arial" panose="020B0604020202020204" pitchFamily="34" charset="0"/>
                </a:endParaRPr>
              </a:p>
            </p:txBody>
          </p:sp>
          <p:sp>
            <p:nvSpPr>
              <p:cNvPr id="24" name="Line 36"/>
              <p:cNvSpPr/>
              <p:nvPr/>
            </p:nvSpPr>
            <p:spPr>
              <a:xfrm>
                <a:off x="1920" y="1131"/>
                <a:ext cx="142" cy="0"/>
              </a:xfrm>
              <a:prstGeom prst="line">
                <a:avLst/>
              </a:prstGeom>
              <a:ln w="19050">
                <a:solidFill>
                  <a:srgbClr val="0000FF"/>
                </a:solidFill>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grpSp>
          <p:nvGrpSpPr>
            <p:cNvPr id="21533" name="Group 37"/>
            <p:cNvGrpSpPr/>
            <p:nvPr/>
          </p:nvGrpSpPr>
          <p:grpSpPr>
            <a:xfrm>
              <a:off x="1159" y="1702"/>
              <a:ext cx="233" cy="333"/>
              <a:chOff x="1111" y="1702"/>
              <a:chExt cx="233" cy="333"/>
            </a:xfrm>
          </p:grpSpPr>
          <p:sp>
            <p:nvSpPr>
              <p:cNvPr id="21548" name="Text Box 38"/>
              <p:cNvSpPr txBox="1"/>
              <p:nvPr/>
            </p:nvSpPr>
            <p:spPr>
              <a:xfrm>
                <a:off x="1111" y="1702"/>
                <a:ext cx="233" cy="333"/>
              </a:xfrm>
              <a:prstGeom prst="rect">
                <a:avLst/>
              </a:prstGeom>
              <a:noFill/>
              <a:ln w="9525">
                <a:noFill/>
              </a:ln>
            </p:spPr>
            <p:txBody>
              <a:bodyPr>
                <a:spAutoFit/>
              </a:bodyPr>
              <a:p>
                <a:pPr algn="ctr" eaLnBrk="1" hangingPunct="1">
                  <a:buFont typeface="Arial" panose="020B0604020202020204" pitchFamily="34" charset="0"/>
                </a:pPr>
                <a:r>
                  <a:rPr lang="en-US" altLang="zh-CN" dirty="0">
                    <a:solidFill>
                      <a:schemeClr val="tx1"/>
                    </a:solidFill>
                    <a:latin typeface="Arial" panose="020B0604020202020204" pitchFamily="34" charset="0"/>
                  </a:rPr>
                  <a:t>C</a:t>
                </a:r>
                <a:endParaRPr lang="en-US" altLang="zh-CN" dirty="0">
                  <a:solidFill>
                    <a:schemeClr val="tx1"/>
                  </a:solidFill>
                  <a:latin typeface="Arial" panose="020B0604020202020204" pitchFamily="34" charset="0"/>
                </a:endParaRPr>
              </a:p>
            </p:txBody>
          </p:sp>
          <p:sp>
            <p:nvSpPr>
              <p:cNvPr id="27" name="Line 39"/>
              <p:cNvSpPr/>
              <p:nvPr/>
            </p:nvSpPr>
            <p:spPr>
              <a:xfrm>
                <a:off x="1160" y="1744"/>
                <a:ext cx="14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sp>
          <p:nvSpPr>
            <p:cNvPr id="21534" name="Text Box 40"/>
            <p:cNvSpPr txBox="1"/>
            <p:nvPr/>
          </p:nvSpPr>
          <p:spPr>
            <a:xfrm>
              <a:off x="1776" y="2438"/>
              <a:ext cx="573" cy="333"/>
            </a:xfrm>
            <a:prstGeom prst="rect">
              <a:avLst/>
            </a:prstGeom>
            <a:noFill/>
            <a:ln w="9525">
              <a:noFill/>
            </a:ln>
          </p:spPr>
          <p:txBody>
            <a:bodyPr>
              <a:spAutoFit/>
            </a:bodyPr>
            <a:p>
              <a:pPr algn="ctr" eaLnBrk="1" hangingPunct="1">
                <a:buFont typeface="Arial" panose="020B0604020202020204" pitchFamily="34" charset="0"/>
              </a:pPr>
              <a:r>
                <a:rPr lang="en-US" altLang="zh-CN" dirty="0">
                  <a:solidFill>
                    <a:srgbClr val="FF0000"/>
                  </a:solidFill>
                  <a:latin typeface="Arial" panose="020B0604020202020204" pitchFamily="34" charset="0"/>
                </a:rPr>
                <a:t>BC</a:t>
              </a:r>
              <a:endParaRPr lang="en-US" altLang="zh-CN" dirty="0">
                <a:solidFill>
                  <a:srgbClr val="FF0000"/>
                </a:solidFill>
                <a:latin typeface="Arial" panose="020B0604020202020204" pitchFamily="34" charset="0"/>
              </a:endParaRPr>
            </a:p>
          </p:txBody>
        </p:sp>
        <p:grpSp>
          <p:nvGrpSpPr>
            <p:cNvPr id="21535" name="Group 172"/>
            <p:cNvGrpSpPr/>
            <p:nvPr/>
          </p:nvGrpSpPr>
          <p:grpSpPr>
            <a:xfrm>
              <a:off x="1428" y="1248"/>
              <a:ext cx="321" cy="384"/>
              <a:chOff x="2071" y="624"/>
              <a:chExt cx="321" cy="384"/>
            </a:xfrm>
          </p:grpSpPr>
          <p:sp>
            <p:nvSpPr>
              <p:cNvPr id="21546" name="Rectangle 153"/>
              <p:cNvSpPr/>
              <p:nvPr/>
            </p:nvSpPr>
            <p:spPr>
              <a:xfrm>
                <a:off x="2071" y="624"/>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21547" name="Text Box 154"/>
              <p:cNvSpPr txBox="1"/>
              <p:nvPr/>
            </p:nvSpPr>
            <p:spPr>
              <a:xfrm>
                <a:off x="2108" y="699"/>
                <a:ext cx="284"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Times New Roman" panose="02020603050405020304" pitchFamily="18" charset="0"/>
                    <a:cs typeface="Times New Roman" panose="02020603050405020304" pitchFamily="18" charset="0"/>
                  </a:rPr>
                  <a:t>&amp;</a:t>
                </a:r>
                <a:endParaRPr lang="en-US" altLang="zh-CN" sz="1800" dirty="0">
                  <a:solidFill>
                    <a:schemeClr val="tx1"/>
                  </a:solidFill>
                  <a:latin typeface="Times New Roman" panose="02020603050405020304" pitchFamily="18" charset="0"/>
                </a:endParaRPr>
              </a:p>
            </p:txBody>
          </p:sp>
        </p:grpSp>
        <p:grpSp>
          <p:nvGrpSpPr>
            <p:cNvPr id="21536" name="Group 173"/>
            <p:cNvGrpSpPr/>
            <p:nvPr/>
          </p:nvGrpSpPr>
          <p:grpSpPr>
            <a:xfrm>
              <a:off x="1419" y="2112"/>
              <a:ext cx="321" cy="384"/>
              <a:chOff x="2071" y="624"/>
              <a:chExt cx="321" cy="384"/>
            </a:xfrm>
          </p:grpSpPr>
          <p:sp>
            <p:nvSpPr>
              <p:cNvPr id="21544" name="Rectangle 174"/>
              <p:cNvSpPr/>
              <p:nvPr/>
            </p:nvSpPr>
            <p:spPr>
              <a:xfrm>
                <a:off x="2071" y="624"/>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21545" name="Text Box 175"/>
              <p:cNvSpPr txBox="1"/>
              <p:nvPr/>
            </p:nvSpPr>
            <p:spPr>
              <a:xfrm>
                <a:off x="2108" y="699"/>
                <a:ext cx="284"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Times New Roman" panose="02020603050405020304" pitchFamily="18" charset="0"/>
                    <a:cs typeface="Times New Roman" panose="02020603050405020304" pitchFamily="18" charset="0"/>
                  </a:rPr>
                  <a:t>&amp;</a:t>
                </a:r>
                <a:endParaRPr lang="en-US" altLang="zh-CN" sz="1800" dirty="0">
                  <a:solidFill>
                    <a:schemeClr val="tx1"/>
                  </a:solidFill>
                  <a:latin typeface="Times New Roman" panose="02020603050405020304" pitchFamily="18" charset="0"/>
                </a:endParaRPr>
              </a:p>
            </p:txBody>
          </p:sp>
        </p:grpSp>
        <p:grpSp>
          <p:nvGrpSpPr>
            <p:cNvPr id="21537" name="Group 194"/>
            <p:cNvGrpSpPr/>
            <p:nvPr/>
          </p:nvGrpSpPr>
          <p:grpSpPr>
            <a:xfrm>
              <a:off x="839" y="1392"/>
              <a:ext cx="361" cy="384"/>
              <a:chOff x="724" y="3540"/>
              <a:chExt cx="361" cy="384"/>
            </a:xfrm>
          </p:grpSpPr>
          <p:sp>
            <p:nvSpPr>
              <p:cNvPr id="21541" name="Rectangle 189"/>
              <p:cNvSpPr/>
              <p:nvPr/>
            </p:nvSpPr>
            <p:spPr>
              <a:xfrm>
                <a:off x="724" y="354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21542" name="Text Box 190"/>
              <p:cNvSpPr txBox="1"/>
              <p:nvPr/>
            </p:nvSpPr>
            <p:spPr>
              <a:xfrm>
                <a:off x="753" y="3592"/>
                <a:ext cx="192"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Times New Roman" panose="02020603050405020304" pitchFamily="18" charset="0"/>
                  </a:rPr>
                  <a:t>1</a:t>
                </a:r>
                <a:endParaRPr lang="en-US" altLang="zh-CN" sz="1800" dirty="0">
                  <a:solidFill>
                    <a:schemeClr val="tx1"/>
                  </a:solidFill>
                  <a:latin typeface="Times New Roman" panose="02020603050405020304" pitchFamily="18" charset="0"/>
                </a:endParaRPr>
              </a:p>
            </p:txBody>
          </p:sp>
          <p:sp>
            <p:nvSpPr>
              <p:cNvPr id="21543" name="Oval 191"/>
              <p:cNvSpPr/>
              <p:nvPr/>
            </p:nvSpPr>
            <p:spPr>
              <a:xfrm>
                <a:off x="1012" y="3688"/>
                <a:ext cx="73" cy="73"/>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grpSp>
          <p:nvGrpSpPr>
            <p:cNvPr id="21538" name="Group 195"/>
            <p:cNvGrpSpPr/>
            <p:nvPr/>
          </p:nvGrpSpPr>
          <p:grpSpPr>
            <a:xfrm>
              <a:off x="2100" y="1656"/>
              <a:ext cx="376" cy="384"/>
              <a:chOff x="1301" y="3372"/>
              <a:chExt cx="376" cy="384"/>
            </a:xfrm>
          </p:grpSpPr>
          <p:sp>
            <p:nvSpPr>
              <p:cNvPr id="21539" name="Rectangle 192"/>
              <p:cNvSpPr/>
              <p:nvPr/>
            </p:nvSpPr>
            <p:spPr>
              <a:xfrm>
                <a:off x="1308" y="3372"/>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21540" name="Text Box 193"/>
              <p:cNvSpPr txBox="1"/>
              <p:nvPr/>
            </p:nvSpPr>
            <p:spPr>
              <a:xfrm>
                <a:off x="1301" y="3431"/>
                <a:ext cx="376" cy="2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dirty="0">
                    <a:solidFill>
                      <a:schemeClr val="tx1"/>
                    </a:solidFill>
                    <a:latin typeface="Times New Roman" panose="02020603050405020304" pitchFamily="18" charset="0"/>
                  </a:rPr>
                  <a:t>≥1</a:t>
                </a:r>
                <a:endParaRPr lang="en-US" altLang="zh-CN" sz="1600" dirty="0">
                  <a:solidFill>
                    <a:schemeClr val="tx1"/>
                  </a:solidFill>
                  <a:latin typeface="Times New Roman" panose="02020603050405020304" pitchFamily="18" charset="0"/>
                </a:endParaRPr>
              </a:p>
            </p:txBody>
          </p:sp>
        </p:grpSp>
      </p:grpSp>
      <p:sp>
        <p:nvSpPr>
          <p:cNvPr id="20487" name="Line 103"/>
          <p:cNvSpPr/>
          <p:nvPr/>
        </p:nvSpPr>
        <p:spPr>
          <a:xfrm>
            <a:off x="2162175" y="800100"/>
            <a:ext cx="144463" cy="0"/>
          </a:xfrm>
          <a:prstGeom prst="line">
            <a:avLst/>
          </a:prstGeom>
          <a:ln w="19050" cap="flat" cmpd="sng">
            <a:solidFill>
              <a:schemeClr val="tx1"/>
            </a:solidFill>
            <a:prstDash val="solid"/>
            <a:headEnd type="none" w="med" len="med"/>
            <a:tailEnd type="none" w="med" len="med"/>
          </a:ln>
        </p:spPr>
      </p:sp>
      <p:sp>
        <p:nvSpPr>
          <p:cNvPr id="103" name="Line 103"/>
          <p:cNvSpPr/>
          <p:nvPr/>
        </p:nvSpPr>
        <p:spPr>
          <a:xfrm>
            <a:off x="6288088" y="812800"/>
            <a:ext cx="144462" cy="0"/>
          </a:xfrm>
          <a:prstGeom prst="line">
            <a:avLst/>
          </a:prstGeom>
          <a:ln w="19050" cap="flat" cmpd="sng">
            <a:solidFill>
              <a:srgbClr val="FF0000"/>
            </a:solidFill>
            <a:prstDash val="solid"/>
            <a:headEnd type="none" w="med" len="med"/>
            <a:tailEnd type="non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charRg st="0" end="44"/>
                                            </p:txEl>
                                          </p:spTgt>
                                        </p:tgtEl>
                                        <p:attrNameLst>
                                          <p:attrName>style.visibility</p:attrName>
                                        </p:attrNameLst>
                                      </p:cBhvr>
                                      <p:to>
                                        <p:strVal val="visible"/>
                                      </p:to>
                                    </p:set>
                                    <p:anim calcmode="lin" valueType="num">
                                      <p:cBhvr additive="base">
                                        <p:cTn id="7" dur="500" fill="hold"/>
                                        <p:tgtEl>
                                          <p:spTgt spid="20483">
                                            <p:txEl>
                                              <p:charRg st="0" end="4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charRg st="0" end="4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487"/>
                                        </p:tgtEl>
                                        <p:attrNameLst>
                                          <p:attrName>style.visibility</p:attrName>
                                        </p:attrNameLst>
                                      </p:cBhvr>
                                      <p:to>
                                        <p:strVal val="visible"/>
                                      </p:to>
                                    </p:set>
                                    <p:anim calcmode="lin" valueType="num">
                                      <p:cBhvr additive="base">
                                        <p:cTn id="11" dur="500" fill="hold"/>
                                        <p:tgtEl>
                                          <p:spTgt spid="20487"/>
                                        </p:tgtEl>
                                        <p:attrNameLst>
                                          <p:attrName>ppt_x</p:attrName>
                                        </p:attrNameLst>
                                      </p:cBhvr>
                                      <p:tavLst>
                                        <p:tav tm="0">
                                          <p:val>
                                            <p:strVal val="#ppt_x"/>
                                          </p:val>
                                        </p:tav>
                                        <p:tav tm="100000">
                                          <p:val>
                                            <p:strVal val="#ppt_x"/>
                                          </p:val>
                                        </p:tav>
                                      </p:tavLst>
                                    </p:anim>
                                    <p:anim calcmode="lin" valueType="num">
                                      <p:cBhvr additive="base">
                                        <p:cTn id="12" dur="500" fill="hold"/>
                                        <p:tgtEl>
                                          <p:spTgt spid="2048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0482"/>
                                        </p:tgtEl>
                                        <p:attrNameLst>
                                          <p:attrName>style.visibility</p:attrName>
                                        </p:attrNameLst>
                                      </p:cBhvr>
                                      <p:to>
                                        <p:strVal val="visible"/>
                                      </p:to>
                                    </p:set>
                                    <p:anim calcmode="lin" valueType="num">
                                      <p:cBhvr additive="base">
                                        <p:cTn id="15" dur="500" fill="hold"/>
                                        <p:tgtEl>
                                          <p:spTgt spid="20482"/>
                                        </p:tgtEl>
                                        <p:attrNameLst>
                                          <p:attrName>ppt_x</p:attrName>
                                        </p:attrNameLst>
                                      </p:cBhvr>
                                      <p:tavLst>
                                        <p:tav tm="0">
                                          <p:val>
                                            <p:strVal val="#ppt_x"/>
                                          </p:val>
                                        </p:tav>
                                        <p:tav tm="100000">
                                          <p:val>
                                            <p:strVal val="#ppt_x"/>
                                          </p:val>
                                        </p:tav>
                                      </p:tavLst>
                                    </p:anim>
                                    <p:anim calcmode="lin" valueType="num">
                                      <p:cBhvr additive="base">
                                        <p:cTn id="16" dur="500" fill="hold"/>
                                        <p:tgtEl>
                                          <p:spTgt spid="2048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20486"/>
                                        </p:tgtEl>
                                        <p:attrNameLst>
                                          <p:attrName>style.visibility</p:attrName>
                                        </p:attrNameLst>
                                      </p:cBhvr>
                                      <p:to>
                                        <p:strVal val="visible"/>
                                      </p:to>
                                    </p:set>
                                    <p:animEffect transition="in" filter="circle(in)">
                                      <p:cBhvr>
                                        <p:cTn id="21" dur="1000"/>
                                        <p:tgtEl>
                                          <p:spTgt spid="20486"/>
                                        </p:tgtEl>
                                      </p:cBhvr>
                                    </p:animEffect>
                                  </p:childTnLst>
                                </p:cTn>
                              </p:par>
                              <p:par>
                                <p:cTn id="22" presetID="6" presetClass="entr" presetSubtype="16" fill="hold" nodeType="withEffect">
                                  <p:stCondLst>
                                    <p:cond delay="0"/>
                                  </p:stCondLst>
                                  <p:childTnLst>
                                    <p:set>
                                      <p:cBhvr>
                                        <p:cTn id="23" dur="1" fill="hold">
                                          <p:stCondLst>
                                            <p:cond delay="0"/>
                                          </p:stCondLst>
                                        </p:cTn>
                                        <p:tgtEl>
                                          <p:spTgt spid="20485"/>
                                        </p:tgtEl>
                                        <p:attrNameLst>
                                          <p:attrName>style.visibility</p:attrName>
                                        </p:attrNameLst>
                                      </p:cBhvr>
                                      <p:to>
                                        <p:strVal val="visible"/>
                                      </p:to>
                                    </p:set>
                                    <p:animEffect transition="in" filter="circle(in)">
                                      <p:cBhvr>
                                        <p:cTn id="24" dur="1000"/>
                                        <p:tgtEl>
                                          <p:spTgt spid="20485"/>
                                        </p:tgtEl>
                                      </p:cBhvr>
                                    </p:animEffect>
                                  </p:childTnLst>
                                </p:cTn>
                              </p:par>
                              <p:par>
                                <p:cTn id="25" presetID="2" presetClass="entr" presetSubtype="4" fill="hold" nodeType="withEffect">
                                  <p:stCondLst>
                                    <p:cond delay="0"/>
                                  </p:stCondLst>
                                  <p:childTnLst>
                                    <p:set>
                                      <p:cBhvr>
                                        <p:cTn id="26" dur="1" fill="hold">
                                          <p:stCondLst>
                                            <p:cond delay="0"/>
                                          </p:stCondLst>
                                        </p:cTn>
                                        <p:tgtEl>
                                          <p:spTgt spid="103"/>
                                        </p:tgtEl>
                                        <p:attrNameLst>
                                          <p:attrName>style.visibility</p:attrName>
                                        </p:attrNameLst>
                                      </p:cBhvr>
                                      <p:to>
                                        <p:strVal val="visible"/>
                                      </p:to>
                                    </p:set>
                                    <p:anim calcmode="lin" valueType="num">
                                      <p:cBhvr additive="base">
                                        <p:cTn id="27" dur="500" fill="hold"/>
                                        <p:tgtEl>
                                          <p:spTgt spid="103"/>
                                        </p:tgtEl>
                                        <p:attrNameLst>
                                          <p:attrName>ppt_x</p:attrName>
                                        </p:attrNameLst>
                                      </p:cBhvr>
                                      <p:tavLst>
                                        <p:tav tm="0">
                                          <p:val>
                                            <p:strVal val="#ppt_x"/>
                                          </p:val>
                                        </p:tav>
                                        <p:tav tm="100000">
                                          <p:val>
                                            <p:strVal val="#ppt_x"/>
                                          </p:val>
                                        </p:tav>
                                      </p:tavLst>
                                    </p:anim>
                                    <p:anim calcmode="lin" valueType="num">
                                      <p:cBhvr additive="base">
                                        <p:cTn id="28" dur="500" fill="hold"/>
                                        <p:tgtEl>
                                          <p:spTgt spid="1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P spid="2048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3"/>
          <p:cNvSpPr>
            <a:spLocks noGrp="1"/>
          </p:cNvSpPr>
          <p:nvPr>
            <p:ph type="title"/>
          </p:nvPr>
        </p:nvSpPr>
        <p:spPr>
          <a:xfrm>
            <a:off x="644525" y="609600"/>
            <a:ext cx="4572000" cy="377825"/>
          </a:xfrm>
          <a:noFill/>
          <a:ln>
            <a:noFill/>
          </a:ln>
        </p:spPr>
        <p:txBody>
          <a:bodyPr/>
          <a:p>
            <a:pPr eaLnBrk="1" hangingPunct="1"/>
            <a:r>
              <a:rPr lang="en-US" altLang="zh-CN" sz="2400" b="1" dirty="0">
                <a:solidFill>
                  <a:srgbClr val="FF0000"/>
                </a:solidFill>
                <a:latin typeface="华文新魏" panose="02010800040101010101" pitchFamily="2" charset="-122"/>
                <a:ea typeface="华文新魏" panose="02010800040101010101" pitchFamily="2" charset="-122"/>
              </a:rPr>
              <a:t>2</a:t>
            </a:r>
            <a:r>
              <a:rPr lang="zh-CN" altLang="zh-CN" sz="2400" b="1" dirty="0">
                <a:solidFill>
                  <a:srgbClr val="FF0000"/>
                </a:solidFill>
                <a:latin typeface="华文新魏" panose="02010800040101010101" pitchFamily="2" charset="-122"/>
                <a:ea typeface="华文新魏" panose="02010800040101010101" pitchFamily="2" charset="-122"/>
              </a:rPr>
              <a:t>.</a:t>
            </a:r>
            <a:r>
              <a:rPr lang="zh-CN" altLang="en-US" sz="2400" b="1" dirty="0">
                <a:solidFill>
                  <a:srgbClr val="FF0000"/>
                </a:solidFill>
                <a:latin typeface="华文新魏" panose="02010800040101010101" pitchFamily="2" charset="-122"/>
                <a:ea typeface="华文新魏" panose="02010800040101010101" pitchFamily="2" charset="-122"/>
              </a:rPr>
              <a:t>险象  </a:t>
            </a:r>
            <a:r>
              <a:rPr lang="en-US" altLang="zh-CN" sz="2400" b="1" i="1" dirty="0">
                <a:solidFill>
                  <a:srgbClr val="FF0000"/>
                </a:solidFill>
                <a:latin typeface="华文新魏" panose="02010800040101010101" pitchFamily="2" charset="-122"/>
                <a:ea typeface="华文新魏" panose="02010800040101010101" pitchFamily="2" charset="-122"/>
              </a:rPr>
              <a:t>Hazard</a:t>
            </a:r>
            <a:endParaRPr lang="en-US" altLang="zh-CN" sz="2400" b="1" i="1" dirty="0">
              <a:solidFill>
                <a:srgbClr val="FF0000"/>
              </a:solidFill>
              <a:latin typeface="华文新魏" panose="02010800040101010101" pitchFamily="2" charset="-122"/>
              <a:ea typeface="华文新魏" panose="02010800040101010101" pitchFamily="2" charset="-122"/>
            </a:endParaRPr>
          </a:p>
        </p:txBody>
      </p:sp>
      <p:sp>
        <p:nvSpPr>
          <p:cNvPr id="17410" name="Rectangle 4"/>
          <p:cNvSpPr>
            <a:spLocks noGrp="1"/>
          </p:cNvSpPr>
          <p:nvPr>
            <p:ph idx="1"/>
          </p:nvPr>
        </p:nvSpPr>
        <p:spPr>
          <a:xfrm>
            <a:off x="673735" y="1252220"/>
            <a:ext cx="7930515" cy="1174750"/>
          </a:xfrm>
          <a:noFill/>
          <a:ln>
            <a:noFill/>
          </a:ln>
        </p:spPr>
        <p:txBody>
          <a:bodyPr/>
          <a:p>
            <a:pPr marL="0" eaLnBrk="1" latinLnBrk="0" hangingPunct="1">
              <a:lnSpc>
                <a:spcPct val="120000"/>
              </a:lnSpc>
              <a:spcBef>
                <a:spcPts val="0"/>
              </a:spcBef>
              <a:buNone/>
            </a:pPr>
            <a:r>
              <a:rPr lang="en-US" altLang="zh-CN" sz="1800" b="1" dirty="0">
                <a:latin typeface="华文新魏" panose="02010800040101010101" pitchFamily="2" charset="-122"/>
                <a:ea typeface="华文新魏" panose="02010800040101010101" pitchFamily="2" charset="-122"/>
              </a:rPr>
              <a:t>    </a:t>
            </a:r>
            <a:r>
              <a:rPr lang="zh-CN" altLang="en-US" sz="1800" b="1" dirty="0">
                <a:solidFill>
                  <a:srgbClr val="0000FF"/>
                </a:solidFill>
                <a:latin typeface="华文新魏" panose="02010800040101010101" pitchFamily="2" charset="-122"/>
                <a:ea typeface="华文新魏" panose="02010800040101010101" pitchFamily="2" charset="-122"/>
              </a:rPr>
              <a:t>险象定义</a:t>
            </a:r>
            <a:r>
              <a:rPr lang="zh-CN" altLang="en-US" sz="1800" b="1" dirty="0">
                <a:latin typeface="华文新魏" panose="02010800040101010101" pitchFamily="2" charset="-122"/>
                <a:ea typeface="华文新魏" panose="02010800040101010101" pitchFamily="2" charset="-122"/>
              </a:rPr>
              <a:t>：由于临界竞争的存在，在输出端得到稳定输出之前，输出中有</a:t>
            </a:r>
            <a:r>
              <a:rPr lang="zh-CN" altLang="en-US" sz="1800" b="1" dirty="0">
                <a:latin typeface="华文新魏" panose="02010800040101010101" pitchFamily="2" charset="-122"/>
                <a:ea typeface="华文新魏" panose="02010800040101010101" pitchFamily="2" charset="-122"/>
                <a:sym typeface="+mn-ea"/>
              </a:rPr>
              <a:t>一短</a:t>
            </a:r>
            <a:r>
              <a:rPr lang="zh-CN" altLang="en-US" sz="1800" b="1" dirty="0">
                <a:latin typeface="华文新魏" panose="02010800040101010101" pitchFamily="2" charset="-122"/>
                <a:ea typeface="华文新魏" panose="02010800040101010101" pitchFamily="2" charset="-122"/>
              </a:rPr>
              <a:t>的错误输出（干扰），这种现象称之为</a:t>
            </a:r>
            <a:r>
              <a:rPr lang="zh-CN" altLang="en-US" sz="1800" b="1" u="sng" dirty="0">
                <a:latin typeface="华文新魏" panose="02010800040101010101" pitchFamily="2" charset="-122"/>
                <a:ea typeface="华文新魏" panose="02010800040101010101" pitchFamily="2" charset="-122"/>
              </a:rPr>
              <a:t>险象</a:t>
            </a:r>
            <a:r>
              <a:rPr lang="zh-CN" altLang="en-US" sz="1800" b="1" dirty="0">
                <a:latin typeface="华文新魏" panose="02010800040101010101" pitchFamily="2" charset="-122"/>
                <a:ea typeface="华文新魏" panose="02010800040101010101" pitchFamily="2" charset="-122"/>
              </a:rPr>
              <a:t>。</a:t>
            </a:r>
            <a:r>
              <a:rPr lang="zh-CN" altLang="en-US" sz="1800" b="1" dirty="0">
                <a:solidFill>
                  <a:srgbClr val="0000FF"/>
                </a:solidFill>
                <a:latin typeface="华文新魏" panose="02010800040101010101" pitchFamily="2" charset="-122"/>
                <a:ea typeface="华文新魏" panose="02010800040101010101" pitchFamily="2" charset="-122"/>
                <a:sym typeface="+mn-ea"/>
              </a:rPr>
              <a:t>险象一定是竞争的结果</a:t>
            </a:r>
            <a:r>
              <a:rPr lang="zh-CN" altLang="en-US" sz="1800" dirty="0">
                <a:solidFill>
                  <a:srgbClr val="0000FF"/>
                </a:solidFill>
                <a:latin typeface="华文新魏" panose="02010800040101010101" pitchFamily="2" charset="-122"/>
                <a:ea typeface="华文新魏" panose="02010800040101010101" pitchFamily="2" charset="-122"/>
                <a:sym typeface="+mn-ea"/>
              </a:rPr>
              <a:t>。</a:t>
            </a:r>
            <a:endParaRPr lang="en-US" altLang="zh-CN" sz="1800" b="1" dirty="0">
              <a:latin typeface="华文新魏" panose="02010800040101010101" pitchFamily="2" charset="-122"/>
              <a:ea typeface="华文新魏" panose="02010800040101010101" pitchFamily="2" charset="-122"/>
            </a:endParaRPr>
          </a:p>
          <a:p>
            <a:pPr marL="0" eaLnBrk="1" hangingPunct="1">
              <a:lnSpc>
                <a:spcPct val="120000"/>
              </a:lnSpc>
              <a:buNone/>
            </a:pPr>
            <a:r>
              <a:rPr lang="en-US" altLang="zh-CN" sz="1800" b="1" dirty="0">
                <a:latin typeface="华文新魏" panose="02010800040101010101" pitchFamily="2" charset="-122"/>
                <a:ea typeface="华文新魏" panose="02010800040101010101" pitchFamily="2" charset="-122"/>
              </a:rPr>
              <a:t>    </a:t>
            </a:r>
            <a:r>
              <a:rPr lang="zh-CN" altLang="en-US" sz="1800" b="1" dirty="0">
                <a:solidFill>
                  <a:srgbClr val="0000FF"/>
                </a:solidFill>
                <a:latin typeface="华文新魏" panose="02010800040101010101" pitchFamily="2" charset="-122"/>
                <a:ea typeface="华文新魏" panose="02010800040101010101" pitchFamily="2" charset="-122"/>
              </a:rPr>
              <a:t>险象分类</a:t>
            </a:r>
            <a:r>
              <a:rPr lang="zh-CN" altLang="en-US" sz="1800" b="1" dirty="0">
                <a:latin typeface="华文新魏" panose="02010800040101010101" pitchFamily="2" charset="-122"/>
                <a:ea typeface="华文新魏" panose="02010800040101010101" pitchFamily="2" charset="-122"/>
              </a:rPr>
              <a:t>：通常将</a:t>
            </a:r>
            <a:r>
              <a:rPr lang="zh-CN" altLang="en-US" sz="1800" b="1" dirty="0">
                <a:solidFill>
                  <a:srgbClr val="FF0000"/>
                </a:solidFill>
                <a:latin typeface="华文新魏" panose="02010800040101010101" pitchFamily="2" charset="-122"/>
                <a:ea typeface="华文新魏" panose="02010800040101010101" pitchFamily="2" charset="-122"/>
              </a:rPr>
              <a:t>险象分为</a:t>
            </a:r>
            <a:r>
              <a:rPr lang="zh-CN" altLang="en-US" sz="1800" b="1" u="sng" dirty="0">
                <a:solidFill>
                  <a:srgbClr val="FF0000"/>
                </a:solidFill>
                <a:latin typeface="华文新魏" panose="02010800040101010101" pitchFamily="2" charset="-122"/>
                <a:ea typeface="华文新魏" panose="02010800040101010101" pitchFamily="2" charset="-122"/>
              </a:rPr>
              <a:t>静态险象</a:t>
            </a:r>
            <a:r>
              <a:rPr lang="zh-CN" altLang="en-US" sz="1800" b="1" dirty="0">
                <a:solidFill>
                  <a:srgbClr val="FF0000"/>
                </a:solidFill>
                <a:latin typeface="华文新魏" panose="02010800040101010101" pitchFamily="2" charset="-122"/>
                <a:ea typeface="华文新魏" panose="02010800040101010101" pitchFamily="2" charset="-122"/>
              </a:rPr>
              <a:t>和</a:t>
            </a:r>
            <a:r>
              <a:rPr lang="zh-CN" altLang="en-US" sz="1800" b="1" u="sng" dirty="0">
                <a:solidFill>
                  <a:srgbClr val="FF0000"/>
                </a:solidFill>
                <a:latin typeface="华文新魏" panose="02010800040101010101" pitchFamily="2" charset="-122"/>
                <a:ea typeface="华文新魏" panose="02010800040101010101" pitchFamily="2" charset="-122"/>
              </a:rPr>
              <a:t>动态险象</a:t>
            </a:r>
            <a:r>
              <a:rPr lang="zh-CN" altLang="en-US" sz="1800" b="1" dirty="0">
                <a:latin typeface="华文新魏" panose="02010800040101010101" pitchFamily="2" charset="-122"/>
                <a:ea typeface="华文新魏" panose="02010800040101010101" pitchFamily="2" charset="-122"/>
              </a:rPr>
              <a:t>两种类型。</a:t>
            </a:r>
            <a:endParaRPr lang="zh-CN" altLang="en-US" sz="1800" b="1" dirty="0">
              <a:latin typeface="华文新魏" panose="02010800040101010101" pitchFamily="2" charset="-122"/>
              <a:ea typeface="华文新魏" panose="02010800040101010101" pitchFamily="2" charset="-122"/>
            </a:endParaRPr>
          </a:p>
        </p:txBody>
      </p:sp>
      <p:sp>
        <p:nvSpPr>
          <p:cNvPr id="22532" name="Text Box 5"/>
          <p:cNvSpPr txBox="1"/>
          <p:nvPr/>
        </p:nvSpPr>
        <p:spPr>
          <a:xfrm>
            <a:off x="538480" y="2566035"/>
            <a:ext cx="8281988" cy="2249170"/>
          </a:xfrm>
          <a:prstGeom prst="rect">
            <a:avLst/>
          </a:prstGeom>
          <a:noFill/>
          <a:ln w="9525">
            <a:noFill/>
          </a:ln>
        </p:spPr>
        <p:txBody>
          <a:bodyPr wrap="square">
            <a:spAutoFit/>
          </a:bodyPr>
          <a:p>
            <a:pPr eaLnBrk="1" hangingPunct="1">
              <a:lnSpc>
                <a:spcPct val="115000"/>
              </a:lnSpc>
              <a:spcBef>
                <a:spcPct val="2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zh-CN" sz="1800" b="1" dirty="0">
                <a:solidFill>
                  <a:srgbClr val="FF0000"/>
                </a:solidFill>
                <a:latin typeface="华文新魏" panose="02010800040101010101" pitchFamily="2" charset="-122"/>
                <a:ea typeface="华文新魏" panose="02010800040101010101" pitchFamily="2" charset="-122"/>
              </a:rPr>
              <a:t>1</a:t>
            </a:r>
            <a:r>
              <a:rPr lang="zh-CN" altLang="en-US" sz="1800" b="1" dirty="0">
                <a:solidFill>
                  <a:srgbClr val="FF0000"/>
                </a:solidFill>
                <a:latin typeface="华文新魏" panose="02010800040101010101" pitchFamily="2" charset="-122"/>
                <a:ea typeface="华文新魏" panose="02010800040101010101" pitchFamily="2" charset="-122"/>
              </a:rPr>
              <a:t>）静态险象</a:t>
            </a:r>
            <a:r>
              <a:rPr lang="en-US" altLang="zh-CN" sz="1800" b="1" dirty="0">
                <a:solidFill>
                  <a:srgbClr val="FF0000"/>
                </a:solidFill>
                <a:latin typeface="华文新魏" panose="02010800040101010101" pitchFamily="2" charset="-122"/>
                <a:ea typeface="华文新魏" panose="02010800040101010101" pitchFamily="2" charset="-122"/>
              </a:rPr>
              <a:t>( </a:t>
            </a:r>
            <a:r>
              <a:rPr lang="en-US" altLang="zh-CN" sz="1800" b="1" i="1" dirty="0">
                <a:solidFill>
                  <a:srgbClr val="FF0000"/>
                </a:solidFill>
                <a:latin typeface="华文新魏" panose="02010800040101010101" pitchFamily="2" charset="-122"/>
                <a:ea typeface="华文新魏" panose="02010800040101010101" pitchFamily="2" charset="-122"/>
              </a:rPr>
              <a:t>Static Hazards </a:t>
            </a:r>
            <a:r>
              <a:rPr lang="en-US" altLang="zh-CN" sz="1800" b="1" dirty="0">
                <a:solidFill>
                  <a:srgbClr val="FF0000"/>
                </a:solidFill>
                <a:latin typeface="华文新魏" panose="02010800040101010101" pitchFamily="2" charset="-122"/>
                <a:ea typeface="华文新魏" panose="02010800040101010101" pitchFamily="2" charset="-122"/>
              </a:rPr>
              <a:t>)</a:t>
            </a:r>
            <a:endParaRPr lang="en-US" altLang="zh-CN" sz="1800" b="1" dirty="0">
              <a:solidFill>
                <a:srgbClr val="FF0000"/>
              </a:solidFill>
              <a:latin typeface="华文新魏" panose="02010800040101010101" pitchFamily="2" charset="-122"/>
              <a:ea typeface="华文新魏" panose="02010800040101010101" pitchFamily="2" charset="-122"/>
            </a:endParaRPr>
          </a:p>
          <a:p>
            <a:pPr eaLnBrk="1" hangingPunct="1">
              <a:lnSpc>
                <a:spcPct val="115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当输入信号变化时，按逻辑表达式，输出不应有变化的情况下，而实际上会在输出端产生</a:t>
            </a:r>
            <a:r>
              <a:rPr lang="zh-CN" altLang="en-US" sz="1800" b="1" dirty="0">
                <a:solidFill>
                  <a:srgbClr val="FF0000"/>
                </a:solidFill>
                <a:latin typeface="华文新魏" panose="02010800040101010101" pitchFamily="2" charset="-122"/>
                <a:ea typeface="华文新魏" panose="02010800040101010101" pitchFamily="2" charset="-122"/>
              </a:rPr>
              <a:t>一个与逻辑状态</a:t>
            </a:r>
            <a:r>
              <a:rPr lang="zh-CN" altLang="en-US" sz="1800" b="1" dirty="0">
                <a:solidFill>
                  <a:srgbClr val="FF0000"/>
                </a:solidFill>
                <a:latin typeface="黑体" panose="02010609060101010101" pitchFamily="49"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1</a:t>
            </a:r>
            <a:r>
              <a:rPr lang="en-US" altLang="zh-CN" sz="1800" b="1" dirty="0">
                <a:solidFill>
                  <a:srgbClr val="FF0000"/>
                </a:solidFill>
                <a:latin typeface="黑体" panose="02010609060101010101" pitchFamily="49"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或</a:t>
            </a:r>
            <a:r>
              <a:rPr lang="zh-CN" altLang="en-US" sz="1800" b="1" dirty="0">
                <a:solidFill>
                  <a:srgbClr val="FF0000"/>
                </a:solidFill>
                <a:latin typeface="黑体" panose="02010609060101010101" pitchFamily="49"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0</a:t>
            </a:r>
            <a:r>
              <a:rPr lang="en-US" altLang="zh-CN" sz="1800" b="1" dirty="0">
                <a:solidFill>
                  <a:srgbClr val="FF0000"/>
                </a:solidFill>
                <a:latin typeface="黑体" panose="02010609060101010101" pitchFamily="49" charset="-122"/>
                <a:ea typeface="华文新魏" panose="02010800040101010101" pitchFamily="2" charset="-122"/>
              </a:rPr>
              <a:t>”</a:t>
            </a:r>
            <a:r>
              <a:rPr lang="zh-CN" altLang="en-US" sz="1800" b="1" dirty="0">
                <a:solidFill>
                  <a:srgbClr val="FF0000"/>
                </a:solidFill>
                <a:latin typeface="黑体" panose="02010609060101010101" pitchFamily="49" charset="-122"/>
                <a:ea typeface="华文新魏" panose="02010800040101010101" pitchFamily="2" charset="-122"/>
              </a:rPr>
              <a:t>对应</a:t>
            </a:r>
            <a:r>
              <a:rPr lang="zh-CN" altLang="en-US" sz="1800" b="1" dirty="0">
                <a:solidFill>
                  <a:schemeClr val="tx1"/>
                </a:solidFill>
                <a:latin typeface="华文新魏" panose="02010800040101010101" pitchFamily="2" charset="-122"/>
                <a:ea typeface="华文新魏" panose="02010800040101010101" pitchFamily="2" charset="-122"/>
              </a:rPr>
              <a:t>的高低窄（矮</a:t>
            </a:r>
            <a:r>
              <a:rPr lang="zh-CN" altLang="en-US" sz="1800" b="1" dirty="0">
                <a:solidFill>
                  <a:schemeClr val="tx1"/>
                </a:solidFill>
                <a:latin typeface="华文新魏" panose="02010800040101010101" pitchFamily="2" charset="-122"/>
                <a:ea typeface="华文新魏" panose="02010800040101010101" pitchFamily="2" charset="-122"/>
              </a:rPr>
              <a:t>）脉冲的情况，则称之为</a:t>
            </a:r>
            <a:r>
              <a:rPr lang="zh-CN" altLang="en-US" sz="1800" b="1" dirty="0">
                <a:solidFill>
                  <a:srgbClr val="FF0000"/>
                </a:solidFill>
                <a:latin typeface="华文新魏" panose="02010800040101010101" pitchFamily="2" charset="-122"/>
                <a:ea typeface="华文新魏" panose="02010800040101010101" pitchFamily="2" charset="-122"/>
              </a:rPr>
              <a:t>静态险象</a:t>
            </a:r>
            <a:r>
              <a:rPr lang="zh-CN" altLang="en-US" sz="1800" b="1" dirty="0">
                <a:solidFill>
                  <a:schemeClr val="tx1"/>
                </a:solidFill>
                <a:latin typeface="华文新魏" panose="02010800040101010101" pitchFamily="2" charset="-122"/>
                <a:ea typeface="华文新魏" panose="02010800040101010101" pitchFamily="2" charset="-122"/>
              </a:rPr>
              <a:t>。它可进一步分为：</a:t>
            </a:r>
            <a:endParaRPr lang="zh-CN" altLang="en-US" sz="1800" b="1" dirty="0">
              <a:solidFill>
                <a:schemeClr val="tx1"/>
              </a:solidFill>
              <a:latin typeface="华文新魏" panose="02010800040101010101" pitchFamily="2" charset="-122"/>
              <a:ea typeface="华文新魏" panose="02010800040101010101" pitchFamily="2" charset="-122"/>
            </a:endParaRPr>
          </a:p>
          <a:p>
            <a:pPr lvl="1" indent="-285750" algn="l" eaLnBrk="1" hangingPunct="1">
              <a:lnSpc>
                <a:spcPct val="85000"/>
              </a:lnSpc>
              <a:spcBef>
                <a:spcPct val="50000"/>
              </a:spcBef>
              <a:buFont typeface="Wingdings" panose="05000000000000000000" charset="0"/>
              <a:buChar char="Ø"/>
            </a:pPr>
            <a:r>
              <a:rPr lang="zh-CN" altLang="en-US" sz="1800" b="1" dirty="0">
                <a:solidFill>
                  <a:srgbClr val="FF0000"/>
                </a:solidFill>
                <a:latin typeface="华文新魏" panose="02010800040101010101" pitchFamily="2" charset="-122"/>
                <a:ea typeface="华文新魏" panose="02010800040101010101" pitchFamily="2" charset="-122"/>
                <a:sym typeface="+mn-ea"/>
              </a:rPr>
              <a:t>功能险象</a:t>
            </a:r>
            <a:endParaRPr lang="zh-CN" altLang="en-US" sz="1800" b="1" dirty="0">
              <a:solidFill>
                <a:srgbClr val="FF0000"/>
              </a:solidFill>
              <a:latin typeface="华文新魏" panose="02010800040101010101" pitchFamily="2" charset="-122"/>
              <a:ea typeface="华文新魏" panose="02010800040101010101" pitchFamily="2" charset="-122"/>
              <a:sym typeface="+mn-ea"/>
            </a:endParaRPr>
          </a:p>
          <a:p>
            <a:pPr lvl="1" indent="-285750" algn="l" eaLnBrk="1" hangingPunct="1">
              <a:lnSpc>
                <a:spcPct val="85000"/>
              </a:lnSpc>
              <a:spcBef>
                <a:spcPct val="50000"/>
              </a:spcBef>
              <a:buFont typeface="Wingdings" panose="05000000000000000000" charset="0"/>
              <a:buChar char="Ø"/>
            </a:pPr>
            <a:r>
              <a:rPr lang="zh-CN" altLang="en-US" sz="1800" b="1" dirty="0">
                <a:solidFill>
                  <a:srgbClr val="FF0000"/>
                </a:solidFill>
                <a:latin typeface="华文新魏" panose="02010800040101010101" pitchFamily="2" charset="-122"/>
                <a:ea typeface="华文新魏" panose="02010800040101010101" pitchFamily="2" charset="-122"/>
              </a:rPr>
              <a:t>逻辑险象</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409"/>
                                        </p:tgtEl>
                                        <p:attrNameLst>
                                          <p:attrName>style.visibility</p:attrName>
                                        </p:attrNameLst>
                                      </p:cBhvr>
                                      <p:to>
                                        <p:strVal val="visible"/>
                                      </p:to>
                                    </p:set>
                                    <p:animEffect transition="in" filter="fade">
                                      <p:cBhvr>
                                        <p:cTn id="7" dur="500"/>
                                        <p:tgtEl>
                                          <p:spTgt spid="1740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7410">
                                            <p:txEl>
                                              <p:pRg st="0" end="0"/>
                                            </p:txEl>
                                          </p:spTgt>
                                        </p:tgtEl>
                                        <p:attrNameLst>
                                          <p:attrName>style.visibility</p:attrName>
                                        </p:attrNameLst>
                                      </p:cBhvr>
                                      <p:to>
                                        <p:strVal val="visible"/>
                                      </p:to>
                                    </p:set>
                                    <p:anim calcmode="lin" valueType="num">
                                      <p:cBhvr additive="base">
                                        <p:cTn id="12" dur="500" fill="hold"/>
                                        <p:tgtEl>
                                          <p:spTgt spid="17410">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74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7410">
                                            <p:txEl>
                                              <p:pRg st="1" end="1"/>
                                            </p:txEl>
                                          </p:spTgt>
                                        </p:tgtEl>
                                        <p:attrNameLst>
                                          <p:attrName>style.visibility</p:attrName>
                                        </p:attrNameLst>
                                      </p:cBhvr>
                                      <p:to>
                                        <p:strVal val="visible"/>
                                      </p:to>
                                    </p:set>
                                    <p:anim calcmode="lin" valueType="num">
                                      <p:cBhvr additive="base">
                                        <p:cTn id="18" dur="500" fill="hold"/>
                                        <p:tgtEl>
                                          <p:spTgt spid="17410">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74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2532">
                                            <p:txEl>
                                              <p:pRg st="0" end="0"/>
                                            </p:txEl>
                                          </p:spTgt>
                                        </p:tgtEl>
                                        <p:attrNameLst>
                                          <p:attrName>style.visibility</p:attrName>
                                        </p:attrNameLst>
                                      </p:cBhvr>
                                      <p:to>
                                        <p:strVal val="visible"/>
                                      </p:to>
                                    </p:set>
                                    <p:anim calcmode="lin" valueType="num">
                                      <p:cBhvr additive="base">
                                        <p:cTn id="24" dur="500" fill="hold"/>
                                        <p:tgtEl>
                                          <p:spTgt spid="22532">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25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2532">
                                            <p:txEl>
                                              <p:pRg st="1" end="1"/>
                                            </p:txEl>
                                          </p:spTgt>
                                        </p:tgtEl>
                                        <p:attrNameLst>
                                          <p:attrName>style.visibility</p:attrName>
                                        </p:attrNameLst>
                                      </p:cBhvr>
                                      <p:to>
                                        <p:strVal val="visible"/>
                                      </p:to>
                                    </p:set>
                                    <p:anim calcmode="lin" valueType="num">
                                      <p:cBhvr additive="base">
                                        <p:cTn id="30" dur="500" fill="hold"/>
                                        <p:tgtEl>
                                          <p:spTgt spid="22532">
                                            <p:txEl>
                                              <p:pRg st="1" end="1"/>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253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2532">
                                            <p:txEl>
                                              <p:pRg st="2" end="2"/>
                                            </p:txEl>
                                          </p:spTgt>
                                        </p:tgtEl>
                                        <p:attrNameLst>
                                          <p:attrName>style.visibility</p:attrName>
                                        </p:attrNameLst>
                                      </p:cBhvr>
                                      <p:to>
                                        <p:strVal val="visible"/>
                                      </p:to>
                                    </p:set>
                                    <p:anim calcmode="lin" valueType="num">
                                      <p:cBhvr additive="base">
                                        <p:cTn id="36" dur="500" fill="hold"/>
                                        <p:tgtEl>
                                          <p:spTgt spid="22532">
                                            <p:txEl>
                                              <p:pRg st="2" end="2"/>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22532">
                                            <p:txEl>
                                              <p:pRg st="2" end="2"/>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22532">
                                            <p:txEl>
                                              <p:pRg st="3" end="3"/>
                                            </p:txEl>
                                          </p:spTgt>
                                        </p:tgtEl>
                                        <p:attrNameLst>
                                          <p:attrName>style.visibility</p:attrName>
                                        </p:attrNameLst>
                                      </p:cBhvr>
                                      <p:to>
                                        <p:strVal val="visible"/>
                                      </p:to>
                                    </p:set>
                                    <p:anim calcmode="lin" valueType="num">
                                      <p:cBhvr additive="base">
                                        <p:cTn id="40" dur="500" fill="hold"/>
                                        <p:tgtEl>
                                          <p:spTgt spid="22532">
                                            <p:txEl>
                                              <p:pRg st="3" end="3"/>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2253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9" grpId="0"/>
      <p:bldP spid="2253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3"/>
          <p:cNvSpPr>
            <a:spLocks noGrp="1"/>
          </p:cNvSpPr>
          <p:nvPr>
            <p:ph type="title"/>
          </p:nvPr>
        </p:nvSpPr>
        <p:spPr>
          <a:xfrm>
            <a:off x="142875" y="484188"/>
            <a:ext cx="6754813" cy="484187"/>
          </a:xfrm>
          <a:noFill/>
          <a:ln>
            <a:noFill/>
          </a:ln>
        </p:spPr>
        <p:txBody>
          <a:bodyPr/>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1</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功能险象        </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功能险象</a:t>
            </a:r>
            <a:r>
              <a:rPr lang="zh-CN" altLang="en-US" sz="2000" b="1" dirty="0">
                <a:latin typeface="华文新魏" panose="02010800040101010101" pitchFamily="2" charset="-122"/>
                <a:ea typeface="华文新魏" panose="02010800040101010101" pitchFamily="2" charset="-122"/>
              </a:rPr>
              <a:t>产生的（必要）条件如下：</a:t>
            </a:r>
            <a:endParaRPr lang="zh-CN" altLang="en-US" sz="2000" b="1" dirty="0">
              <a:latin typeface="华文新魏" panose="02010800040101010101" pitchFamily="2" charset="-122"/>
              <a:ea typeface="华文新魏" panose="02010800040101010101" pitchFamily="2" charset="-122"/>
            </a:endParaRPr>
          </a:p>
        </p:txBody>
      </p:sp>
      <p:sp>
        <p:nvSpPr>
          <p:cNvPr id="18434" name="Rectangle 4"/>
          <p:cNvSpPr>
            <a:spLocks noGrp="1"/>
          </p:cNvSpPr>
          <p:nvPr>
            <p:ph idx="1"/>
          </p:nvPr>
        </p:nvSpPr>
        <p:spPr>
          <a:xfrm>
            <a:off x="539750" y="982980"/>
            <a:ext cx="7884160" cy="1083945"/>
          </a:xfrm>
          <a:noFill/>
          <a:ln>
            <a:noFill/>
          </a:ln>
        </p:spPr>
        <p:txBody>
          <a:bodyPr/>
          <a:p>
            <a:pPr marL="609600" indent="-609600" eaLnBrk="1" hangingPunct="1">
              <a:buFont typeface="Arial" panose="020B0604020202020204" pitchFamily="34" charset="0"/>
              <a:buAutoNum type="circleNumDbPlain"/>
            </a:pPr>
            <a:r>
              <a:rPr lang="zh-CN" altLang="en-US" sz="1800" b="1" dirty="0">
                <a:latin typeface="华文新魏" panose="02010800040101010101" pitchFamily="2" charset="-122"/>
                <a:ea typeface="华文新魏" panose="02010800040101010101" pitchFamily="2" charset="-122"/>
              </a:rPr>
              <a:t>有</a:t>
            </a:r>
            <a:r>
              <a:rPr lang="en-US" altLang="zh-CN" sz="1800" b="1" dirty="0">
                <a:latin typeface="华文新魏" panose="02010800040101010101" pitchFamily="2" charset="-122"/>
                <a:ea typeface="华文新魏" panose="02010800040101010101" pitchFamily="2" charset="-122"/>
              </a:rPr>
              <a:t>K(K </a:t>
            </a:r>
            <a:r>
              <a:rPr lang="zh-CN" altLang="en-US" sz="1800" b="1" dirty="0">
                <a:latin typeface="华文新魏" panose="02010800040101010101" pitchFamily="2"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1)</a:t>
            </a:r>
            <a:r>
              <a:rPr lang="zh-CN" altLang="en-US" sz="1800" b="1" dirty="0">
                <a:latin typeface="华文新魏" panose="02010800040101010101" pitchFamily="2" charset="-122"/>
                <a:ea typeface="华文新魏" panose="02010800040101010101" pitchFamily="2" charset="-122"/>
              </a:rPr>
              <a:t>个</a:t>
            </a:r>
            <a:r>
              <a:rPr lang="zh-CN" altLang="en-US" sz="1800" b="1" dirty="0">
                <a:latin typeface="华文新魏" panose="02010800040101010101" pitchFamily="2" charset="-122"/>
                <a:ea typeface="华文新魏" panose="02010800040101010101" pitchFamily="2" charset="-122"/>
              </a:rPr>
              <a:t>输入信号</a:t>
            </a:r>
            <a:r>
              <a:rPr lang="zh-CN" altLang="en-US" sz="1800" b="1" dirty="0">
                <a:latin typeface="华文新魏" panose="02010800040101010101" pitchFamily="2" charset="-122"/>
                <a:ea typeface="华文新魏" panose="02010800040101010101" pitchFamily="2" charset="-122"/>
              </a:rPr>
              <a:t>变量同时发生变化；</a:t>
            </a:r>
            <a:endParaRPr lang="zh-CN" altLang="en-US" sz="1800" b="1" dirty="0">
              <a:latin typeface="华文新魏" panose="02010800040101010101" pitchFamily="2" charset="-122"/>
              <a:ea typeface="华文新魏" panose="02010800040101010101" pitchFamily="2" charset="-122"/>
            </a:endParaRPr>
          </a:p>
          <a:p>
            <a:pPr marL="609600" indent="-609600" eaLnBrk="1" hangingPunct="1">
              <a:buFont typeface="Arial" panose="020B0604020202020204" pitchFamily="34" charset="0"/>
              <a:buAutoNum type="circleNumDbPlain"/>
            </a:pPr>
            <a:r>
              <a:rPr lang="zh-CN" altLang="en-US" sz="1800" b="1" dirty="0">
                <a:latin typeface="华文新魏" panose="02010800040101010101" pitchFamily="2" charset="-122"/>
                <a:ea typeface="华文新魏" panose="02010800040101010101" pitchFamily="2" charset="-122"/>
              </a:rPr>
              <a:t>变化的</a:t>
            </a:r>
            <a:r>
              <a:rPr lang="en-US" altLang="zh-CN" sz="1800" b="1" dirty="0">
                <a:latin typeface="华文新魏" panose="02010800040101010101" pitchFamily="2" charset="-122"/>
                <a:ea typeface="华文新魏" panose="02010800040101010101" pitchFamily="2" charset="-122"/>
              </a:rPr>
              <a:t>K</a:t>
            </a:r>
            <a:r>
              <a:rPr lang="zh-CN" altLang="en-US" sz="1800" b="1" dirty="0">
                <a:latin typeface="华文新魏" panose="02010800040101010101" pitchFamily="2" charset="-122"/>
                <a:ea typeface="华文新魏" panose="02010800040101010101" pitchFamily="2" charset="-122"/>
              </a:rPr>
              <a:t>个</a:t>
            </a:r>
            <a:r>
              <a:rPr lang="zh-CN" altLang="en-US" sz="1800" b="1" dirty="0">
                <a:latin typeface="华文新魏" panose="02010800040101010101" pitchFamily="2" charset="-122"/>
                <a:ea typeface="华文新魏" panose="02010800040101010101" pitchFamily="2" charset="-122"/>
              </a:rPr>
              <a:t>信号变量组合所对应的</a:t>
            </a:r>
            <a:r>
              <a:rPr lang="en-US" altLang="zh-CN" sz="1800" b="1" dirty="0">
                <a:latin typeface="华文新魏" panose="02010800040101010101" pitchFamily="2" charset="-122"/>
                <a:ea typeface="华文新魏" panose="02010800040101010101" pitchFamily="2" charset="-122"/>
              </a:rPr>
              <a:t>2</a:t>
            </a:r>
            <a:r>
              <a:rPr lang="en-US" altLang="zh-CN" sz="1800" b="1" baseline="30000" dirty="0">
                <a:latin typeface="华文新魏" panose="02010800040101010101" pitchFamily="2" charset="-122"/>
                <a:ea typeface="华文新魏" panose="02010800040101010101" pitchFamily="2" charset="-122"/>
              </a:rPr>
              <a:t>k</a:t>
            </a:r>
            <a:r>
              <a:rPr lang="zh-CN" altLang="en-US" sz="1800" b="1" dirty="0">
                <a:latin typeface="华文新魏" panose="02010800040101010101" pitchFamily="2" charset="-122"/>
                <a:ea typeface="华文新魏" panose="02010800040101010101" pitchFamily="2" charset="-122"/>
              </a:rPr>
              <a:t>个</a:t>
            </a:r>
            <a:r>
              <a:rPr lang="en-US" altLang="zh-CN" sz="1800" b="1" dirty="0">
                <a:latin typeface="华文新魏" panose="02010800040101010101" pitchFamily="2" charset="-122"/>
                <a:ea typeface="华文新魏" panose="02010800040101010101" pitchFamily="2" charset="-122"/>
              </a:rPr>
              <a:t>m</a:t>
            </a:r>
            <a:r>
              <a:rPr lang="en-US" altLang="zh-CN" sz="1800" b="1" baseline="-25000" dirty="0">
                <a:latin typeface="华文新魏" panose="02010800040101010101" pitchFamily="2" charset="-122"/>
                <a:ea typeface="华文新魏" panose="02010800040101010101" pitchFamily="2" charset="-122"/>
              </a:rPr>
              <a:t>i</a:t>
            </a:r>
            <a:r>
              <a:rPr lang="zh-CN" altLang="en-US" sz="1800" b="1" dirty="0">
                <a:latin typeface="华文新魏" panose="02010800040101010101" pitchFamily="2" charset="-122"/>
                <a:ea typeface="华文新魏" panose="02010800040101010101" pitchFamily="2" charset="-122"/>
              </a:rPr>
              <a:t>中必定</a:t>
            </a:r>
            <a:r>
              <a:rPr lang="zh-CN" altLang="en-US" sz="1800" b="1" dirty="0">
                <a:solidFill>
                  <a:srgbClr val="0000FF"/>
                </a:solidFill>
                <a:latin typeface="华文新魏" panose="02010800040101010101" pitchFamily="2" charset="-122"/>
                <a:ea typeface="华文新魏" panose="02010800040101010101" pitchFamily="2" charset="-122"/>
              </a:rPr>
              <a:t>既有</a:t>
            </a:r>
            <a:r>
              <a:rPr lang="en-US" altLang="zh-CN" sz="1800" b="1" dirty="0">
                <a:solidFill>
                  <a:srgbClr val="0000FF"/>
                </a:solidFill>
                <a:latin typeface="华文新魏" panose="02010800040101010101" pitchFamily="2" charset="-122"/>
                <a:ea typeface="华文新魏" panose="02010800040101010101" pitchFamily="2" charset="-122"/>
              </a:rPr>
              <a:t>1</a:t>
            </a:r>
            <a:r>
              <a:rPr lang="zh-CN" altLang="en-US" sz="1800" b="1" dirty="0">
                <a:solidFill>
                  <a:srgbClr val="0000FF"/>
                </a:solidFill>
                <a:latin typeface="华文新魏" panose="02010800040101010101" pitchFamily="2" charset="-122"/>
                <a:ea typeface="华文新魏" panose="02010800040101010101" pitchFamily="2" charset="-122"/>
              </a:rPr>
              <a:t>，又有</a:t>
            </a:r>
            <a:r>
              <a:rPr lang="en-US" altLang="zh-CN" sz="1800" b="1" dirty="0">
                <a:solidFill>
                  <a:srgbClr val="0000FF"/>
                </a:solidFill>
                <a:latin typeface="华文新魏" panose="02010800040101010101" pitchFamily="2" charset="-122"/>
                <a:ea typeface="华文新魏" panose="02010800040101010101" pitchFamily="2" charset="-122"/>
              </a:rPr>
              <a:t>0</a:t>
            </a: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a:p>
            <a:pPr marL="609600" indent="-609600" eaLnBrk="1" hangingPunct="1">
              <a:buFont typeface="Arial" panose="020B0604020202020204" pitchFamily="34" charset="0"/>
              <a:buAutoNum type="circleNumDbPlain"/>
            </a:pPr>
            <a:r>
              <a:rPr lang="zh-CN" altLang="en-US" sz="1800" b="1" dirty="0">
                <a:latin typeface="华文新魏" panose="02010800040101010101" pitchFamily="2" charset="-122"/>
                <a:ea typeface="华文新魏" panose="02010800040101010101" pitchFamily="2" charset="-122"/>
              </a:rPr>
              <a:t>输入</a:t>
            </a:r>
            <a:r>
              <a:rPr lang="zh-CN" altLang="en-US" sz="1800" b="1" dirty="0">
                <a:latin typeface="华文新魏" panose="02010800040101010101" pitchFamily="2" charset="-122"/>
                <a:ea typeface="华文新魏" panose="02010800040101010101" pitchFamily="2" charset="-122"/>
              </a:rPr>
              <a:t>信号变量变化前后</a:t>
            </a:r>
            <a:r>
              <a:rPr lang="zh-CN" altLang="en-US" sz="1800" b="1" dirty="0">
                <a:latin typeface="华文新魏" panose="02010800040101010101" pitchFamily="2" charset="-122"/>
                <a:ea typeface="华文新魏" panose="02010800040101010101" pitchFamily="2" charset="-122"/>
              </a:rPr>
              <a:t>对应的稳态输出相同。</a:t>
            </a:r>
            <a:endParaRPr lang="zh-CN" altLang="en-US" sz="1800" b="1" dirty="0">
              <a:latin typeface="华文新魏" panose="02010800040101010101" pitchFamily="2" charset="-122"/>
              <a:ea typeface="华文新魏" panose="02010800040101010101" pitchFamily="2" charset="-122"/>
            </a:endParaRPr>
          </a:p>
        </p:txBody>
      </p:sp>
      <p:graphicFrame>
        <p:nvGraphicFramePr>
          <p:cNvPr id="23556" name="Group 59"/>
          <p:cNvGraphicFramePr>
            <a:graphicFrameLocks noGrp="1"/>
          </p:cNvGraphicFramePr>
          <p:nvPr>
            <p:custDataLst>
              <p:tags r:id="rId1"/>
            </p:custDataLst>
          </p:nvPr>
        </p:nvGraphicFramePr>
        <p:xfrm>
          <a:off x="922338" y="4295775"/>
          <a:ext cx="2209800" cy="723900"/>
        </p:xfrm>
        <a:graphic>
          <a:graphicData uri="http://schemas.openxmlformats.org/drawingml/2006/table">
            <a:tbl>
              <a:tblPr/>
              <a:tblGrid>
                <a:gridCol w="552450"/>
                <a:gridCol w="552450"/>
                <a:gridCol w="552450"/>
                <a:gridCol w="552450"/>
              </a:tblGrid>
              <a:tr h="36195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195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lang="en-US" altLang="zh-CN" sz="1800" b="1" dirty="0">
                          <a:latin typeface="华文新魏" panose="02010800040101010101" pitchFamily="2" charset="-122"/>
                          <a:ea typeface="华文新魏" panose="02010800040101010101" pitchFamily="2" charset="-122"/>
                          <a:sym typeface="+mn-ea"/>
                        </a:rPr>
                        <a:t>0</a:t>
                      </a:r>
                      <a:endParaRPr kumimoji="1" lang="zh-CN"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18452" name="Group 92"/>
          <p:cNvGrpSpPr/>
          <p:nvPr/>
        </p:nvGrpSpPr>
        <p:grpSpPr>
          <a:xfrm>
            <a:off x="462280" y="2227962"/>
            <a:ext cx="7570788" cy="571118"/>
            <a:chOff x="288" y="1750"/>
            <a:chExt cx="4769" cy="479"/>
          </a:xfrm>
        </p:grpSpPr>
        <p:sp>
          <p:nvSpPr>
            <p:cNvPr id="24643" name="Text Box 41"/>
            <p:cNvSpPr txBox="1"/>
            <p:nvPr/>
          </p:nvSpPr>
          <p:spPr>
            <a:xfrm>
              <a:off x="288" y="1783"/>
              <a:ext cx="4769" cy="446"/>
            </a:xfrm>
            <a:prstGeom prst="rect">
              <a:avLst/>
            </a:prstGeom>
            <a:noFill/>
            <a:ln w="9525">
              <a:noFill/>
            </a:ln>
          </p:spPr>
          <p:txBody>
            <a:bodyPr>
              <a:spAutoFit/>
            </a:bodyPr>
            <a:p>
              <a:pPr eaLnBrk="1" hangingPunct="1">
                <a:lnSpc>
                  <a:spcPct val="70000"/>
                </a:lnSpc>
                <a:spcBef>
                  <a:spcPct val="2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例</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如图所示 </a:t>
              </a:r>
              <a:r>
                <a:rPr lang="en-US" altLang="zh-CN" sz="1800" b="1" dirty="0">
                  <a:solidFill>
                    <a:schemeClr val="tx1"/>
                  </a:solidFill>
                  <a:latin typeface="华文新魏" panose="02010800040101010101" pitchFamily="2" charset="-122"/>
                  <a:ea typeface="华文新魏" panose="02010800040101010101" pitchFamily="2" charset="-122"/>
                </a:rPr>
                <a:t>F = AC + BC</a:t>
              </a:r>
              <a:r>
                <a:rPr lang="zh-CN" altLang="en-US" sz="1800" b="1" dirty="0">
                  <a:solidFill>
                    <a:schemeClr val="tx1"/>
                  </a:solidFill>
                  <a:latin typeface="华文新魏" panose="02010800040101010101" pitchFamily="2" charset="-122"/>
                  <a:ea typeface="华文新魏" panose="02010800040101010101" pitchFamily="2" charset="-122"/>
                </a:rPr>
                <a:t>，  设 </a:t>
              </a:r>
              <a:r>
                <a:rPr lang="en-US" altLang="zh-CN" sz="1800" b="1" dirty="0">
                  <a:solidFill>
                    <a:schemeClr val="tx1"/>
                  </a:solidFill>
                  <a:latin typeface="华文新魏" panose="02010800040101010101" pitchFamily="2" charset="-122"/>
                  <a:ea typeface="华文新魏" panose="02010800040101010101" pitchFamily="2" charset="-122"/>
                </a:rPr>
                <a:t>A=1      </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20000"/>
                </a:spcBef>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当  </a:t>
              </a:r>
              <a:r>
                <a:rPr lang="en-US" altLang="zh-CN" sz="1800" b="1" dirty="0">
                  <a:solidFill>
                    <a:srgbClr val="FF0000"/>
                  </a:solidFill>
                  <a:latin typeface="华文新魏" panose="02010800040101010101" pitchFamily="2" charset="-122"/>
                  <a:ea typeface="华文新魏" panose="02010800040101010101" pitchFamily="2" charset="-122"/>
                </a:rPr>
                <a:t>BC </a:t>
              </a:r>
              <a:r>
                <a:rPr lang="zh-CN" altLang="en-US"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00 →11 </a:t>
              </a:r>
              <a:r>
                <a:rPr lang="zh-CN" altLang="en-US" sz="1800" b="1" dirty="0">
                  <a:solidFill>
                    <a:srgbClr val="FF0000"/>
                  </a:solidFill>
                  <a:latin typeface="华文新魏" panose="02010800040101010101" pitchFamily="2" charset="-122"/>
                  <a:ea typeface="华文新魏" panose="02010800040101010101" pitchFamily="2" charset="-122"/>
                </a:rPr>
                <a:t>时，</a:t>
              </a:r>
              <a:r>
                <a:rPr lang="en-US" altLang="zh-CN" sz="1800" b="1" dirty="0">
                  <a:solidFill>
                    <a:srgbClr val="FF0000"/>
                  </a:solidFill>
                  <a:latin typeface="华文新魏" panose="02010800040101010101" pitchFamily="2" charset="-122"/>
                  <a:ea typeface="华文新魏" panose="02010800040101010101" pitchFamily="2" charset="-122"/>
                </a:rPr>
                <a:t>F</a:t>
              </a:r>
              <a:r>
                <a:rPr lang="zh-CN" altLang="en-US" sz="1800" b="1" dirty="0">
                  <a:solidFill>
                    <a:srgbClr val="FF0000"/>
                  </a:solidFill>
                  <a:latin typeface="华文新魏" panose="02010800040101010101" pitchFamily="2" charset="-122"/>
                  <a:ea typeface="华文新魏" panose="02010800040101010101" pitchFamily="2" charset="-122"/>
                </a:rPr>
                <a:t>应当恒为</a:t>
              </a:r>
              <a:r>
                <a:rPr lang="en-US" altLang="zh-CN" sz="1800" b="1" dirty="0">
                  <a:solidFill>
                    <a:srgbClr val="FF0000"/>
                  </a:solidFill>
                  <a:latin typeface="华文新魏" panose="02010800040101010101" pitchFamily="2" charset="-122"/>
                  <a:ea typeface="华文新魏" panose="02010800040101010101" pitchFamily="2" charset="-122"/>
                </a:rPr>
                <a:t>1</a:t>
              </a:r>
              <a:endParaRPr lang="en-US" altLang="zh-CN" sz="1800" b="1" dirty="0">
                <a:solidFill>
                  <a:srgbClr val="FF0000"/>
                </a:solidFill>
                <a:latin typeface="华文新魏" panose="02010800040101010101" pitchFamily="2" charset="-122"/>
                <a:ea typeface="华文新魏" panose="02010800040101010101" pitchFamily="2" charset="-122"/>
              </a:endParaRPr>
            </a:p>
          </p:txBody>
        </p:sp>
        <p:sp>
          <p:nvSpPr>
            <p:cNvPr id="16442" name="Line 60"/>
            <p:cNvSpPr/>
            <p:nvPr/>
          </p:nvSpPr>
          <p:spPr>
            <a:xfrm>
              <a:off x="1515" y="1750"/>
              <a:ext cx="72" cy="3"/>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sp>
        <p:nvSpPr>
          <p:cNvPr id="23574" name="Text Box 63"/>
          <p:cNvSpPr txBox="1"/>
          <p:nvPr/>
        </p:nvSpPr>
        <p:spPr>
          <a:xfrm>
            <a:off x="611188" y="2800350"/>
            <a:ext cx="4113212" cy="365125"/>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情况一：</a:t>
            </a:r>
            <a:r>
              <a:rPr lang="en-US" altLang="zh-CN" sz="1800" b="1" dirty="0">
                <a:solidFill>
                  <a:schemeClr val="tx1"/>
                </a:solidFill>
                <a:latin typeface="华文新魏" panose="02010800040101010101" pitchFamily="2" charset="-122"/>
                <a:ea typeface="华文新魏" panose="02010800040101010101" pitchFamily="2" charset="-122"/>
              </a:rPr>
              <a:t>ABC</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100 →110 →111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18456" name="Line 66"/>
          <p:cNvSpPr/>
          <p:nvPr/>
        </p:nvSpPr>
        <p:spPr>
          <a:xfrm>
            <a:off x="3006090" y="4528820"/>
            <a:ext cx="635" cy="283845"/>
          </a:xfrm>
          <a:prstGeom prst="line">
            <a:avLst/>
          </a:prstGeom>
          <a:ln w="28575" cap="flat" cmpd="sng">
            <a:solidFill>
              <a:srgbClr val="FF3300"/>
            </a:solidFill>
            <a:prstDash val="solid"/>
            <a:headEnd type="none" w="med" len="med"/>
            <a:tailEnd type="triangle" w="med" len="med"/>
          </a:ln>
        </p:spPr>
      </p:sp>
      <p:sp>
        <p:nvSpPr>
          <p:cNvPr id="18457" name="Text Box 67"/>
          <p:cNvSpPr txBox="1"/>
          <p:nvPr/>
        </p:nvSpPr>
        <p:spPr>
          <a:xfrm>
            <a:off x="395288" y="3157538"/>
            <a:ext cx="4100512" cy="36830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　　　　则  </a:t>
            </a:r>
            <a:r>
              <a:rPr lang="en-US" altLang="zh-CN" sz="1800" b="1" dirty="0">
                <a:solidFill>
                  <a:srgbClr val="FF0000"/>
                </a:solidFill>
                <a:latin typeface="华文新魏" panose="02010800040101010101" pitchFamily="2" charset="-122"/>
                <a:ea typeface="华文新魏" panose="02010800040101010101" pitchFamily="2" charset="-122"/>
              </a:rPr>
              <a:t>F</a:t>
            </a:r>
            <a:r>
              <a:rPr lang="zh-CN" altLang="en-US" sz="1800" b="1" dirty="0">
                <a:solidFill>
                  <a:srgbClr val="FF0000"/>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1</a:t>
            </a:r>
            <a:r>
              <a:rPr lang="en-US" altLang="zh-CN" sz="1800" b="1" dirty="0">
                <a:solidFill>
                  <a:srgbClr val="FF0000"/>
                </a:solidFill>
                <a:latin typeface="华文新魏" panose="02010800040101010101" pitchFamily="2" charset="-122"/>
                <a:ea typeface="华文新魏" panose="02010800040101010101" pitchFamily="2" charset="-122"/>
              </a:rPr>
              <a:t> </a:t>
            </a:r>
            <a:r>
              <a:rPr lang="en-US" altLang="zh-CN" sz="1800" b="1" dirty="0">
                <a:solidFill>
                  <a:srgbClr val="0000FF"/>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1</a:t>
            </a:r>
            <a:r>
              <a:rPr lang="en-US" altLang="zh-CN" sz="1800" b="1" dirty="0">
                <a:solidFill>
                  <a:srgbClr val="FF0000"/>
                </a:solidFill>
                <a:latin typeface="华文新魏" panose="02010800040101010101" pitchFamily="2" charset="-122"/>
                <a:ea typeface="华文新魏" panose="02010800040101010101" pitchFamily="2" charset="-122"/>
              </a:rPr>
              <a:t> </a:t>
            </a:r>
            <a:r>
              <a:rPr lang="en-US" altLang="zh-CN" sz="1800" b="1" dirty="0">
                <a:solidFill>
                  <a:srgbClr val="0000FF"/>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1</a:t>
            </a:r>
            <a:r>
              <a:rPr lang="en-US" altLang="zh-CN" sz="1800" b="1" dirty="0">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0000FF"/>
                </a:solidFill>
                <a:latin typeface="华文新魏" panose="02010800040101010101" pitchFamily="2" charset="-122"/>
                <a:ea typeface="华文新魏" panose="02010800040101010101" pitchFamily="2" charset="-122"/>
              </a:rPr>
              <a:t>无险象</a:t>
            </a:r>
            <a:endParaRPr lang="zh-CN" altLang="en-US" sz="1800" b="1" dirty="0">
              <a:solidFill>
                <a:srgbClr val="0000FF"/>
              </a:solidFill>
              <a:latin typeface="华文新魏" panose="02010800040101010101" pitchFamily="2" charset="-122"/>
              <a:ea typeface="华文新魏" panose="02010800040101010101" pitchFamily="2" charset="-122"/>
            </a:endParaRPr>
          </a:p>
        </p:txBody>
      </p:sp>
      <p:sp>
        <p:nvSpPr>
          <p:cNvPr id="23577" name="Text Box 68"/>
          <p:cNvSpPr txBox="1"/>
          <p:nvPr/>
        </p:nvSpPr>
        <p:spPr>
          <a:xfrm>
            <a:off x="611188" y="3543300"/>
            <a:ext cx="4113212" cy="365125"/>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情况二：</a:t>
            </a:r>
            <a:r>
              <a:rPr lang="en-US" altLang="zh-CN" sz="1800" b="1" dirty="0">
                <a:solidFill>
                  <a:schemeClr val="tx1"/>
                </a:solidFill>
                <a:latin typeface="华文新魏" panose="02010800040101010101" pitchFamily="2" charset="-122"/>
                <a:ea typeface="华文新魏" panose="02010800040101010101" pitchFamily="2" charset="-122"/>
              </a:rPr>
              <a:t>ABC</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100 →101 →111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18459" name="Text Box 70"/>
          <p:cNvSpPr txBox="1"/>
          <p:nvPr/>
        </p:nvSpPr>
        <p:spPr>
          <a:xfrm>
            <a:off x="395605" y="3829050"/>
            <a:ext cx="4100195"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　　　　则  </a:t>
            </a:r>
            <a:r>
              <a:rPr lang="en-US" altLang="zh-CN" sz="1800" b="1" dirty="0">
                <a:solidFill>
                  <a:srgbClr val="FF0000"/>
                </a:solidFill>
                <a:latin typeface="华文新魏" panose="02010800040101010101" pitchFamily="2" charset="-122"/>
                <a:ea typeface="华文新魏" panose="02010800040101010101" pitchFamily="2" charset="-122"/>
              </a:rPr>
              <a:t>F</a:t>
            </a:r>
            <a:r>
              <a:rPr lang="zh-CN" altLang="en-US" sz="1800" b="1" dirty="0">
                <a:solidFill>
                  <a:srgbClr val="FF0000"/>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1</a:t>
            </a:r>
            <a:r>
              <a:rPr lang="en-US" altLang="zh-CN" sz="1800" b="1" dirty="0">
                <a:solidFill>
                  <a:srgbClr val="FF0000"/>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0</a:t>
            </a:r>
            <a:r>
              <a:rPr lang="en-US" altLang="zh-CN" sz="1800" b="1" dirty="0">
                <a:solidFill>
                  <a:srgbClr val="FF0000"/>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1</a:t>
            </a:r>
            <a:r>
              <a:rPr lang="en-US" altLang="zh-CN" sz="1800" b="1" dirty="0">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有险象</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grpSp>
        <p:nvGrpSpPr>
          <p:cNvPr id="18460" name="Group 196"/>
          <p:cNvGrpSpPr/>
          <p:nvPr/>
        </p:nvGrpSpPr>
        <p:grpSpPr>
          <a:xfrm>
            <a:off x="5003800" y="2355850"/>
            <a:ext cx="3419475" cy="2041525"/>
            <a:chOff x="144" y="1056"/>
            <a:chExt cx="2592" cy="1715"/>
          </a:xfrm>
        </p:grpSpPr>
        <p:sp>
          <p:nvSpPr>
            <p:cNvPr id="24604" name="Rectangle 6"/>
            <p:cNvSpPr/>
            <p:nvPr/>
          </p:nvSpPr>
          <p:spPr>
            <a:xfrm>
              <a:off x="144" y="1056"/>
              <a:ext cx="2592" cy="1707"/>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4399" name="Line 7"/>
            <p:cNvSpPr/>
            <p:nvPr/>
          </p:nvSpPr>
          <p:spPr>
            <a:xfrm>
              <a:off x="1160" y="1584"/>
              <a:ext cx="272" cy="1"/>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4606" name="Text Box 8"/>
            <p:cNvSpPr txBox="1"/>
            <p:nvPr/>
          </p:nvSpPr>
          <p:spPr>
            <a:xfrm>
              <a:off x="331" y="1478"/>
              <a:ext cx="233" cy="333"/>
            </a:xfrm>
            <a:prstGeom prst="rect">
              <a:avLst/>
            </a:prstGeom>
            <a:noFill/>
            <a:ln w="9525">
              <a:noFill/>
            </a:ln>
          </p:spPr>
          <p:txBody>
            <a:bodyPr>
              <a:spAutoFit/>
            </a:bodyPr>
            <a:p>
              <a:pPr algn="ctr" eaLnBrk="1" hangingPunct="1">
                <a:buFont typeface="Arial" panose="020B0604020202020204" pitchFamily="34" charset="0"/>
              </a:pPr>
              <a:r>
                <a:rPr lang="en-US" altLang="zh-CN" b="1" dirty="0">
                  <a:solidFill>
                    <a:srgbClr val="FF0000"/>
                  </a:solidFill>
                  <a:latin typeface="华文新魏" panose="02010800040101010101" pitchFamily="2" charset="-122"/>
                  <a:ea typeface="华文新魏" panose="02010800040101010101" pitchFamily="2" charset="-122"/>
                </a:rPr>
                <a:t>C</a:t>
              </a:r>
              <a:endParaRPr lang="en-US" altLang="zh-CN" b="1" dirty="0">
                <a:solidFill>
                  <a:srgbClr val="FF0000"/>
                </a:solidFill>
                <a:latin typeface="华文新魏" panose="02010800040101010101" pitchFamily="2" charset="-122"/>
                <a:ea typeface="华文新魏" panose="02010800040101010101" pitchFamily="2" charset="-122"/>
              </a:endParaRPr>
            </a:p>
          </p:txBody>
        </p:sp>
        <p:sp>
          <p:nvSpPr>
            <p:cNvPr id="14401" name="Line 11"/>
            <p:cNvSpPr/>
            <p:nvPr/>
          </p:nvSpPr>
          <p:spPr>
            <a:xfrm>
              <a:off x="568" y="1305"/>
              <a:ext cx="86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4608" name="Oval 12"/>
            <p:cNvSpPr/>
            <p:nvPr/>
          </p:nvSpPr>
          <p:spPr>
            <a:xfrm>
              <a:off x="652" y="1563"/>
              <a:ext cx="48" cy="48"/>
            </a:xfrm>
            <a:prstGeom prst="ellipse">
              <a:avLst/>
            </a:prstGeom>
            <a:solidFill>
              <a:srgbClr val="FF0000"/>
            </a:solidFill>
            <a:ln w="952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4403" name="Line 15"/>
            <p:cNvSpPr/>
            <p:nvPr/>
          </p:nvSpPr>
          <p:spPr>
            <a:xfrm>
              <a:off x="537" y="1584"/>
              <a:ext cx="300" cy="0"/>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4404" name="Line 16"/>
            <p:cNvSpPr/>
            <p:nvPr/>
          </p:nvSpPr>
          <p:spPr>
            <a:xfrm>
              <a:off x="672" y="1584"/>
              <a:ext cx="0" cy="617"/>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4405" name="Line 18"/>
            <p:cNvSpPr/>
            <p:nvPr/>
          </p:nvSpPr>
          <p:spPr>
            <a:xfrm>
              <a:off x="2400" y="1861"/>
              <a:ext cx="238" cy="0"/>
            </a:xfrm>
            <a:prstGeom prst="line">
              <a:avLst/>
            </a:prstGeom>
            <a:ln w="19050">
              <a:solidFill>
                <a:schemeClr val="accent2">
                  <a:lumMod val="50000"/>
                </a:schemeClr>
              </a:solidFill>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4612" name="Text Box 19"/>
            <p:cNvSpPr txBox="1"/>
            <p:nvPr/>
          </p:nvSpPr>
          <p:spPr>
            <a:xfrm>
              <a:off x="2491" y="1518"/>
              <a:ext cx="186" cy="38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rgbClr val="843C0B"/>
                  </a:solidFill>
                  <a:latin typeface="华文新魏" panose="02010800040101010101" pitchFamily="2" charset="-122"/>
                  <a:ea typeface="华文新魏" panose="02010800040101010101" pitchFamily="2" charset="-122"/>
                </a:rPr>
                <a:t>F</a:t>
              </a:r>
              <a:endParaRPr lang="en-US" altLang="zh-CN" sz="2400" b="1" dirty="0">
                <a:solidFill>
                  <a:srgbClr val="843C0B"/>
                </a:solidFill>
                <a:latin typeface="华文新魏" panose="02010800040101010101" pitchFamily="2" charset="-122"/>
                <a:ea typeface="华文新魏" panose="02010800040101010101" pitchFamily="2" charset="-122"/>
              </a:endParaRPr>
            </a:p>
          </p:txBody>
        </p:sp>
        <p:sp>
          <p:nvSpPr>
            <p:cNvPr id="24613" name="Line 24"/>
            <p:cNvSpPr/>
            <p:nvPr/>
          </p:nvSpPr>
          <p:spPr>
            <a:xfrm>
              <a:off x="1713" y="1436"/>
              <a:ext cx="192" cy="0"/>
            </a:xfrm>
            <a:prstGeom prst="line">
              <a:avLst/>
            </a:prstGeom>
            <a:ln w="19050" cap="flat" cmpd="sng">
              <a:solidFill>
                <a:srgbClr val="0000FF"/>
              </a:solidFill>
              <a:prstDash val="solid"/>
              <a:headEnd type="none" w="med" len="med"/>
              <a:tailEnd type="none" w="med" len="med"/>
            </a:ln>
          </p:spPr>
        </p:sp>
        <p:sp>
          <p:nvSpPr>
            <p:cNvPr id="14408" name="Line 25"/>
            <p:cNvSpPr/>
            <p:nvPr/>
          </p:nvSpPr>
          <p:spPr>
            <a:xfrm>
              <a:off x="1718" y="2294"/>
              <a:ext cx="193" cy="0"/>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4615" name="Line 26"/>
            <p:cNvSpPr/>
            <p:nvPr/>
          </p:nvSpPr>
          <p:spPr>
            <a:xfrm>
              <a:off x="1902" y="1430"/>
              <a:ext cx="0" cy="336"/>
            </a:xfrm>
            <a:prstGeom prst="line">
              <a:avLst/>
            </a:prstGeom>
            <a:ln w="19050" cap="flat" cmpd="sng">
              <a:solidFill>
                <a:srgbClr val="0000FF"/>
              </a:solidFill>
              <a:prstDash val="solid"/>
              <a:headEnd type="none" w="med" len="med"/>
              <a:tailEnd type="none" w="med" len="med"/>
            </a:ln>
          </p:spPr>
        </p:sp>
        <p:sp>
          <p:nvSpPr>
            <p:cNvPr id="14410" name="Line 27"/>
            <p:cNvSpPr/>
            <p:nvPr/>
          </p:nvSpPr>
          <p:spPr>
            <a:xfrm>
              <a:off x="1902" y="1968"/>
              <a:ext cx="0" cy="336"/>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4411" name="Line 28"/>
            <p:cNvSpPr/>
            <p:nvPr/>
          </p:nvSpPr>
          <p:spPr>
            <a:xfrm>
              <a:off x="1900" y="1968"/>
              <a:ext cx="194" cy="0"/>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4618" name="Line 29"/>
            <p:cNvSpPr/>
            <p:nvPr/>
          </p:nvSpPr>
          <p:spPr>
            <a:xfrm>
              <a:off x="1910" y="1756"/>
              <a:ext cx="192" cy="0"/>
            </a:xfrm>
            <a:prstGeom prst="line">
              <a:avLst/>
            </a:prstGeom>
            <a:ln w="19050" cap="flat" cmpd="sng">
              <a:solidFill>
                <a:srgbClr val="0000FF"/>
              </a:solidFill>
              <a:prstDash val="solid"/>
              <a:headEnd type="none" w="med" len="med"/>
              <a:tailEnd type="none" w="med" len="med"/>
            </a:ln>
          </p:spPr>
        </p:sp>
        <p:sp>
          <p:nvSpPr>
            <p:cNvPr id="24619" name="Text Box 30"/>
            <p:cNvSpPr txBox="1"/>
            <p:nvPr/>
          </p:nvSpPr>
          <p:spPr>
            <a:xfrm>
              <a:off x="335" y="1142"/>
              <a:ext cx="224" cy="333"/>
            </a:xfrm>
            <a:prstGeom prst="rect">
              <a:avLst/>
            </a:prstGeom>
            <a:noFill/>
            <a:ln w="9525">
              <a:noFill/>
            </a:ln>
          </p:spPr>
          <p:txBody>
            <a:bodyPr>
              <a:spAutoFit/>
            </a:bodyPr>
            <a:p>
              <a:pPr algn="ctr" eaLnBrk="1" hangingPunct="1">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24620" name="Text Box 31"/>
            <p:cNvSpPr txBox="1"/>
            <p:nvPr/>
          </p:nvSpPr>
          <p:spPr>
            <a:xfrm>
              <a:off x="332" y="2294"/>
              <a:ext cx="224" cy="333"/>
            </a:xfrm>
            <a:prstGeom prst="rect">
              <a:avLst/>
            </a:prstGeom>
            <a:noFill/>
            <a:ln w="9525">
              <a:noFill/>
            </a:ln>
          </p:spPr>
          <p:txBody>
            <a:bodyPr>
              <a:spAutoFit/>
            </a:bodyPr>
            <a:p>
              <a:pPr algn="ctr" eaLnBrk="1" hangingPunct="1">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4415" name="Line 32"/>
            <p:cNvSpPr/>
            <p:nvPr/>
          </p:nvSpPr>
          <p:spPr>
            <a:xfrm>
              <a:off x="672" y="2198"/>
              <a:ext cx="746" cy="0"/>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4416" name="Line 33"/>
            <p:cNvSpPr/>
            <p:nvPr/>
          </p:nvSpPr>
          <p:spPr>
            <a:xfrm>
              <a:off x="537" y="2438"/>
              <a:ext cx="882"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24623" name="Group 34"/>
            <p:cNvGrpSpPr/>
            <p:nvPr/>
          </p:nvGrpSpPr>
          <p:grpSpPr>
            <a:xfrm>
              <a:off x="1733" y="1121"/>
              <a:ext cx="432" cy="333"/>
              <a:chOff x="1733" y="1121"/>
              <a:chExt cx="432" cy="333"/>
            </a:xfrm>
          </p:grpSpPr>
          <p:sp>
            <p:nvSpPr>
              <p:cNvPr id="24641" name="Text Box 35"/>
              <p:cNvSpPr txBox="1"/>
              <p:nvPr/>
            </p:nvSpPr>
            <p:spPr>
              <a:xfrm>
                <a:off x="1733" y="1121"/>
                <a:ext cx="432" cy="333"/>
              </a:xfrm>
              <a:prstGeom prst="rect">
                <a:avLst/>
              </a:prstGeom>
              <a:noFill/>
              <a:ln w="19050">
                <a:noFill/>
              </a:ln>
            </p:spPr>
            <p:txBody>
              <a:bodyPr>
                <a:spAutoFit/>
              </a:bodyPr>
              <a:p>
                <a:pPr algn="ctr" eaLnBrk="1" hangingPunct="1">
                  <a:buFont typeface="Arial" panose="020B0604020202020204" pitchFamily="34" charset="0"/>
                </a:pPr>
                <a:r>
                  <a:rPr lang="en-US" altLang="zh-CN" b="1" dirty="0">
                    <a:solidFill>
                      <a:srgbClr val="0000FF"/>
                    </a:solidFill>
                    <a:latin typeface="华文新魏" panose="02010800040101010101" pitchFamily="2" charset="-122"/>
                    <a:ea typeface="华文新魏" panose="02010800040101010101" pitchFamily="2" charset="-122"/>
                  </a:rPr>
                  <a:t>AC</a:t>
                </a:r>
                <a:endParaRPr lang="en-US" altLang="zh-CN" b="1" dirty="0">
                  <a:solidFill>
                    <a:srgbClr val="0000FF"/>
                  </a:solidFill>
                  <a:latin typeface="华文新魏" panose="02010800040101010101" pitchFamily="2" charset="-122"/>
                  <a:ea typeface="华文新魏" panose="02010800040101010101" pitchFamily="2" charset="-122"/>
                </a:endParaRPr>
              </a:p>
            </p:txBody>
          </p:sp>
          <p:sp>
            <p:nvSpPr>
              <p:cNvPr id="14419" name="Line 36"/>
              <p:cNvSpPr/>
              <p:nvPr/>
            </p:nvSpPr>
            <p:spPr>
              <a:xfrm>
                <a:off x="1938" y="1131"/>
                <a:ext cx="144" cy="0"/>
              </a:xfrm>
              <a:prstGeom prst="line">
                <a:avLst/>
              </a:prstGeom>
              <a:ln w="19050">
                <a:solidFill>
                  <a:srgbClr val="0000FF"/>
                </a:solidFill>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grpSp>
          <p:nvGrpSpPr>
            <p:cNvPr id="24624" name="Group 37"/>
            <p:cNvGrpSpPr/>
            <p:nvPr/>
          </p:nvGrpSpPr>
          <p:grpSpPr>
            <a:xfrm>
              <a:off x="1159" y="1660"/>
              <a:ext cx="233" cy="333"/>
              <a:chOff x="1111" y="1660"/>
              <a:chExt cx="233" cy="333"/>
            </a:xfrm>
          </p:grpSpPr>
          <p:sp>
            <p:nvSpPr>
              <p:cNvPr id="24639" name="Text Box 38"/>
              <p:cNvSpPr txBox="1"/>
              <p:nvPr/>
            </p:nvSpPr>
            <p:spPr>
              <a:xfrm>
                <a:off x="1111" y="1660"/>
                <a:ext cx="233" cy="333"/>
              </a:xfrm>
              <a:prstGeom prst="rect">
                <a:avLst/>
              </a:prstGeom>
              <a:noFill/>
              <a:ln w="9525">
                <a:noFill/>
              </a:ln>
            </p:spPr>
            <p:txBody>
              <a:bodyPr>
                <a:spAutoFit/>
              </a:bodyPr>
              <a:p>
                <a:pPr algn="ctr" eaLnBrk="1" hangingPunct="1">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C</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4422" name="Line 39"/>
              <p:cNvSpPr/>
              <p:nvPr/>
            </p:nvSpPr>
            <p:spPr>
              <a:xfrm>
                <a:off x="1160" y="1660"/>
                <a:ext cx="14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sp>
          <p:nvSpPr>
            <p:cNvPr id="24625" name="Text Box 40"/>
            <p:cNvSpPr txBox="1"/>
            <p:nvPr/>
          </p:nvSpPr>
          <p:spPr>
            <a:xfrm>
              <a:off x="1776" y="2438"/>
              <a:ext cx="573" cy="333"/>
            </a:xfrm>
            <a:prstGeom prst="rect">
              <a:avLst/>
            </a:prstGeom>
            <a:noFill/>
            <a:ln w="9525">
              <a:noFill/>
            </a:ln>
          </p:spPr>
          <p:txBody>
            <a:bodyPr>
              <a:spAutoFit/>
            </a:bodyPr>
            <a:p>
              <a:pPr algn="ctr" eaLnBrk="1" hangingPunct="1">
                <a:buFont typeface="Arial" panose="020B0604020202020204" pitchFamily="34" charset="0"/>
              </a:pPr>
              <a:r>
                <a:rPr lang="en-US" altLang="zh-CN" b="1" dirty="0">
                  <a:solidFill>
                    <a:srgbClr val="FFC000"/>
                  </a:solidFill>
                  <a:latin typeface="华文新魏" panose="02010800040101010101" pitchFamily="2" charset="-122"/>
                  <a:ea typeface="华文新魏" panose="02010800040101010101" pitchFamily="2" charset="-122"/>
                </a:rPr>
                <a:t>BC</a:t>
              </a:r>
              <a:endParaRPr lang="en-US" altLang="zh-CN" b="1" dirty="0">
                <a:solidFill>
                  <a:srgbClr val="FFC000"/>
                </a:solidFill>
                <a:latin typeface="华文新魏" panose="02010800040101010101" pitchFamily="2" charset="-122"/>
                <a:ea typeface="华文新魏" panose="02010800040101010101" pitchFamily="2" charset="-122"/>
              </a:endParaRPr>
            </a:p>
          </p:txBody>
        </p:sp>
        <p:grpSp>
          <p:nvGrpSpPr>
            <p:cNvPr id="24626" name="Group 172"/>
            <p:cNvGrpSpPr/>
            <p:nvPr/>
          </p:nvGrpSpPr>
          <p:grpSpPr>
            <a:xfrm>
              <a:off x="1428" y="1248"/>
              <a:ext cx="321" cy="384"/>
              <a:chOff x="2071" y="624"/>
              <a:chExt cx="321" cy="384"/>
            </a:xfrm>
          </p:grpSpPr>
          <p:sp>
            <p:nvSpPr>
              <p:cNvPr id="24637" name="Rectangle 153"/>
              <p:cNvSpPr/>
              <p:nvPr/>
            </p:nvSpPr>
            <p:spPr>
              <a:xfrm>
                <a:off x="2071" y="624"/>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4638" name="Text Box 154"/>
              <p:cNvSpPr txBox="1"/>
              <p:nvPr/>
            </p:nvSpPr>
            <p:spPr>
              <a:xfrm>
                <a:off x="2108" y="699"/>
                <a:ext cx="284"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&amp;</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4627" name="Group 173"/>
            <p:cNvGrpSpPr/>
            <p:nvPr/>
          </p:nvGrpSpPr>
          <p:grpSpPr>
            <a:xfrm>
              <a:off x="1419" y="2112"/>
              <a:ext cx="321" cy="384"/>
              <a:chOff x="2071" y="624"/>
              <a:chExt cx="321" cy="384"/>
            </a:xfrm>
          </p:grpSpPr>
          <p:sp>
            <p:nvSpPr>
              <p:cNvPr id="24635" name="Rectangle 174"/>
              <p:cNvSpPr/>
              <p:nvPr/>
            </p:nvSpPr>
            <p:spPr>
              <a:xfrm>
                <a:off x="2071" y="624"/>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4636" name="Text Box 175"/>
              <p:cNvSpPr txBox="1"/>
              <p:nvPr/>
            </p:nvSpPr>
            <p:spPr>
              <a:xfrm>
                <a:off x="2108" y="699"/>
                <a:ext cx="284"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&amp;</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4628" name="Group 194"/>
            <p:cNvGrpSpPr/>
            <p:nvPr/>
          </p:nvGrpSpPr>
          <p:grpSpPr>
            <a:xfrm>
              <a:off x="839" y="1392"/>
              <a:ext cx="361" cy="384"/>
              <a:chOff x="724" y="3540"/>
              <a:chExt cx="361" cy="384"/>
            </a:xfrm>
          </p:grpSpPr>
          <p:sp>
            <p:nvSpPr>
              <p:cNvPr id="24632" name="Rectangle 189"/>
              <p:cNvSpPr/>
              <p:nvPr/>
            </p:nvSpPr>
            <p:spPr>
              <a:xfrm>
                <a:off x="724" y="354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4633" name="Text Box 190"/>
              <p:cNvSpPr txBox="1"/>
              <p:nvPr/>
            </p:nvSpPr>
            <p:spPr>
              <a:xfrm>
                <a:off x="753" y="3592"/>
                <a:ext cx="192"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4634" name="Oval 191"/>
              <p:cNvSpPr/>
              <p:nvPr/>
            </p:nvSpPr>
            <p:spPr>
              <a:xfrm>
                <a:off x="1012" y="3688"/>
                <a:ext cx="73" cy="73"/>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grpSp>
        <p:grpSp>
          <p:nvGrpSpPr>
            <p:cNvPr id="24629" name="Group 195"/>
            <p:cNvGrpSpPr/>
            <p:nvPr/>
          </p:nvGrpSpPr>
          <p:grpSpPr>
            <a:xfrm>
              <a:off x="2100" y="1656"/>
              <a:ext cx="376" cy="384"/>
              <a:chOff x="1301" y="3372"/>
              <a:chExt cx="376" cy="384"/>
            </a:xfrm>
          </p:grpSpPr>
          <p:sp>
            <p:nvSpPr>
              <p:cNvPr id="24630" name="Rectangle 192"/>
              <p:cNvSpPr/>
              <p:nvPr/>
            </p:nvSpPr>
            <p:spPr>
              <a:xfrm>
                <a:off x="1308" y="3372"/>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4631" name="Text Box 193"/>
              <p:cNvSpPr txBox="1"/>
              <p:nvPr/>
            </p:nvSpPr>
            <p:spPr>
              <a:xfrm>
                <a:off x="1301" y="3431"/>
                <a:ext cx="376" cy="2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华文新魏" panose="02010800040101010101" pitchFamily="2" charset="-122"/>
                    <a:ea typeface="华文新魏" panose="02010800040101010101" pitchFamily="2" charset="-122"/>
                  </a:rPr>
                  <a:t>≥1</a:t>
                </a:r>
                <a:endParaRPr lang="en-US" altLang="zh-CN" sz="1600" b="1" dirty="0">
                  <a:solidFill>
                    <a:schemeClr val="tx1"/>
                  </a:solidFill>
                  <a:latin typeface="华文新魏" panose="02010800040101010101" pitchFamily="2" charset="-122"/>
                  <a:ea typeface="华文新魏" panose="02010800040101010101" pitchFamily="2" charset="-122"/>
                </a:endParaRPr>
              </a:p>
            </p:txBody>
          </p:sp>
        </p:grpSp>
      </p:grpSp>
      <p:cxnSp>
        <p:nvCxnSpPr>
          <p:cNvPr id="2" name="直接箭头连接符 1"/>
          <p:cNvCxnSpPr/>
          <p:nvPr/>
        </p:nvCxnSpPr>
        <p:spPr>
          <a:xfrm flipH="1">
            <a:off x="2412365" y="4444365"/>
            <a:ext cx="288290" cy="0"/>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3" name="直接箭头连接符 2"/>
          <p:cNvCxnSpPr/>
          <p:nvPr/>
        </p:nvCxnSpPr>
        <p:spPr>
          <a:xfrm>
            <a:off x="2412365" y="4587875"/>
            <a:ext cx="0" cy="215900"/>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4" name="Line 66"/>
          <p:cNvSpPr/>
          <p:nvPr/>
        </p:nvSpPr>
        <p:spPr>
          <a:xfrm flipH="1" flipV="1">
            <a:off x="2454275" y="4902200"/>
            <a:ext cx="312420" cy="2540"/>
          </a:xfrm>
          <a:prstGeom prst="line">
            <a:avLst/>
          </a:prstGeom>
          <a:ln w="28575" cap="flat" cmpd="sng">
            <a:solidFill>
              <a:srgbClr val="FF3300"/>
            </a:solidFill>
            <a:prstDash val="solid"/>
            <a:headEnd type="none" w="med" len="med"/>
            <a:tailEnd type="triangl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433"/>
                                        </p:tgtEl>
                                        <p:attrNameLst>
                                          <p:attrName>style.visibility</p:attrName>
                                        </p:attrNameLst>
                                      </p:cBhvr>
                                      <p:to>
                                        <p:strVal val="visible"/>
                                      </p:to>
                                    </p:set>
                                    <p:animEffect transition="in" filter="fade">
                                      <p:cBhvr>
                                        <p:cTn id="7" dur="500"/>
                                        <p:tgtEl>
                                          <p:spTgt spid="184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434">
                                            <p:txEl>
                                              <p:charRg st="0" end="19"/>
                                            </p:txEl>
                                          </p:spTgt>
                                        </p:tgtEl>
                                        <p:attrNameLst>
                                          <p:attrName>style.visibility</p:attrName>
                                        </p:attrNameLst>
                                      </p:cBhvr>
                                      <p:to>
                                        <p:strVal val="visible"/>
                                      </p:to>
                                    </p:set>
                                    <p:animEffect transition="in" filter="fade">
                                      <p:cBhvr>
                                        <p:cTn id="12" dur="500"/>
                                        <p:tgtEl>
                                          <p:spTgt spid="18434">
                                            <p:txEl>
                                              <p:charRg st="0" end="1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434">
                                            <p:txEl>
                                              <p:charRg st="19" end="49"/>
                                            </p:txEl>
                                          </p:spTgt>
                                        </p:tgtEl>
                                        <p:attrNameLst>
                                          <p:attrName>style.visibility</p:attrName>
                                        </p:attrNameLst>
                                      </p:cBhvr>
                                      <p:to>
                                        <p:strVal val="visible"/>
                                      </p:to>
                                    </p:set>
                                    <p:animEffect transition="in" filter="fade">
                                      <p:cBhvr>
                                        <p:cTn id="17" dur="500"/>
                                        <p:tgtEl>
                                          <p:spTgt spid="18434">
                                            <p:txEl>
                                              <p:charRg st="19" end="4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434">
                                            <p:txEl>
                                              <p:charRg st="49" end="66"/>
                                            </p:txEl>
                                          </p:spTgt>
                                        </p:tgtEl>
                                        <p:attrNameLst>
                                          <p:attrName>style.visibility</p:attrName>
                                        </p:attrNameLst>
                                      </p:cBhvr>
                                      <p:to>
                                        <p:strVal val="visible"/>
                                      </p:to>
                                    </p:set>
                                    <p:animEffect transition="in" filter="fade">
                                      <p:cBhvr>
                                        <p:cTn id="22" dur="500"/>
                                        <p:tgtEl>
                                          <p:spTgt spid="18434">
                                            <p:txEl>
                                              <p:charRg st="49" end="6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452"/>
                                        </p:tgtEl>
                                        <p:attrNameLst>
                                          <p:attrName>style.visibility</p:attrName>
                                        </p:attrNameLst>
                                      </p:cBhvr>
                                      <p:to>
                                        <p:strVal val="visible"/>
                                      </p:to>
                                    </p:set>
                                    <p:animEffect transition="in" filter="fade">
                                      <p:cBhvr>
                                        <p:cTn id="27" dur="500"/>
                                        <p:tgtEl>
                                          <p:spTgt spid="18452"/>
                                        </p:tgtEl>
                                      </p:cBhvr>
                                    </p:animEffect>
                                  </p:childTnLst>
                                </p:cTn>
                              </p:par>
                              <p:par>
                                <p:cTn id="28" presetID="10" presetClass="entr" presetSubtype="0" fill="hold" nodeType="withEffect">
                                  <p:stCondLst>
                                    <p:cond delay="0"/>
                                  </p:stCondLst>
                                  <p:childTnLst>
                                    <p:set>
                                      <p:cBhvr>
                                        <p:cTn id="29" dur="1" fill="hold">
                                          <p:stCondLst>
                                            <p:cond delay="0"/>
                                          </p:stCondLst>
                                        </p:cTn>
                                        <p:tgtEl>
                                          <p:spTgt spid="18460"/>
                                        </p:tgtEl>
                                        <p:attrNameLst>
                                          <p:attrName>style.visibility</p:attrName>
                                        </p:attrNameLst>
                                      </p:cBhvr>
                                      <p:to>
                                        <p:strVal val="visible"/>
                                      </p:to>
                                    </p:set>
                                    <p:animEffect transition="in" filter="fade">
                                      <p:cBhvr>
                                        <p:cTn id="30" dur="500"/>
                                        <p:tgtEl>
                                          <p:spTgt spid="1846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3574"/>
                                        </p:tgtEl>
                                        <p:attrNameLst>
                                          <p:attrName>style.visibility</p:attrName>
                                        </p:attrNameLst>
                                      </p:cBhvr>
                                      <p:to>
                                        <p:strVal val="visible"/>
                                      </p:to>
                                    </p:set>
                                    <p:animEffect transition="in" filter="fade">
                                      <p:cBhvr>
                                        <p:cTn id="35" dur="500"/>
                                        <p:tgtEl>
                                          <p:spTgt spid="2357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457"/>
                                        </p:tgtEl>
                                        <p:attrNameLst>
                                          <p:attrName>style.visibility</p:attrName>
                                        </p:attrNameLst>
                                      </p:cBhvr>
                                      <p:to>
                                        <p:strVal val="visible"/>
                                      </p:to>
                                    </p:set>
                                    <p:animEffect transition="in" filter="fade">
                                      <p:cBhvr>
                                        <p:cTn id="38" dur="500"/>
                                        <p:tgtEl>
                                          <p:spTgt spid="1845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8459"/>
                                        </p:tgtEl>
                                        <p:attrNameLst>
                                          <p:attrName>style.visibility</p:attrName>
                                        </p:attrNameLst>
                                      </p:cBhvr>
                                      <p:to>
                                        <p:strVal val="visible"/>
                                      </p:to>
                                    </p:set>
                                    <p:animEffect transition="in" filter="fade">
                                      <p:cBhvr>
                                        <p:cTn id="43" dur="500"/>
                                        <p:tgtEl>
                                          <p:spTgt spid="1845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577"/>
                                        </p:tgtEl>
                                        <p:attrNameLst>
                                          <p:attrName>style.visibility</p:attrName>
                                        </p:attrNameLst>
                                      </p:cBhvr>
                                      <p:to>
                                        <p:strVal val="visible"/>
                                      </p:to>
                                    </p:set>
                                    <p:animEffect transition="in" filter="fade">
                                      <p:cBhvr>
                                        <p:cTn id="46" dur="500"/>
                                        <p:tgtEl>
                                          <p:spTgt spid="23577"/>
                                        </p:tgtEl>
                                      </p:cBhvr>
                                    </p:animEffect>
                                  </p:childTnLst>
                                </p:cTn>
                              </p:par>
                              <p:par>
                                <p:cTn id="47" presetID="10" presetClass="entr" presetSubtype="0" fill="hold" nodeType="withEffect">
                                  <p:stCondLst>
                                    <p:cond delay="0"/>
                                  </p:stCondLst>
                                  <p:childTnLst>
                                    <p:set>
                                      <p:cBhvr>
                                        <p:cTn id="48" dur="1" fill="hold">
                                          <p:stCondLst>
                                            <p:cond delay="0"/>
                                          </p:stCondLst>
                                        </p:cTn>
                                        <p:tgtEl>
                                          <p:spTgt spid="23556"/>
                                        </p:tgtEl>
                                        <p:attrNameLst>
                                          <p:attrName>style.visibility</p:attrName>
                                        </p:attrNameLst>
                                      </p:cBhvr>
                                      <p:to>
                                        <p:strVal val="visible"/>
                                      </p:to>
                                    </p:set>
                                    <p:animEffect transition="in" filter="fade">
                                      <p:cBhvr>
                                        <p:cTn id="49" dur="500"/>
                                        <p:tgtEl>
                                          <p:spTgt spid="23556"/>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blinds(horizontal)">
                                      <p:cBhvr>
                                        <p:cTn id="54" dur="500"/>
                                        <p:tgtEl>
                                          <p:spTgt spid="3"/>
                                        </p:tgtEl>
                                      </p:cBhvr>
                                    </p:animEffect>
                                  </p:childTnLst>
                                </p:cTn>
                              </p:par>
                              <p:par>
                                <p:cTn id="55" presetID="3" presetClass="entr" presetSubtype="10" fill="hold" nodeType="with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blinds(horizontal)">
                                      <p:cBhvr>
                                        <p:cTn id="57" dur="500"/>
                                        <p:tgtEl>
                                          <p:spTgt spid="2"/>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18456"/>
                                        </p:tgtEl>
                                        <p:attrNameLst>
                                          <p:attrName>style.visibility</p:attrName>
                                        </p:attrNameLst>
                                      </p:cBhvr>
                                      <p:to>
                                        <p:strVal val="visible"/>
                                      </p:to>
                                    </p:set>
                                    <p:anim calcmode="lin" valueType="num">
                                      <p:cBhvr additive="base">
                                        <p:cTn id="62" dur="500" fill="hold"/>
                                        <p:tgtEl>
                                          <p:spTgt spid="18456"/>
                                        </p:tgtEl>
                                        <p:attrNameLst>
                                          <p:attrName>ppt_x</p:attrName>
                                        </p:attrNameLst>
                                      </p:cBhvr>
                                      <p:tavLst>
                                        <p:tav tm="0">
                                          <p:val>
                                            <p:strVal val="#ppt_x"/>
                                          </p:val>
                                        </p:tav>
                                        <p:tav tm="100000">
                                          <p:val>
                                            <p:strVal val="#ppt_x"/>
                                          </p:val>
                                        </p:tav>
                                      </p:tavLst>
                                    </p:anim>
                                    <p:anim calcmode="lin" valueType="num">
                                      <p:cBhvr additive="base">
                                        <p:cTn id="63" dur="500" fill="hold"/>
                                        <p:tgtEl>
                                          <p:spTgt spid="18456"/>
                                        </p:tgtEl>
                                        <p:attrNameLst>
                                          <p:attrName>ppt_y</p:attrName>
                                        </p:attrNameLst>
                                      </p:cBhvr>
                                      <p:tavLst>
                                        <p:tav tm="0">
                                          <p:val>
                                            <p:strVal val="1+#ppt_h/2"/>
                                          </p:val>
                                        </p:tav>
                                        <p:tav tm="100000">
                                          <p:val>
                                            <p:strVal val="#ppt_y"/>
                                          </p:val>
                                        </p:tav>
                                      </p:tavLst>
                                    </p:anim>
                                  </p:childTnLst>
                                </p:cTn>
                              </p:par>
                              <p:par>
                                <p:cTn id="64" presetID="2" presetClass="entr" presetSubtype="4" fill="hold" nodeType="withEffect">
                                  <p:stCondLst>
                                    <p:cond delay="0"/>
                                  </p:stCondLst>
                                  <p:childTnLst>
                                    <p:set>
                                      <p:cBhvr>
                                        <p:cTn id="65" dur="1" fill="hold">
                                          <p:stCondLst>
                                            <p:cond delay="0"/>
                                          </p:stCondLst>
                                        </p:cTn>
                                        <p:tgtEl>
                                          <p:spTgt spid="4"/>
                                        </p:tgtEl>
                                        <p:attrNameLst>
                                          <p:attrName>style.visibility</p:attrName>
                                        </p:attrNameLst>
                                      </p:cBhvr>
                                      <p:to>
                                        <p:strVal val="visible"/>
                                      </p:to>
                                    </p:set>
                                    <p:anim calcmode="lin" valueType="num">
                                      <p:cBhvr additive="base">
                                        <p:cTn id="66" dur="500" fill="hold"/>
                                        <p:tgtEl>
                                          <p:spTgt spid="4"/>
                                        </p:tgtEl>
                                        <p:attrNameLst>
                                          <p:attrName>ppt_x</p:attrName>
                                        </p:attrNameLst>
                                      </p:cBhvr>
                                      <p:tavLst>
                                        <p:tav tm="0">
                                          <p:val>
                                            <p:strVal val="#ppt_x"/>
                                          </p:val>
                                        </p:tav>
                                        <p:tav tm="100000">
                                          <p:val>
                                            <p:strVal val="#ppt_x"/>
                                          </p:val>
                                        </p:tav>
                                      </p:tavLst>
                                    </p:anim>
                                    <p:anim calcmode="lin" valueType="num">
                                      <p:cBhvr additive="base">
                                        <p:cTn id="6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3" grpId="0"/>
      <p:bldP spid="23574" grpId="0"/>
      <p:bldP spid="18457" grpId="0"/>
      <p:bldP spid="23577" grpId="0"/>
      <p:bldP spid="1845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3"/>
          <p:cNvSpPr>
            <a:spLocks noGrp="1"/>
          </p:cNvSpPr>
          <p:nvPr>
            <p:ph type="title"/>
          </p:nvPr>
        </p:nvSpPr>
        <p:spPr>
          <a:xfrm>
            <a:off x="142875" y="574675"/>
            <a:ext cx="6248400" cy="287338"/>
          </a:xfrm>
          <a:noFill/>
          <a:ln>
            <a:noFill/>
          </a:ln>
        </p:spPr>
        <p:txBody>
          <a:bodyPr/>
          <a:p>
            <a:pPr eaLnBrk="1" hangingPunct="1"/>
            <a:r>
              <a:rPr lang="zh-CN" altLang="en-US"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2</a:t>
            </a:r>
            <a:r>
              <a:rPr lang="zh-CN" altLang="en-US" sz="1800" b="1" dirty="0">
                <a:solidFill>
                  <a:srgbClr val="FF0000"/>
                </a:solidFill>
                <a:latin typeface="华文新魏" panose="02010800040101010101" pitchFamily="2" charset="-122"/>
                <a:ea typeface="华文新魏" panose="02010800040101010101" pitchFamily="2" charset="-122"/>
              </a:rPr>
              <a:t>）逻辑险象产生的（必要）条件</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
        <p:nvSpPr>
          <p:cNvPr id="19458" name="Rectangle 4"/>
          <p:cNvSpPr>
            <a:spLocks noGrp="1"/>
          </p:cNvSpPr>
          <p:nvPr>
            <p:ph idx="1"/>
          </p:nvPr>
        </p:nvSpPr>
        <p:spPr>
          <a:xfrm>
            <a:off x="758825" y="984250"/>
            <a:ext cx="6477000" cy="660400"/>
          </a:xfrm>
          <a:noFill/>
          <a:ln>
            <a:noFill/>
          </a:ln>
        </p:spPr>
        <p:txBody>
          <a:bodyPr/>
          <a:p>
            <a:pPr marL="609600" indent="-609600" eaLnBrk="1" hangingPunct="1">
              <a:lnSpc>
                <a:spcPct val="80000"/>
              </a:lnSpc>
              <a:spcBef>
                <a:spcPct val="50000"/>
              </a:spcBef>
              <a:buNone/>
            </a:pPr>
            <a:r>
              <a:rPr lang="en-US" altLang="zh-CN" sz="1800" b="1" dirty="0">
                <a:latin typeface="华文新魏" panose="02010800040101010101" pitchFamily="2" charset="-122"/>
                <a:ea typeface="华文新魏" panose="02010800040101010101" pitchFamily="2" charset="-122"/>
              </a:rPr>
              <a:t>① </a:t>
            </a:r>
            <a:r>
              <a:rPr lang="zh-CN" altLang="en-US" sz="1800" b="1" dirty="0">
                <a:latin typeface="华文新魏" panose="02010800040101010101" pitchFamily="2" charset="-122"/>
                <a:ea typeface="华文新魏" panose="02010800040101010101" pitchFamily="2" charset="-122"/>
              </a:rPr>
              <a:t>仅有一个输入信号</a:t>
            </a:r>
            <a:r>
              <a:rPr lang="zh-CN" altLang="en-US" sz="1800" b="1" dirty="0">
                <a:latin typeface="华文新魏" panose="02010800040101010101" pitchFamily="2" charset="-122"/>
                <a:ea typeface="华文新魏" panose="02010800040101010101" pitchFamily="2" charset="-122"/>
              </a:rPr>
              <a:t>变量发生变化；</a:t>
            </a:r>
            <a:endParaRPr lang="zh-CN" altLang="en-US" sz="1800" b="1" dirty="0">
              <a:latin typeface="华文新魏" panose="02010800040101010101" pitchFamily="2" charset="-122"/>
              <a:ea typeface="华文新魏" panose="02010800040101010101" pitchFamily="2" charset="-122"/>
            </a:endParaRPr>
          </a:p>
          <a:p>
            <a:pPr marL="609600" indent="-609600" eaLnBrk="1" hangingPunct="1">
              <a:lnSpc>
                <a:spcPct val="80000"/>
              </a:lnSpc>
              <a:spcBef>
                <a:spcPct val="50000"/>
              </a:spcBef>
              <a:buNone/>
            </a:pPr>
            <a:r>
              <a:rPr lang="zh-CN" altLang="en-US" sz="1800" b="1" dirty="0">
                <a:latin typeface="华文新魏" panose="02010800040101010101" pitchFamily="2" charset="-122"/>
                <a:ea typeface="华文新魏" panose="02010800040101010101" pitchFamily="2" charset="-122"/>
              </a:rPr>
              <a:t>② 输入</a:t>
            </a:r>
            <a:r>
              <a:rPr lang="zh-CN" altLang="en-US" sz="1800" b="1" dirty="0">
                <a:latin typeface="华文新魏" panose="02010800040101010101" pitchFamily="2" charset="-122"/>
                <a:ea typeface="华文新魏" panose="02010800040101010101" pitchFamily="2" charset="-122"/>
              </a:rPr>
              <a:t>信号变量变化前后的稳态输出相同。</a:t>
            </a:r>
            <a:endParaRPr lang="zh-CN" altLang="en-US" sz="1800" b="1" dirty="0">
              <a:latin typeface="华文新魏" panose="02010800040101010101" pitchFamily="2" charset="-122"/>
              <a:ea typeface="华文新魏" panose="02010800040101010101" pitchFamily="2" charset="-122"/>
            </a:endParaRPr>
          </a:p>
        </p:txBody>
      </p:sp>
      <p:grpSp>
        <p:nvGrpSpPr>
          <p:cNvPr id="19459" name="Group 131"/>
          <p:cNvGrpSpPr/>
          <p:nvPr/>
        </p:nvGrpSpPr>
        <p:grpSpPr>
          <a:xfrm>
            <a:off x="179388" y="1716088"/>
            <a:ext cx="8964612" cy="808037"/>
            <a:chOff x="96" y="1200"/>
            <a:chExt cx="5664" cy="678"/>
          </a:xfrm>
        </p:grpSpPr>
        <p:sp>
          <p:nvSpPr>
            <p:cNvPr id="25702" name="Text Box 59"/>
            <p:cNvSpPr txBox="1"/>
            <p:nvPr/>
          </p:nvSpPr>
          <p:spPr>
            <a:xfrm>
              <a:off x="96" y="1224"/>
              <a:ext cx="5664" cy="654"/>
            </a:xfrm>
            <a:prstGeom prst="rect">
              <a:avLst/>
            </a:prstGeom>
            <a:noFill/>
            <a:ln w="9525">
              <a:noFill/>
            </a:ln>
          </p:spPr>
          <p:txBody>
            <a:bodyPr>
              <a:spAutoFit/>
            </a:bodyPr>
            <a:p>
              <a:pPr eaLnBrk="1" hangingPunct="1">
                <a:lnSpc>
                  <a:spcPct val="70000"/>
                </a:lnSpc>
                <a:spcBef>
                  <a:spcPct val="2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例</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如图  </a:t>
              </a:r>
              <a:r>
                <a:rPr lang="en-US" altLang="zh-CN" sz="1800" b="1" dirty="0">
                  <a:solidFill>
                    <a:schemeClr val="tx1"/>
                  </a:solidFill>
                  <a:latin typeface="华文新魏" panose="02010800040101010101" pitchFamily="2" charset="-122"/>
                  <a:ea typeface="华文新魏" panose="02010800040101010101" pitchFamily="2" charset="-122"/>
                </a:rPr>
                <a:t>F = AC+BC</a:t>
              </a:r>
              <a:r>
                <a:rPr lang="zh-CN" altLang="en-US" sz="1800" b="1" dirty="0">
                  <a:solidFill>
                    <a:schemeClr val="tx1"/>
                  </a:solidFill>
                  <a:latin typeface="华文新魏" panose="02010800040101010101" pitchFamily="2" charset="-122"/>
                  <a:ea typeface="华文新魏" panose="02010800040101010101" pitchFamily="2" charset="-122"/>
                </a:rPr>
                <a:t>，当 </a:t>
              </a:r>
              <a:r>
                <a:rPr lang="en-US" altLang="zh-CN" sz="1800" b="1" dirty="0">
                  <a:solidFill>
                    <a:schemeClr val="tx1"/>
                  </a:solidFill>
                  <a:latin typeface="华文新魏" panose="02010800040101010101" pitchFamily="2" charset="-122"/>
                  <a:ea typeface="华文新魏" panose="02010800040101010101" pitchFamily="2" charset="-122"/>
                </a:rPr>
                <a:t>A = B = 1</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F = C + C ≡1</a:t>
              </a:r>
              <a:r>
                <a:rPr lang="zh-CN" altLang="en-US" sz="1800" b="1" dirty="0">
                  <a:solidFill>
                    <a:schemeClr val="tx1"/>
                  </a:solidFill>
                  <a:latin typeface="华文新魏" panose="02010800040101010101" pitchFamily="2" charset="-122"/>
                  <a:ea typeface="华文新魏" panose="02010800040101010101" pitchFamily="2" charset="-122"/>
                </a:rPr>
                <a:t>。实际上</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20000"/>
                </a:spcBef>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2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当 </a:t>
              </a:r>
              <a:r>
                <a:rPr lang="en-US" altLang="zh-CN" sz="1800" b="1" dirty="0">
                  <a:solidFill>
                    <a:schemeClr val="tx1"/>
                  </a:solidFill>
                  <a:latin typeface="华文新魏" panose="02010800040101010101" pitchFamily="2" charset="-122"/>
                  <a:ea typeface="华文新魏" panose="02010800040101010101" pitchFamily="2" charset="-122"/>
                </a:rPr>
                <a:t>C</a:t>
              </a: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1 → 0 </a:t>
              </a:r>
              <a:r>
                <a:rPr lang="zh-CN" altLang="en-US" sz="1800" b="1" dirty="0">
                  <a:solidFill>
                    <a:schemeClr val="tx1"/>
                  </a:solidFill>
                  <a:latin typeface="华文新魏" panose="02010800040101010101" pitchFamily="2" charset="-122"/>
                  <a:ea typeface="华文新魏" panose="02010800040101010101" pitchFamily="2" charset="-122"/>
                </a:rPr>
                <a:t>时  </a:t>
              </a:r>
              <a:r>
                <a:rPr lang="en-US" altLang="zh-CN" sz="1800" b="1" dirty="0">
                  <a:solidFill>
                    <a:schemeClr val="tx1"/>
                  </a:solidFill>
                  <a:latin typeface="华文新魏" panose="02010800040101010101" pitchFamily="2" charset="-122"/>
                  <a:ea typeface="华文新魏" panose="02010800040101010101" pitchFamily="2" charset="-122"/>
                </a:rPr>
                <a:t>F  </a:t>
              </a:r>
              <a:r>
                <a:rPr lang="zh-CN" altLang="en-US" sz="1800" b="1" dirty="0">
                  <a:solidFill>
                    <a:schemeClr val="tx1"/>
                  </a:solidFill>
                  <a:latin typeface="华文新魏" panose="02010800040101010101" pitchFamily="2" charset="-122"/>
                  <a:ea typeface="华文新魏" panose="02010800040101010101" pitchFamily="2" charset="-122"/>
                </a:rPr>
                <a:t>产生险象。</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5703" name="Line 60"/>
            <p:cNvSpPr/>
            <p:nvPr/>
          </p:nvSpPr>
          <p:spPr>
            <a:xfrm>
              <a:off x="1608" y="1200"/>
              <a:ext cx="141" cy="0"/>
            </a:xfrm>
            <a:prstGeom prst="line">
              <a:avLst/>
            </a:prstGeom>
            <a:ln w="9525" cap="flat" cmpd="sng">
              <a:solidFill>
                <a:schemeClr val="bg1"/>
              </a:solidFill>
              <a:prstDash val="solid"/>
              <a:headEnd type="none" w="med" len="med"/>
              <a:tailEnd type="none" w="med" len="med"/>
            </a:ln>
          </p:spPr>
        </p:sp>
        <p:sp>
          <p:nvSpPr>
            <p:cNvPr id="25704" name="Line 89"/>
            <p:cNvSpPr/>
            <p:nvPr/>
          </p:nvSpPr>
          <p:spPr>
            <a:xfrm>
              <a:off x="4644" y="1200"/>
              <a:ext cx="141" cy="0"/>
            </a:xfrm>
            <a:prstGeom prst="line">
              <a:avLst/>
            </a:prstGeom>
            <a:ln w="9525" cap="flat" cmpd="sng">
              <a:solidFill>
                <a:schemeClr val="bg1"/>
              </a:solidFill>
              <a:prstDash val="solid"/>
              <a:headEnd type="none" w="med" len="med"/>
              <a:tailEnd type="none" w="med" len="med"/>
            </a:ln>
          </p:spPr>
        </p:sp>
      </p:grpSp>
      <p:grpSp>
        <p:nvGrpSpPr>
          <p:cNvPr id="24581" name="Group 109"/>
          <p:cNvGrpSpPr/>
          <p:nvPr/>
        </p:nvGrpSpPr>
        <p:grpSpPr>
          <a:xfrm>
            <a:off x="4941888" y="2211388"/>
            <a:ext cx="3733800" cy="2779712"/>
            <a:chOff x="2971" y="1393"/>
            <a:chExt cx="2352" cy="1751"/>
          </a:xfrm>
        </p:grpSpPr>
        <p:grpSp>
          <p:nvGrpSpPr>
            <p:cNvPr id="25647" name="Group 132"/>
            <p:cNvGrpSpPr/>
            <p:nvPr/>
          </p:nvGrpSpPr>
          <p:grpSpPr>
            <a:xfrm>
              <a:off x="2971" y="1393"/>
              <a:ext cx="2352" cy="1751"/>
              <a:chOff x="2880" y="1536"/>
              <a:chExt cx="2880" cy="2640"/>
            </a:xfrm>
          </p:grpSpPr>
          <p:sp>
            <p:nvSpPr>
              <p:cNvPr id="25695" name="Rectangle 90"/>
              <p:cNvSpPr/>
              <p:nvPr/>
            </p:nvSpPr>
            <p:spPr>
              <a:xfrm>
                <a:off x="2880" y="1536"/>
                <a:ext cx="2880" cy="264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25696" name="Group 91"/>
              <p:cNvGrpSpPr/>
              <p:nvPr/>
            </p:nvGrpSpPr>
            <p:grpSpPr>
              <a:xfrm>
                <a:off x="3072" y="1632"/>
                <a:ext cx="2400" cy="347"/>
                <a:chOff x="3072" y="1104"/>
                <a:chExt cx="2400" cy="347"/>
              </a:xfrm>
            </p:grpSpPr>
            <p:sp>
              <p:nvSpPr>
                <p:cNvPr id="25700" name="Line 92"/>
                <p:cNvSpPr/>
                <p:nvPr/>
              </p:nvSpPr>
              <p:spPr>
                <a:xfrm>
                  <a:off x="3408" y="1200"/>
                  <a:ext cx="2064" cy="0"/>
                </a:xfrm>
                <a:prstGeom prst="line">
                  <a:avLst/>
                </a:prstGeom>
                <a:ln w="38100" cap="flat" cmpd="sng">
                  <a:solidFill>
                    <a:schemeClr val="tx1"/>
                  </a:solidFill>
                  <a:prstDash val="solid"/>
                  <a:headEnd type="none" w="med" len="med"/>
                  <a:tailEnd type="none" w="med" len="med"/>
                </a:ln>
              </p:spPr>
            </p:sp>
            <p:sp>
              <p:nvSpPr>
                <p:cNvPr id="25701" name="Text Box 93"/>
                <p:cNvSpPr txBox="1"/>
                <p:nvPr/>
              </p:nvSpPr>
              <p:spPr>
                <a:xfrm>
                  <a:off x="3072" y="1104"/>
                  <a:ext cx="240" cy="34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5697" name="Group 94"/>
              <p:cNvGrpSpPr/>
              <p:nvPr/>
            </p:nvGrpSpPr>
            <p:grpSpPr>
              <a:xfrm>
                <a:off x="3072" y="1920"/>
                <a:ext cx="2400" cy="347"/>
                <a:chOff x="3072" y="1392"/>
                <a:chExt cx="2400" cy="347"/>
              </a:xfrm>
            </p:grpSpPr>
            <p:sp>
              <p:nvSpPr>
                <p:cNvPr id="25698" name="Line 95"/>
                <p:cNvSpPr/>
                <p:nvPr/>
              </p:nvSpPr>
              <p:spPr>
                <a:xfrm>
                  <a:off x="3408" y="1440"/>
                  <a:ext cx="2064" cy="0"/>
                </a:xfrm>
                <a:prstGeom prst="line">
                  <a:avLst/>
                </a:prstGeom>
                <a:ln w="38100" cap="flat" cmpd="sng">
                  <a:solidFill>
                    <a:schemeClr val="tx1"/>
                  </a:solidFill>
                  <a:prstDash val="solid"/>
                  <a:headEnd type="none" w="med" len="med"/>
                  <a:tailEnd type="none" w="med" len="med"/>
                </a:ln>
              </p:spPr>
            </p:sp>
            <p:sp>
              <p:nvSpPr>
                <p:cNvPr id="25699" name="Text Box 96"/>
                <p:cNvSpPr txBox="1"/>
                <p:nvPr/>
              </p:nvSpPr>
              <p:spPr>
                <a:xfrm>
                  <a:off x="3072" y="1392"/>
                  <a:ext cx="240" cy="34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grpSp>
          <p:nvGrpSpPr>
            <p:cNvPr id="25648" name="Group 133"/>
            <p:cNvGrpSpPr/>
            <p:nvPr/>
          </p:nvGrpSpPr>
          <p:grpSpPr>
            <a:xfrm>
              <a:off x="3128" y="1812"/>
              <a:ext cx="1034" cy="230"/>
              <a:chOff x="3072" y="2168"/>
              <a:chExt cx="1266" cy="347"/>
            </a:xfrm>
          </p:grpSpPr>
          <p:sp>
            <p:nvSpPr>
              <p:cNvPr id="25691" name="Line 98"/>
              <p:cNvSpPr/>
              <p:nvPr/>
            </p:nvSpPr>
            <p:spPr>
              <a:xfrm>
                <a:off x="3408" y="2256"/>
                <a:ext cx="336" cy="0"/>
              </a:xfrm>
              <a:prstGeom prst="line">
                <a:avLst/>
              </a:prstGeom>
              <a:ln w="38100" cap="flat" cmpd="sng">
                <a:solidFill>
                  <a:srgbClr val="FF0000"/>
                </a:solidFill>
                <a:prstDash val="solid"/>
                <a:headEnd type="none" w="med" len="med"/>
                <a:tailEnd type="none" w="med" len="med"/>
              </a:ln>
            </p:spPr>
          </p:sp>
          <p:sp>
            <p:nvSpPr>
              <p:cNvPr id="25692" name="Line 99"/>
              <p:cNvSpPr/>
              <p:nvPr/>
            </p:nvSpPr>
            <p:spPr>
              <a:xfrm>
                <a:off x="3744" y="2448"/>
                <a:ext cx="594" cy="0"/>
              </a:xfrm>
              <a:prstGeom prst="line">
                <a:avLst/>
              </a:prstGeom>
              <a:ln w="38100" cap="flat" cmpd="sng">
                <a:solidFill>
                  <a:srgbClr val="FF0000"/>
                </a:solidFill>
                <a:prstDash val="solid"/>
                <a:headEnd type="none" w="med" len="med"/>
                <a:tailEnd type="none" w="med" len="med"/>
              </a:ln>
            </p:spPr>
          </p:sp>
          <p:sp>
            <p:nvSpPr>
              <p:cNvPr id="25693" name="Line 100"/>
              <p:cNvSpPr/>
              <p:nvPr/>
            </p:nvSpPr>
            <p:spPr>
              <a:xfrm>
                <a:off x="3744" y="2256"/>
                <a:ext cx="0" cy="190"/>
              </a:xfrm>
              <a:prstGeom prst="line">
                <a:avLst/>
              </a:prstGeom>
              <a:ln w="38100" cap="flat" cmpd="sng">
                <a:solidFill>
                  <a:srgbClr val="FF0000"/>
                </a:solidFill>
                <a:prstDash val="solid"/>
                <a:headEnd type="none" w="med" len="med"/>
                <a:tailEnd type="none" w="med" len="med"/>
              </a:ln>
            </p:spPr>
          </p:sp>
          <p:sp>
            <p:nvSpPr>
              <p:cNvPr id="25694" name="Text Box 101"/>
              <p:cNvSpPr txBox="1"/>
              <p:nvPr/>
            </p:nvSpPr>
            <p:spPr>
              <a:xfrm>
                <a:off x="3072" y="2168"/>
                <a:ext cx="240" cy="347"/>
              </a:xfrm>
              <a:prstGeom prst="rect">
                <a:avLst/>
              </a:prstGeom>
              <a:solidFill>
                <a:schemeClr val="bg1"/>
              </a:solid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5649" name="Group 149"/>
            <p:cNvGrpSpPr/>
            <p:nvPr/>
          </p:nvGrpSpPr>
          <p:grpSpPr>
            <a:xfrm>
              <a:off x="3128" y="2093"/>
              <a:ext cx="1135" cy="231"/>
              <a:chOff x="3072" y="2592"/>
              <a:chExt cx="1390" cy="347"/>
            </a:xfrm>
          </p:grpSpPr>
          <p:sp>
            <p:nvSpPr>
              <p:cNvPr id="25686" name="Line 103"/>
              <p:cNvSpPr/>
              <p:nvPr/>
            </p:nvSpPr>
            <p:spPr>
              <a:xfrm>
                <a:off x="3850" y="2612"/>
                <a:ext cx="612" cy="0"/>
              </a:xfrm>
              <a:prstGeom prst="line">
                <a:avLst/>
              </a:prstGeom>
              <a:ln w="38100" cap="flat" cmpd="sng">
                <a:solidFill>
                  <a:schemeClr val="accent2"/>
                </a:solidFill>
                <a:prstDash val="solid"/>
                <a:headEnd type="none" w="med" len="med"/>
                <a:tailEnd type="none" w="med" len="med"/>
              </a:ln>
            </p:spPr>
          </p:sp>
          <p:sp>
            <p:nvSpPr>
              <p:cNvPr id="25687" name="Line 104"/>
              <p:cNvSpPr/>
              <p:nvPr/>
            </p:nvSpPr>
            <p:spPr>
              <a:xfrm>
                <a:off x="3418" y="2804"/>
                <a:ext cx="432" cy="0"/>
              </a:xfrm>
              <a:prstGeom prst="line">
                <a:avLst/>
              </a:prstGeom>
              <a:ln w="38100" cap="flat" cmpd="sng">
                <a:solidFill>
                  <a:schemeClr val="accent2"/>
                </a:solidFill>
                <a:prstDash val="solid"/>
                <a:headEnd type="none" w="med" len="med"/>
                <a:tailEnd type="none" w="med" len="med"/>
              </a:ln>
            </p:spPr>
          </p:sp>
          <p:sp>
            <p:nvSpPr>
              <p:cNvPr id="25688" name="Line 105"/>
              <p:cNvSpPr/>
              <p:nvPr/>
            </p:nvSpPr>
            <p:spPr>
              <a:xfrm>
                <a:off x="3850" y="2612"/>
                <a:ext cx="0" cy="192"/>
              </a:xfrm>
              <a:prstGeom prst="line">
                <a:avLst/>
              </a:prstGeom>
              <a:ln w="38100" cap="flat" cmpd="sng">
                <a:solidFill>
                  <a:schemeClr val="accent2"/>
                </a:solidFill>
                <a:prstDash val="solid"/>
                <a:headEnd type="none" w="med" len="med"/>
                <a:tailEnd type="none" w="med" len="med"/>
              </a:ln>
            </p:spPr>
          </p:sp>
          <p:sp>
            <p:nvSpPr>
              <p:cNvPr id="25689" name="Text Box 106"/>
              <p:cNvSpPr txBox="1"/>
              <p:nvPr/>
            </p:nvSpPr>
            <p:spPr>
              <a:xfrm>
                <a:off x="3072" y="2592"/>
                <a:ext cx="240" cy="34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5690" name="Line 107"/>
              <p:cNvSpPr/>
              <p:nvPr/>
            </p:nvSpPr>
            <p:spPr>
              <a:xfrm>
                <a:off x="3120" y="2640"/>
                <a:ext cx="144" cy="0"/>
              </a:xfrm>
              <a:prstGeom prst="line">
                <a:avLst/>
              </a:prstGeom>
              <a:ln w="19050" cap="flat" cmpd="sng">
                <a:solidFill>
                  <a:schemeClr val="accent2"/>
                </a:solidFill>
                <a:prstDash val="solid"/>
                <a:headEnd type="none" w="med" len="med"/>
                <a:tailEnd type="none" w="med" len="med"/>
              </a:ln>
            </p:spPr>
          </p:sp>
        </p:grpSp>
        <p:sp>
          <p:nvSpPr>
            <p:cNvPr id="25650" name="Line 114"/>
            <p:cNvSpPr/>
            <p:nvPr/>
          </p:nvSpPr>
          <p:spPr>
            <a:xfrm>
              <a:off x="3394" y="2698"/>
              <a:ext cx="470" cy="0"/>
            </a:xfrm>
            <a:prstGeom prst="line">
              <a:avLst/>
            </a:prstGeom>
            <a:ln w="38100" cap="flat" cmpd="sng">
              <a:solidFill>
                <a:srgbClr val="FF00FF"/>
              </a:solidFill>
              <a:prstDash val="solid"/>
              <a:headEnd type="none" w="med" len="med"/>
              <a:tailEnd type="none" w="med" len="med"/>
            </a:ln>
          </p:spPr>
        </p:sp>
        <p:sp>
          <p:nvSpPr>
            <p:cNvPr id="25651" name="Line 115"/>
            <p:cNvSpPr/>
            <p:nvPr/>
          </p:nvSpPr>
          <p:spPr>
            <a:xfrm>
              <a:off x="3864" y="2571"/>
              <a:ext cx="519" cy="0"/>
            </a:xfrm>
            <a:prstGeom prst="line">
              <a:avLst/>
            </a:prstGeom>
            <a:ln w="38100" cap="flat" cmpd="sng">
              <a:solidFill>
                <a:srgbClr val="FF00FF"/>
              </a:solidFill>
              <a:prstDash val="solid"/>
              <a:headEnd type="none" w="med" len="med"/>
              <a:tailEnd type="none" w="med" len="med"/>
            </a:ln>
          </p:spPr>
        </p:sp>
        <p:sp>
          <p:nvSpPr>
            <p:cNvPr id="25652" name="Line 116"/>
            <p:cNvSpPr/>
            <p:nvPr/>
          </p:nvSpPr>
          <p:spPr>
            <a:xfrm>
              <a:off x="3864" y="2571"/>
              <a:ext cx="0" cy="127"/>
            </a:xfrm>
            <a:prstGeom prst="line">
              <a:avLst/>
            </a:prstGeom>
            <a:ln w="38100" cap="flat" cmpd="sng">
              <a:solidFill>
                <a:srgbClr val="FF00FF"/>
              </a:solidFill>
              <a:prstDash val="solid"/>
              <a:headEnd type="none" w="med" len="med"/>
              <a:tailEnd type="none" w="med" len="med"/>
            </a:ln>
          </p:spPr>
        </p:sp>
        <p:sp>
          <p:nvSpPr>
            <p:cNvPr id="25653" name="Text Box 117"/>
            <p:cNvSpPr txBox="1"/>
            <p:nvPr/>
          </p:nvSpPr>
          <p:spPr>
            <a:xfrm>
              <a:off x="3049" y="2539"/>
              <a:ext cx="353" cy="23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AC</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5654" name="Line 118"/>
            <p:cNvSpPr/>
            <p:nvPr/>
          </p:nvSpPr>
          <p:spPr>
            <a:xfrm>
              <a:off x="3193" y="2571"/>
              <a:ext cx="117" cy="0"/>
            </a:xfrm>
            <a:prstGeom prst="line">
              <a:avLst/>
            </a:prstGeom>
            <a:ln w="19050" cap="flat" cmpd="sng">
              <a:solidFill>
                <a:srgbClr val="FF00FF"/>
              </a:solidFill>
              <a:prstDash val="solid"/>
              <a:headEnd type="none" w="med" len="med"/>
              <a:tailEnd type="none" w="med" len="med"/>
            </a:ln>
          </p:spPr>
        </p:sp>
        <p:sp>
          <p:nvSpPr>
            <p:cNvPr id="25655" name="Line 126"/>
            <p:cNvSpPr/>
            <p:nvPr/>
          </p:nvSpPr>
          <p:spPr>
            <a:xfrm>
              <a:off x="3668" y="1994"/>
              <a:ext cx="0" cy="959"/>
            </a:xfrm>
            <a:prstGeom prst="line">
              <a:avLst/>
            </a:prstGeom>
            <a:ln w="9525" cap="flat" cmpd="sng">
              <a:solidFill>
                <a:srgbClr val="FF0000"/>
              </a:solidFill>
              <a:prstDash val="dash"/>
              <a:headEnd type="none" w="med" len="med"/>
              <a:tailEnd type="none" w="med" len="med"/>
            </a:ln>
          </p:spPr>
        </p:sp>
        <p:sp>
          <p:nvSpPr>
            <p:cNvPr id="25656" name="Line 127"/>
            <p:cNvSpPr/>
            <p:nvPr/>
          </p:nvSpPr>
          <p:spPr>
            <a:xfrm>
              <a:off x="3771" y="2157"/>
              <a:ext cx="0" cy="779"/>
            </a:xfrm>
            <a:prstGeom prst="line">
              <a:avLst/>
            </a:prstGeom>
            <a:ln w="9525" cap="flat" cmpd="sng">
              <a:solidFill>
                <a:schemeClr val="accent2"/>
              </a:solidFill>
              <a:prstDash val="dash"/>
              <a:headEnd type="none" w="med" len="med"/>
              <a:tailEnd type="none" w="med" len="med"/>
            </a:ln>
          </p:spPr>
        </p:sp>
        <p:sp>
          <p:nvSpPr>
            <p:cNvPr id="25657" name="Line 128"/>
            <p:cNvSpPr/>
            <p:nvPr/>
          </p:nvSpPr>
          <p:spPr>
            <a:xfrm>
              <a:off x="3864" y="2635"/>
              <a:ext cx="0" cy="318"/>
            </a:xfrm>
            <a:prstGeom prst="line">
              <a:avLst/>
            </a:prstGeom>
            <a:ln w="9525" cap="flat" cmpd="sng">
              <a:solidFill>
                <a:srgbClr val="FF00FF"/>
              </a:solidFill>
              <a:prstDash val="dash"/>
              <a:headEnd type="none" w="med" len="med"/>
              <a:tailEnd type="none" w="med" len="med"/>
            </a:ln>
          </p:spPr>
        </p:sp>
        <p:grpSp>
          <p:nvGrpSpPr>
            <p:cNvPr id="25658" name="Group 143"/>
            <p:cNvGrpSpPr/>
            <p:nvPr/>
          </p:nvGrpSpPr>
          <p:grpSpPr>
            <a:xfrm>
              <a:off x="4157" y="1871"/>
              <a:ext cx="885" cy="127"/>
              <a:chOff x="4368" y="2256"/>
              <a:chExt cx="1084" cy="192"/>
            </a:xfrm>
          </p:grpSpPr>
          <p:sp>
            <p:nvSpPr>
              <p:cNvPr id="25684" name="Line 139"/>
              <p:cNvSpPr/>
              <p:nvPr/>
            </p:nvSpPr>
            <p:spPr>
              <a:xfrm flipV="1">
                <a:off x="4368" y="2256"/>
                <a:ext cx="0" cy="192"/>
              </a:xfrm>
              <a:prstGeom prst="line">
                <a:avLst/>
              </a:prstGeom>
              <a:ln w="38100" cap="flat" cmpd="sng">
                <a:solidFill>
                  <a:srgbClr val="FF3300"/>
                </a:solidFill>
                <a:prstDash val="solid"/>
                <a:headEnd type="none" w="med" len="med"/>
                <a:tailEnd type="none" w="med" len="med"/>
              </a:ln>
            </p:spPr>
          </p:sp>
          <p:sp>
            <p:nvSpPr>
              <p:cNvPr id="25685" name="Line 142"/>
              <p:cNvSpPr/>
              <p:nvPr/>
            </p:nvSpPr>
            <p:spPr>
              <a:xfrm>
                <a:off x="4368" y="2256"/>
                <a:ext cx="1084" cy="0"/>
              </a:xfrm>
              <a:prstGeom prst="line">
                <a:avLst/>
              </a:prstGeom>
              <a:ln w="38100" cap="flat" cmpd="sng">
                <a:solidFill>
                  <a:srgbClr val="FF3300"/>
                </a:solidFill>
                <a:prstDash val="solid"/>
                <a:headEnd type="none" w="med" len="med"/>
                <a:tailEnd type="none" w="med" len="med"/>
              </a:ln>
            </p:spPr>
          </p:sp>
        </p:grpSp>
        <p:sp>
          <p:nvSpPr>
            <p:cNvPr id="25659" name="Line 145"/>
            <p:cNvSpPr/>
            <p:nvPr/>
          </p:nvSpPr>
          <p:spPr>
            <a:xfrm>
              <a:off x="4157" y="1998"/>
              <a:ext cx="0" cy="955"/>
            </a:xfrm>
            <a:prstGeom prst="line">
              <a:avLst/>
            </a:prstGeom>
            <a:ln w="9525" cap="flat" cmpd="sng">
              <a:solidFill>
                <a:srgbClr val="FF3300"/>
              </a:solidFill>
              <a:prstDash val="dash"/>
              <a:headEnd type="none" w="med" len="med"/>
              <a:tailEnd type="none" w="med" len="med"/>
            </a:ln>
          </p:spPr>
        </p:sp>
        <p:sp>
          <p:nvSpPr>
            <p:cNvPr id="25660" name="Line 146"/>
            <p:cNvSpPr/>
            <p:nvPr/>
          </p:nvSpPr>
          <p:spPr>
            <a:xfrm>
              <a:off x="4265" y="2221"/>
              <a:ext cx="0" cy="732"/>
            </a:xfrm>
            <a:prstGeom prst="line">
              <a:avLst/>
            </a:prstGeom>
            <a:ln w="9525" cap="flat" cmpd="sng">
              <a:solidFill>
                <a:srgbClr val="3333FF"/>
              </a:solidFill>
              <a:prstDash val="dash"/>
              <a:headEnd type="none" w="med" len="med"/>
              <a:tailEnd type="none" w="med" len="med"/>
            </a:ln>
          </p:spPr>
        </p:sp>
        <p:sp>
          <p:nvSpPr>
            <p:cNvPr id="25661" name="Line 147"/>
            <p:cNvSpPr/>
            <p:nvPr/>
          </p:nvSpPr>
          <p:spPr>
            <a:xfrm>
              <a:off x="4382" y="2603"/>
              <a:ext cx="0" cy="350"/>
            </a:xfrm>
            <a:prstGeom prst="line">
              <a:avLst/>
            </a:prstGeom>
            <a:ln w="9525" cap="flat" cmpd="sng">
              <a:solidFill>
                <a:srgbClr val="FF66FF"/>
              </a:solidFill>
              <a:prstDash val="dash"/>
              <a:headEnd type="none" w="med" len="med"/>
              <a:tailEnd type="none" w="med" len="med"/>
            </a:ln>
          </p:spPr>
        </p:sp>
        <p:grpSp>
          <p:nvGrpSpPr>
            <p:cNvPr id="25662" name="Group 154"/>
            <p:cNvGrpSpPr/>
            <p:nvPr/>
          </p:nvGrpSpPr>
          <p:grpSpPr>
            <a:xfrm>
              <a:off x="4265" y="2101"/>
              <a:ext cx="781" cy="128"/>
              <a:chOff x="4464" y="2604"/>
              <a:chExt cx="957" cy="192"/>
            </a:xfrm>
          </p:grpSpPr>
          <p:sp>
            <p:nvSpPr>
              <p:cNvPr id="25682" name="Line 152"/>
              <p:cNvSpPr/>
              <p:nvPr/>
            </p:nvSpPr>
            <p:spPr>
              <a:xfrm>
                <a:off x="4464" y="2604"/>
                <a:ext cx="0" cy="192"/>
              </a:xfrm>
              <a:prstGeom prst="line">
                <a:avLst/>
              </a:prstGeom>
              <a:ln w="38100" cap="flat" cmpd="sng">
                <a:solidFill>
                  <a:srgbClr val="3333FF"/>
                </a:solidFill>
                <a:prstDash val="solid"/>
                <a:headEnd type="none" w="med" len="med"/>
                <a:tailEnd type="none" w="med" len="med"/>
              </a:ln>
            </p:spPr>
          </p:sp>
          <p:sp>
            <p:nvSpPr>
              <p:cNvPr id="25683" name="Line 153"/>
              <p:cNvSpPr/>
              <p:nvPr/>
            </p:nvSpPr>
            <p:spPr>
              <a:xfrm>
                <a:off x="4464" y="2784"/>
                <a:ext cx="957" cy="0"/>
              </a:xfrm>
              <a:prstGeom prst="line">
                <a:avLst/>
              </a:prstGeom>
              <a:ln w="38100" cap="flat" cmpd="sng">
                <a:solidFill>
                  <a:srgbClr val="3333FF"/>
                </a:solidFill>
                <a:prstDash val="solid"/>
                <a:headEnd type="none" w="med" len="med"/>
                <a:tailEnd type="none" w="med" len="med"/>
              </a:ln>
            </p:spPr>
          </p:sp>
        </p:grpSp>
        <p:grpSp>
          <p:nvGrpSpPr>
            <p:cNvPr id="25663" name="Group 158"/>
            <p:cNvGrpSpPr/>
            <p:nvPr/>
          </p:nvGrpSpPr>
          <p:grpSpPr>
            <a:xfrm>
              <a:off x="4271" y="2348"/>
              <a:ext cx="756" cy="127"/>
              <a:chOff x="4484" y="2976"/>
              <a:chExt cx="925" cy="192"/>
            </a:xfrm>
          </p:grpSpPr>
          <p:sp>
            <p:nvSpPr>
              <p:cNvPr id="25680" name="Line 156"/>
              <p:cNvSpPr/>
              <p:nvPr/>
            </p:nvSpPr>
            <p:spPr>
              <a:xfrm flipV="1">
                <a:off x="4484" y="2976"/>
                <a:ext cx="0" cy="192"/>
              </a:xfrm>
              <a:prstGeom prst="line">
                <a:avLst/>
              </a:prstGeom>
              <a:ln w="28575" cap="flat" cmpd="sng">
                <a:solidFill>
                  <a:srgbClr val="FF9900"/>
                </a:solidFill>
                <a:prstDash val="solid"/>
                <a:headEnd type="none" w="med" len="med"/>
                <a:tailEnd type="none" w="med" len="med"/>
              </a:ln>
            </p:spPr>
          </p:sp>
          <p:sp>
            <p:nvSpPr>
              <p:cNvPr id="25681" name="Line 157"/>
              <p:cNvSpPr/>
              <p:nvPr/>
            </p:nvSpPr>
            <p:spPr>
              <a:xfrm>
                <a:off x="4484" y="2976"/>
                <a:ext cx="925" cy="0"/>
              </a:xfrm>
              <a:prstGeom prst="line">
                <a:avLst/>
              </a:prstGeom>
              <a:ln w="28575" cap="flat" cmpd="sng">
                <a:solidFill>
                  <a:srgbClr val="FF9900"/>
                </a:solidFill>
                <a:prstDash val="solid"/>
                <a:headEnd type="none" w="med" len="med"/>
                <a:tailEnd type="none" w="med" len="med"/>
              </a:ln>
            </p:spPr>
          </p:sp>
        </p:grpSp>
        <p:grpSp>
          <p:nvGrpSpPr>
            <p:cNvPr id="25664" name="Group 174"/>
            <p:cNvGrpSpPr/>
            <p:nvPr/>
          </p:nvGrpSpPr>
          <p:grpSpPr>
            <a:xfrm>
              <a:off x="4385" y="2571"/>
              <a:ext cx="670" cy="127"/>
              <a:chOff x="4611" y="3312"/>
              <a:chExt cx="821" cy="192"/>
            </a:xfrm>
          </p:grpSpPr>
          <p:sp>
            <p:nvSpPr>
              <p:cNvPr id="25678" name="Line 161"/>
              <p:cNvSpPr/>
              <p:nvPr/>
            </p:nvSpPr>
            <p:spPr>
              <a:xfrm>
                <a:off x="4611" y="3312"/>
                <a:ext cx="0" cy="192"/>
              </a:xfrm>
              <a:prstGeom prst="line">
                <a:avLst/>
              </a:prstGeom>
              <a:ln w="38100" cap="flat" cmpd="sng">
                <a:solidFill>
                  <a:srgbClr val="FF66FF"/>
                </a:solidFill>
                <a:prstDash val="solid"/>
                <a:headEnd type="none" w="med" len="med"/>
                <a:tailEnd type="none" w="med" len="med"/>
              </a:ln>
            </p:spPr>
          </p:sp>
          <p:sp>
            <p:nvSpPr>
              <p:cNvPr id="25679" name="Line 162"/>
              <p:cNvSpPr/>
              <p:nvPr/>
            </p:nvSpPr>
            <p:spPr>
              <a:xfrm>
                <a:off x="4611" y="3492"/>
                <a:ext cx="821" cy="0"/>
              </a:xfrm>
              <a:prstGeom prst="line">
                <a:avLst/>
              </a:prstGeom>
              <a:ln w="38100" cap="flat" cmpd="sng">
                <a:solidFill>
                  <a:srgbClr val="FF66FF"/>
                </a:solidFill>
                <a:prstDash val="solid"/>
                <a:headEnd type="none" w="med" len="med"/>
                <a:tailEnd type="none" w="med" len="med"/>
              </a:ln>
            </p:spPr>
          </p:sp>
        </p:grpSp>
        <p:grpSp>
          <p:nvGrpSpPr>
            <p:cNvPr id="25665" name="Group 231"/>
            <p:cNvGrpSpPr/>
            <p:nvPr/>
          </p:nvGrpSpPr>
          <p:grpSpPr>
            <a:xfrm>
              <a:off x="3061" y="2300"/>
              <a:ext cx="1220" cy="230"/>
              <a:chOff x="2976" y="2928"/>
              <a:chExt cx="1493" cy="347"/>
            </a:xfrm>
          </p:grpSpPr>
          <p:sp>
            <p:nvSpPr>
              <p:cNvPr id="25674" name="Line 109"/>
              <p:cNvSpPr/>
              <p:nvPr/>
            </p:nvSpPr>
            <p:spPr>
              <a:xfrm>
                <a:off x="3868" y="3168"/>
                <a:ext cx="601" cy="0"/>
              </a:xfrm>
              <a:prstGeom prst="line">
                <a:avLst/>
              </a:prstGeom>
              <a:ln w="38100" cap="flat" cmpd="sng">
                <a:solidFill>
                  <a:srgbClr val="FF9900"/>
                </a:solidFill>
                <a:prstDash val="solid"/>
                <a:headEnd type="none" w="med" len="med"/>
                <a:tailEnd type="none" w="med" len="med"/>
              </a:ln>
            </p:spPr>
          </p:sp>
          <p:sp>
            <p:nvSpPr>
              <p:cNvPr id="25675" name="Line 110"/>
              <p:cNvSpPr/>
              <p:nvPr/>
            </p:nvSpPr>
            <p:spPr>
              <a:xfrm>
                <a:off x="3436" y="2976"/>
                <a:ext cx="432" cy="0"/>
              </a:xfrm>
              <a:prstGeom prst="line">
                <a:avLst/>
              </a:prstGeom>
              <a:ln w="38100" cap="flat" cmpd="sng">
                <a:solidFill>
                  <a:srgbClr val="FF9900"/>
                </a:solidFill>
                <a:prstDash val="solid"/>
                <a:headEnd type="none" w="med" len="med"/>
                <a:tailEnd type="none" w="med" len="med"/>
              </a:ln>
            </p:spPr>
          </p:sp>
          <p:sp>
            <p:nvSpPr>
              <p:cNvPr id="25676" name="Line 111"/>
              <p:cNvSpPr/>
              <p:nvPr/>
            </p:nvSpPr>
            <p:spPr>
              <a:xfrm>
                <a:off x="3868" y="2976"/>
                <a:ext cx="0" cy="192"/>
              </a:xfrm>
              <a:prstGeom prst="line">
                <a:avLst/>
              </a:prstGeom>
              <a:ln w="38100" cap="flat" cmpd="sng">
                <a:solidFill>
                  <a:srgbClr val="FF9900"/>
                </a:solidFill>
                <a:prstDash val="solid"/>
                <a:headEnd type="none" w="med" len="med"/>
                <a:tailEnd type="none" w="med" len="med"/>
              </a:ln>
            </p:spPr>
          </p:sp>
          <p:sp>
            <p:nvSpPr>
              <p:cNvPr id="25677" name="Text Box 112"/>
              <p:cNvSpPr txBox="1"/>
              <p:nvPr/>
            </p:nvSpPr>
            <p:spPr>
              <a:xfrm>
                <a:off x="2976" y="2928"/>
                <a:ext cx="432" cy="34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BC</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5666" name="Group 182"/>
            <p:cNvGrpSpPr/>
            <p:nvPr/>
          </p:nvGrpSpPr>
          <p:grpSpPr>
            <a:xfrm>
              <a:off x="3165" y="2762"/>
              <a:ext cx="1311" cy="230"/>
              <a:chOff x="3118" y="3600"/>
              <a:chExt cx="1605" cy="347"/>
            </a:xfrm>
          </p:grpSpPr>
          <p:sp>
            <p:nvSpPr>
              <p:cNvPr id="25668" name="Line 176"/>
              <p:cNvSpPr/>
              <p:nvPr/>
            </p:nvSpPr>
            <p:spPr>
              <a:xfrm>
                <a:off x="3406" y="3696"/>
                <a:ext cx="576" cy="0"/>
              </a:xfrm>
              <a:prstGeom prst="line">
                <a:avLst/>
              </a:prstGeom>
              <a:ln w="38100" cap="flat" cmpd="sng">
                <a:solidFill>
                  <a:srgbClr val="993300"/>
                </a:solidFill>
                <a:prstDash val="solid"/>
                <a:headEnd type="none" w="med" len="med"/>
                <a:tailEnd type="none" w="med" len="med"/>
              </a:ln>
            </p:spPr>
          </p:sp>
          <p:sp>
            <p:nvSpPr>
              <p:cNvPr id="25669" name="Line 177"/>
              <p:cNvSpPr/>
              <p:nvPr/>
            </p:nvSpPr>
            <p:spPr>
              <a:xfrm>
                <a:off x="4106" y="3696"/>
                <a:ext cx="0" cy="192"/>
              </a:xfrm>
              <a:prstGeom prst="line">
                <a:avLst/>
              </a:prstGeom>
              <a:ln w="38100" cap="flat" cmpd="sng">
                <a:solidFill>
                  <a:srgbClr val="993300"/>
                </a:solidFill>
                <a:prstDash val="solid"/>
                <a:headEnd type="none" w="med" len="med"/>
                <a:tailEnd type="none" w="med" len="med"/>
              </a:ln>
            </p:spPr>
          </p:sp>
          <p:sp>
            <p:nvSpPr>
              <p:cNvPr id="25670" name="Line 178"/>
              <p:cNvSpPr/>
              <p:nvPr/>
            </p:nvSpPr>
            <p:spPr>
              <a:xfrm>
                <a:off x="3982" y="3696"/>
                <a:ext cx="0" cy="192"/>
              </a:xfrm>
              <a:prstGeom prst="line">
                <a:avLst/>
              </a:prstGeom>
              <a:ln w="38100" cap="flat" cmpd="sng">
                <a:solidFill>
                  <a:srgbClr val="993300"/>
                </a:solidFill>
                <a:prstDash val="solid"/>
                <a:headEnd type="none" w="med" len="med"/>
                <a:tailEnd type="none" w="med" len="med"/>
              </a:ln>
            </p:spPr>
          </p:sp>
          <p:sp>
            <p:nvSpPr>
              <p:cNvPr id="25671" name="Line 179"/>
              <p:cNvSpPr/>
              <p:nvPr/>
            </p:nvSpPr>
            <p:spPr>
              <a:xfrm>
                <a:off x="3982" y="3878"/>
                <a:ext cx="125" cy="0"/>
              </a:xfrm>
              <a:prstGeom prst="line">
                <a:avLst/>
              </a:prstGeom>
              <a:ln w="38100" cap="flat" cmpd="sng">
                <a:solidFill>
                  <a:srgbClr val="993300"/>
                </a:solidFill>
                <a:prstDash val="solid"/>
                <a:headEnd type="none" w="med" len="med"/>
                <a:tailEnd type="none" w="med" len="med"/>
              </a:ln>
            </p:spPr>
          </p:sp>
          <p:sp>
            <p:nvSpPr>
              <p:cNvPr id="25672" name="Line 180"/>
              <p:cNvSpPr/>
              <p:nvPr/>
            </p:nvSpPr>
            <p:spPr>
              <a:xfrm>
                <a:off x="4106" y="3696"/>
                <a:ext cx="617" cy="0"/>
              </a:xfrm>
              <a:prstGeom prst="line">
                <a:avLst/>
              </a:prstGeom>
              <a:ln w="38100" cap="flat" cmpd="sng">
                <a:solidFill>
                  <a:srgbClr val="993300"/>
                </a:solidFill>
                <a:prstDash val="solid"/>
                <a:headEnd type="none" w="med" len="med"/>
                <a:tailEnd type="none" w="med" len="med"/>
              </a:ln>
            </p:spPr>
          </p:sp>
          <p:sp>
            <p:nvSpPr>
              <p:cNvPr id="25673" name="Text Box 181"/>
              <p:cNvSpPr txBox="1"/>
              <p:nvPr/>
            </p:nvSpPr>
            <p:spPr>
              <a:xfrm>
                <a:off x="3118" y="3600"/>
                <a:ext cx="384" cy="34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F</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sp>
          <p:nvSpPr>
            <p:cNvPr id="25667" name="Line 183"/>
            <p:cNvSpPr/>
            <p:nvPr/>
          </p:nvSpPr>
          <p:spPr>
            <a:xfrm>
              <a:off x="4461" y="2826"/>
              <a:ext cx="588" cy="0"/>
            </a:xfrm>
            <a:prstGeom prst="line">
              <a:avLst/>
            </a:prstGeom>
            <a:ln w="38100" cap="flat" cmpd="sng">
              <a:solidFill>
                <a:srgbClr val="993300"/>
              </a:solidFill>
              <a:prstDash val="solid"/>
              <a:headEnd type="none" w="med" len="med"/>
              <a:tailEnd type="none" w="med" len="med"/>
            </a:ln>
          </p:spPr>
        </p:sp>
      </p:grpSp>
      <p:grpSp>
        <p:nvGrpSpPr>
          <p:cNvPr id="24582" name="Group 108"/>
          <p:cNvGrpSpPr/>
          <p:nvPr/>
        </p:nvGrpSpPr>
        <p:grpSpPr>
          <a:xfrm>
            <a:off x="0" y="2935288"/>
            <a:ext cx="4500563" cy="2041525"/>
            <a:chOff x="0" y="1849"/>
            <a:chExt cx="2835" cy="1286"/>
          </a:xfrm>
        </p:grpSpPr>
        <p:sp>
          <p:nvSpPr>
            <p:cNvPr id="25609" name="Rectangle 6"/>
            <p:cNvSpPr/>
            <p:nvPr/>
          </p:nvSpPr>
          <p:spPr>
            <a:xfrm>
              <a:off x="0" y="1849"/>
              <a:ext cx="2835" cy="128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4399" name="Line 7"/>
            <p:cNvSpPr/>
            <p:nvPr/>
          </p:nvSpPr>
          <p:spPr>
            <a:xfrm>
              <a:off x="1111" y="2245"/>
              <a:ext cx="298" cy="1"/>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5611" name="Text Box 8"/>
            <p:cNvSpPr txBox="1"/>
            <p:nvPr/>
          </p:nvSpPr>
          <p:spPr>
            <a:xfrm>
              <a:off x="205" y="2165"/>
              <a:ext cx="254" cy="250"/>
            </a:xfrm>
            <a:prstGeom prst="rect">
              <a:avLst/>
            </a:prstGeom>
            <a:noFill/>
            <a:ln w="9525">
              <a:noFill/>
            </a:ln>
          </p:spPr>
          <p:txBody>
            <a:bodyPr>
              <a:spAutoFit/>
            </a:bodyPr>
            <a:p>
              <a:pPr algn="ctr" eaLnBrk="1" hangingPunct="1">
                <a:buFont typeface="Arial" panose="020B0604020202020204" pitchFamily="34" charset="0"/>
              </a:pPr>
              <a:r>
                <a:rPr lang="en-US" altLang="zh-CN" b="1" dirty="0">
                  <a:solidFill>
                    <a:srgbClr val="FF0000"/>
                  </a:solidFill>
                  <a:latin typeface="华文新魏" panose="02010800040101010101" pitchFamily="2" charset="-122"/>
                  <a:ea typeface="华文新魏" panose="02010800040101010101" pitchFamily="2" charset="-122"/>
                </a:rPr>
                <a:t>C</a:t>
              </a:r>
              <a:endParaRPr lang="en-US" altLang="zh-CN" b="1" dirty="0">
                <a:solidFill>
                  <a:srgbClr val="FF0000"/>
                </a:solidFill>
                <a:latin typeface="华文新魏" panose="02010800040101010101" pitchFamily="2" charset="-122"/>
                <a:ea typeface="华文新魏" panose="02010800040101010101" pitchFamily="2" charset="-122"/>
              </a:endParaRPr>
            </a:p>
          </p:txBody>
        </p:sp>
        <p:sp>
          <p:nvSpPr>
            <p:cNvPr id="14401" name="Line 11"/>
            <p:cNvSpPr/>
            <p:nvPr/>
          </p:nvSpPr>
          <p:spPr>
            <a:xfrm>
              <a:off x="464" y="2036"/>
              <a:ext cx="945"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5613" name="Oval 12"/>
            <p:cNvSpPr/>
            <p:nvPr/>
          </p:nvSpPr>
          <p:spPr>
            <a:xfrm>
              <a:off x="556" y="2229"/>
              <a:ext cx="52" cy="36"/>
            </a:xfrm>
            <a:prstGeom prst="ellipse">
              <a:avLst/>
            </a:prstGeom>
            <a:solidFill>
              <a:srgbClr val="FF0000"/>
            </a:solidFill>
            <a:ln w="952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4403" name="Line 15"/>
            <p:cNvSpPr/>
            <p:nvPr/>
          </p:nvSpPr>
          <p:spPr>
            <a:xfrm>
              <a:off x="430" y="2245"/>
              <a:ext cx="328" cy="0"/>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4404" name="Line 16"/>
            <p:cNvSpPr/>
            <p:nvPr/>
          </p:nvSpPr>
          <p:spPr>
            <a:xfrm>
              <a:off x="578" y="2245"/>
              <a:ext cx="0" cy="463"/>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4405" name="Line 18"/>
            <p:cNvSpPr/>
            <p:nvPr/>
          </p:nvSpPr>
          <p:spPr>
            <a:xfrm>
              <a:off x="2468" y="2453"/>
              <a:ext cx="261" cy="0"/>
            </a:xfrm>
            <a:prstGeom prst="line">
              <a:avLst/>
            </a:prstGeom>
            <a:ln w="19050">
              <a:solidFill>
                <a:schemeClr val="accent2">
                  <a:lumMod val="50000"/>
                </a:schemeClr>
              </a:solidFill>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5617" name="Text Box 19"/>
            <p:cNvSpPr txBox="1"/>
            <p:nvPr/>
          </p:nvSpPr>
          <p:spPr>
            <a:xfrm>
              <a:off x="2567" y="2195"/>
              <a:ext cx="203" cy="2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rgbClr val="843C0B"/>
                  </a:solidFill>
                  <a:latin typeface="华文新魏" panose="02010800040101010101" pitchFamily="2" charset="-122"/>
                  <a:ea typeface="华文新魏" panose="02010800040101010101" pitchFamily="2" charset="-122"/>
                </a:rPr>
                <a:t>F</a:t>
              </a:r>
              <a:endParaRPr lang="en-US" altLang="zh-CN" sz="2400" b="1" dirty="0">
                <a:solidFill>
                  <a:srgbClr val="843C0B"/>
                </a:solidFill>
                <a:latin typeface="华文新魏" panose="02010800040101010101" pitchFamily="2" charset="-122"/>
                <a:ea typeface="华文新魏" panose="02010800040101010101" pitchFamily="2" charset="-122"/>
              </a:endParaRPr>
            </a:p>
          </p:txBody>
        </p:sp>
        <p:sp>
          <p:nvSpPr>
            <p:cNvPr id="25618" name="Line 24"/>
            <p:cNvSpPr/>
            <p:nvPr/>
          </p:nvSpPr>
          <p:spPr>
            <a:xfrm>
              <a:off x="1722" y="2137"/>
              <a:ext cx="210" cy="0"/>
            </a:xfrm>
            <a:prstGeom prst="line">
              <a:avLst/>
            </a:prstGeom>
            <a:ln w="19050" cap="flat" cmpd="sng">
              <a:solidFill>
                <a:srgbClr val="0000FF"/>
              </a:solidFill>
              <a:prstDash val="solid"/>
              <a:headEnd type="none" w="med" len="med"/>
              <a:tailEnd type="none" w="med" len="med"/>
            </a:ln>
          </p:spPr>
        </p:sp>
        <p:sp>
          <p:nvSpPr>
            <p:cNvPr id="25619" name="Line 25"/>
            <p:cNvSpPr/>
            <p:nvPr/>
          </p:nvSpPr>
          <p:spPr>
            <a:xfrm>
              <a:off x="1714" y="2777"/>
              <a:ext cx="211" cy="0"/>
            </a:xfrm>
            <a:prstGeom prst="line">
              <a:avLst/>
            </a:prstGeom>
            <a:ln w="19050" cap="flat" cmpd="sng">
              <a:solidFill>
                <a:srgbClr val="FF0066"/>
              </a:solidFill>
              <a:prstDash val="solid"/>
              <a:miter/>
              <a:headEnd type="none" w="med" len="med"/>
              <a:tailEnd type="none" w="med" len="med"/>
            </a:ln>
          </p:spPr>
        </p:sp>
        <p:sp>
          <p:nvSpPr>
            <p:cNvPr id="25620" name="Line 26"/>
            <p:cNvSpPr/>
            <p:nvPr/>
          </p:nvSpPr>
          <p:spPr>
            <a:xfrm>
              <a:off x="1931" y="2129"/>
              <a:ext cx="0" cy="252"/>
            </a:xfrm>
            <a:prstGeom prst="line">
              <a:avLst/>
            </a:prstGeom>
            <a:ln w="19050" cap="flat" cmpd="sng">
              <a:solidFill>
                <a:srgbClr val="0000FF"/>
              </a:solidFill>
              <a:prstDash val="solid"/>
              <a:headEnd type="none" w="med" len="med"/>
              <a:tailEnd type="none" w="med" len="med"/>
            </a:ln>
          </p:spPr>
        </p:sp>
        <p:sp>
          <p:nvSpPr>
            <p:cNvPr id="25621" name="Line 27"/>
            <p:cNvSpPr/>
            <p:nvPr/>
          </p:nvSpPr>
          <p:spPr>
            <a:xfrm>
              <a:off x="1923" y="2533"/>
              <a:ext cx="0" cy="252"/>
            </a:xfrm>
            <a:prstGeom prst="line">
              <a:avLst/>
            </a:prstGeom>
            <a:ln w="19050" cap="flat" cmpd="sng">
              <a:solidFill>
                <a:srgbClr val="FF0066"/>
              </a:solidFill>
              <a:prstDash val="solid"/>
              <a:miter/>
              <a:headEnd type="none" w="med" len="med"/>
              <a:tailEnd type="none" w="med" len="med"/>
            </a:ln>
          </p:spPr>
        </p:sp>
        <p:sp>
          <p:nvSpPr>
            <p:cNvPr id="25622" name="Line 28"/>
            <p:cNvSpPr/>
            <p:nvPr/>
          </p:nvSpPr>
          <p:spPr>
            <a:xfrm>
              <a:off x="1925" y="2533"/>
              <a:ext cx="211" cy="0"/>
            </a:xfrm>
            <a:prstGeom prst="line">
              <a:avLst/>
            </a:prstGeom>
            <a:ln w="19050" cap="flat" cmpd="sng">
              <a:solidFill>
                <a:srgbClr val="FF0066"/>
              </a:solidFill>
              <a:prstDash val="solid"/>
              <a:miter/>
              <a:headEnd type="none" w="med" len="med"/>
              <a:tailEnd type="none" w="med" len="med"/>
            </a:ln>
          </p:spPr>
        </p:sp>
        <p:sp>
          <p:nvSpPr>
            <p:cNvPr id="25623" name="Line 29"/>
            <p:cNvSpPr/>
            <p:nvPr/>
          </p:nvSpPr>
          <p:spPr>
            <a:xfrm>
              <a:off x="1932" y="2374"/>
              <a:ext cx="210" cy="0"/>
            </a:xfrm>
            <a:prstGeom prst="line">
              <a:avLst/>
            </a:prstGeom>
            <a:ln w="19050" cap="flat" cmpd="sng">
              <a:solidFill>
                <a:srgbClr val="0000FF"/>
              </a:solidFill>
              <a:prstDash val="solid"/>
              <a:headEnd type="none" w="med" len="med"/>
              <a:tailEnd type="none" w="med" len="med"/>
            </a:ln>
          </p:spPr>
        </p:sp>
        <p:sp>
          <p:nvSpPr>
            <p:cNvPr id="25624" name="Text Box 30"/>
            <p:cNvSpPr txBox="1"/>
            <p:nvPr/>
          </p:nvSpPr>
          <p:spPr>
            <a:xfrm>
              <a:off x="209" y="1913"/>
              <a:ext cx="245" cy="250"/>
            </a:xfrm>
            <a:prstGeom prst="rect">
              <a:avLst/>
            </a:prstGeom>
            <a:noFill/>
            <a:ln w="9525">
              <a:noFill/>
            </a:ln>
          </p:spPr>
          <p:txBody>
            <a:bodyPr>
              <a:spAutoFit/>
            </a:bodyPr>
            <a:p>
              <a:pPr algn="ctr" eaLnBrk="1" hangingPunct="1">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25625" name="Text Box 31"/>
            <p:cNvSpPr txBox="1"/>
            <p:nvPr/>
          </p:nvSpPr>
          <p:spPr>
            <a:xfrm>
              <a:off x="206" y="2777"/>
              <a:ext cx="245" cy="250"/>
            </a:xfrm>
            <a:prstGeom prst="rect">
              <a:avLst/>
            </a:prstGeom>
            <a:noFill/>
            <a:ln w="9525">
              <a:noFill/>
            </a:ln>
          </p:spPr>
          <p:txBody>
            <a:bodyPr>
              <a:spAutoFit/>
            </a:bodyPr>
            <a:p>
              <a:pPr algn="ctr" eaLnBrk="1" hangingPunct="1">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4415" name="Line 32"/>
            <p:cNvSpPr/>
            <p:nvPr/>
          </p:nvSpPr>
          <p:spPr>
            <a:xfrm>
              <a:off x="578" y="2705"/>
              <a:ext cx="815" cy="0"/>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4416" name="Line 33"/>
            <p:cNvSpPr/>
            <p:nvPr/>
          </p:nvSpPr>
          <p:spPr>
            <a:xfrm>
              <a:off x="430" y="2885"/>
              <a:ext cx="965"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5628" name="Text Box 35"/>
            <p:cNvSpPr txBox="1"/>
            <p:nvPr/>
          </p:nvSpPr>
          <p:spPr>
            <a:xfrm>
              <a:off x="1734" y="1895"/>
              <a:ext cx="470" cy="251"/>
            </a:xfrm>
            <a:prstGeom prst="rect">
              <a:avLst/>
            </a:prstGeom>
            <a:noFill/>
            <a:ln w="19050">
              <a:noFill/>
            </a:ln>
          </p:spPr>
          <p:txBody>
            <a:bodyPr wrap="square">
              <a:spAutoFit/>
            </a:bodyPr>
            <a:p>
              <a:pPr algn="ctr" eaLnBrk="1" hangingPunct="1">
                <a:buFont typeface="Arial" panose="020B0604020202020204" pitchFamily="34" charset="0"/>
              </a:pPr>
              <a:r>
                <a:rPr lang="en-US" altLang="zh-CN" b="1" dirty="0">
                  <a:solidFill>
                    <a:srgbClr val="0000FF"/>
                  </a:solidFill>
                  <a:latin typeface="华文新魏" panose="02010800040101010101" pitchFamily="2" charset="-122"/>
                  <a:ea typeface="华文新魏" panose="02010800040101010101" pitchFamily="2" charset="-122"/>
                </a:rPr>
                <a:t>AC</a:t>
              </a:r>
              <a:endParaRPr lang="en-US" altLang="zh-CN" b="1" dirty="0">
                <a:solidFill>
                  <a:srgbClr val="0000FF"/>
                </a:solidFill>
                <a:latin typeface="华文新魏" panose="02010800040101010101" pitchFamily="2" charset="-122"/>
                <a:ea typeface="华文新魏" panose="02010800040101010101" pitchFamily="2" charset="-122"/>
              </a:endParaRPr>
            </a:p>
          </p:txBody>
        </p:sp>
        <p:sp>
          <p:nvSpPr>
            <p:cNvPr id="14419" name="Line 36"/>
            <p:cNvSpPr/>
            <p:nvPr/>
          </p:nvSpPr>
          <p:spPr>
            <a:xfrm>
              <a:off x="1944" y="1905"/>
              <a:ext cx="157" cy="0"/>
            </a:xfrm>
            <a:prstGeom prst="line">
              <a:avLst/>
            </a:prstGeom>
            <a:ln w="19050">
              <a:solidFill>
                <a:srgbClr val="0000FF"/>
              </a:solidFill>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25630" name="Group 37"/>
            <p:cNvGrpSpPr/>
            <p:nvPr/>
          </p:nvGrpSpPr>
          <p:grpSpPr>
            <a:xfrm>
              <a:off x="1110" y="2302"/>
              <a:ext cx="255" cy="250"/>
              <a:chOff x="1111" y="1660"/>
              <a:chExt cx="233" cy="333"/>
            </a:xfrm>
          </p:grpSpPr>
          <p:sp>
            <p:nvSpPr>
              <p:cNvPr id="25645" name="Text Box 38"/>
              <p:cNvSpPr txBox="1"/>
              <p:nvPr/>
            </p:nvSpPr>
            <p:spPr>
              <a:xfrm>
                <a:off x="1111" y="1660"/>
                <a:ext cx="233" cy="333"/>
              </a:xfrm>
              <a:prstGeom prst="rect">
                <a:avLst/>
              </a:prstGeom>
              <a:noFill/>
              <a:ln w="9525">
                <a:noFill/>
              </a:ln>
            </p:spPr>
            <p:txBody>
              <a:bodyPr>
                <a:spAutoFit/>
              </a:bodyPr>
              <a:p>
                <a:pPr algn="ctr" eaLnBrk="1" hangingPunct="1">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C</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4422" name="Line 39"/>
              <p:cNvSpPr/>
              <p:nvPr/>
            </p:nvSpPr>
            <p:spPr>
              <a:xfrm>
                <a:off x="1160" y="1660"/>
                <a:ext cx="143"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sp>
          <p:nvSpPr>
            <p:cNvPr id="25631" name="Text Box 40"/>
            <p:cNvSpPr txBox="1"/>
            <p:nvPr/>
          </p:nvSpPr>
          <p:spPr>
            <a:xfrm>
              <a:off x="1785" y="2885"/>
              <a:ext cx="627" cy="250"/>
            </a:xfrm>
            <a:prstGeom prst="rect">
              <a:avLst/>
            </a:prstGeom>
            <a:noFill/>
            <a:ln w="9525">
              <a:noFill/>
            </a:ln>
          </p:spPr>
          <p:txBody>
            <a:bodyPr>
              <a:spAutoFit/>
            </a:bodyPr>
            <a:p>
              <a:pPr algn="ctr" eaLnBrk="1" hangingPunct="1">
                <a:buFont typeface="Arial" panose="020B0604020202020204" pitchFamily="34" charset="0"/>
              </a:pPr>
              <a:r>
                <a:rPr lang="en-US" altLang="zh-CN" b="1" dirty="0">
                  <a:solidFill>
                    <a:srgbClr val="FF0066"/>
                  </a:solidFill>
                  <a:latin typeface="华文新魏" panose="02010800040101010101" pitchFamily="2" charset="-122"/>
                  <a:ea typeface="华文新魏" panose="02010800040101010101" pitchFamily="2" charset="-122"/>
                </a:rPr>
                <a:t>BC</a:t>
              </a:r>
              <a:endParaRPr lang="en-US" altLang="zh-CN" b="1" dirty="0">
                <a:solidFill>
                  <a:srgbClr val="FF0066"/>
                </a:solidFill>
                <a:latin typeface="华文新魏" panose="02010800040101010101" pitchFamily="2" charset="-122"/>
                <a:ea typeface="华文新魏" panose="02010800040101010101" pitchFamily="2" charset="-122"/>
              </a:endParaRPr>
            </a:p>
          </p:txBody>
        </p:sp>
        <p:grpSp>
          <p:nvGrpSpPr>
            <p:cNvPr id="25632" name="Group 172"/>
            <p:cNvGrpSpPr/>
            <p:nvPr/>
          </p:nvGrpSpPr>
          <p:grpSpPr>
            <a:xfrm>
              <a:off x="1404" y="1993"/>
              <a:ext cx="351" cy="288"/>
              <a:chOff x="2071" y="624"/>
              <a:chExt cx="321" cy="384"/>
            </a:xfrm>
          </p:grpSpPr>
          <p:sp>
            <p:nvSpPr>
              <p:cNvPr id="25643" name="Rectangle 153"/>
              <p:cNvSpPr/>
              <p:nvPr/>
            </p:nvSpPr>
            <p:spPr>
              <a:xfrm>
                <a:off x="2071" y="624"/>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5644" name="Text Box 154"/>
              <p:cNvSpPr txBox="1"/>
              <p:nvPr/>
            </p:nvSpPr>
            <p:spPr>
              <a:xfrm>
                <a:off x="2108" y="699"/>
                <a:ext cx="284"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&amp;</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5633" name="Group 173"/>
            <p:cNvGrpSpPr/>
            <p:nvPr/>
          </p:nvGrpSpPr>
          <p:grpSpPr>
            <a:xfrm>
              <a:off x="1395" y="2641"/>
              <a:ext cx="351" cy="288"/>
              <a:chOff x="2071" y="624"/>
              <a:chExt cx="321" cy="384"/>
            </a:xfrm>
          </p:grpSpPr>
          <p:sp>
            <p:nvSpPr>
              <p:cNvPr id="25641" name="Rectangle 174"/>
              <p:cNvSpPr/>
              <p:nvPr/>
            </p:nvSpPr>
            <p:spPr>
              <a:xfrm>
                <a:off x="2071" y="624"/>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5642" name="Text Box 175"/>
              <p:cNvSpPr txBox="1"/>
              <p:nvPr/>
            </p:nvSpPr>
            <p:spPr>
              <a:xfrm>
                <a:off x="2108" y="699"/>
                <a:ext cx="284"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&amp;</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5634" name="Group 194"/>
            <p:cNvGrpSpPr/>
            <p:nvPr/>
          </p:nvGrpSpPr>
          <p:grpSpPr>
            <a:xfrm>
              <a:off x="760" y="2101"/>
              <a:ext cx="395" cy="288"/>
              <a:chOff x="724" y="3540"/>
              <a:chExt cx="361" cy="384"/>
            </a:xfrm>
          </p:grpSpPr>
          <p:sp>
            <p:nvSpPr>
              <p:cNvPr id="25638" name="Rectangle 189"/>
              <p:cNvSpPr/>
              <p:nvPr/>
            </p:nvSpPr>
            <p:spPr>
              <a:xfrm>
                <a:off x="724" y="354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5639" name="Text Box 190"/>
              <p:cNvSpPr txBox="1"/>
              <p:nvPr/>
            </p:nvSpPr>
            <p:spPr>
              <a:xfrm>
                <a:off x="753" y="3592"/>
                <a:ext cx="192"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5640" name="Oval 191"/>
              <p:cNvSpPr/>
              <p:nvPr/>
            </p:nvSpPr>
            <p:spPr>
              <a:xfrm>
                <a:off x="1012" y="3688"/>
                <a:ext cx="73" cy="73"/>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grpSp>
        <p:grpSp>
          <p:nvGrpSpPr>
            <p:cNvPr id="25635" name="Group 195"/>
            <p:cNvGrpSpPr/>
            <p:nvPr/>
          </p:nvGrpSpPr>
          <p:grpSpPr>
            <a:xfrm>
              <a:off x="2139" y="2299"/>
              <a:ext cx="412" cy="288"/>
              <a:chOff x="1301" y="3372"/>
              <a:chExt cx="376" cy="384"/>
            </a:xfrm>
          </p:grpSpPr>
          <p:sp>
            <p:nvSpPr>
              <p:cNvPr id="25636" name="Rectangle 192"/>
              <p:cNvSpPr/>
              <p:nvPr/>
            </p:nvSpPr>
            <p:spPr>
              <a:xfrm>
                <a:off x="1308" y="3372"/>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5637" name="Text Box 193"/>
              <p:cNvSpPr txBox="1"/>
              <p:nvPr/>
            </p:nvSpPr>
            <p:spPr>
              <a:xfrm>
                <a:off x="1301" y="3431"/>
                <a:ext cx="376" cy="28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华文新魏" panose="02010800040101010101" pitchFamily="2" charset="-122"/>
                    <a:ea typeface="华文新魏" panose="02010800040101010101" pitchFamily="2" charset="-122"/>
                  </a:rPr>
                  <a:t>≥1</a:t>
                </a:r>
                <a:endParaRPr lang="en-US" altLang="zh-CN" sz="1600" b="1" dirty="0">
                  <a:solidFill>
                    <a:schemeClr val="tx1"/>
                  </a:solidFill>
                  <a:latin typeface="华文新魏" panose="02010800040101010101" pitchFamily="2" charset="-122"/>
                  <a:ea typeface="华文新魏" panose="02010800040101010101" pitchFamily="2" charset="-122"/>
                </a:endParaRPr>
              </a:p>
            </p:txBody>
          </p:sp>
        </p:grpSp>
      </p:grpSp>
      <p:sp>
        <p:nvSpPr>
          <p:cNvPr id="24583" name="Line 106"/>
          <p:cNvSpPr/>
          <p:nvPr/>
        </p:nvSpPr>
        <p:spPr>
          <a:xfrm>
            <a:off x="1833880" y="1707833"/>
            <a:ext cx="215900" cy="0"/>
          </a:xfrm>
          <a:prstGeom prst="line">
            <a:avLst/>
          </a:prstGeom>
          <a:ln w="19050" cap="flat" cmpd="sng">
            <a:solidFill>
              <a:schemeClr val="tx1"/>
            </a:solidFill>
            <a:prstDash val="solid"/>
            <a:headEnd type="none" w="med" len="med"/>
            <a:tailEnd type="none" w="med" len="med"/>
          </a:ln>
        </p:spPr>
      </p:sp>
      <p:sp>
        <p:nvSpPr>
          <p:cNvPr id="24584" name="Line 107"/>
          <p:cNvSpPr/>
          <p:nvPr/>
        </p:nvSpPr>
        <p:spPr>
          <a:xfrm>
            <a:off x="4572000" y="1708150"/>
            <a:ext cx="215900" cy="0"/>
          </a:xfrm>
          <a:prstGeom prst="line">
            <a:avLst/>
          </a:prstGeom>
          <a:ln w="19050" cap="flat" cmpd="sng">
            <a:solidFill>
              <a:schemeClr val="tx1"/>
            </a:solidFill>
            <a:prstDash val="solid"/>
            <a:headEnd type="none" w="med" len="med"/>
            <a:tailEnd type="non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457"/>
                                        </p:tgtEl>
                                        <p:attrNameLst>
                                          <p:attrName>style.visibility</p:attrName>
                                        </p:attrNameLst>
                                      </p:cBhvr>
                                      <p:to>
                                        <p:strVal val="visible"/>
                                      </p:to>
                                    </p:set>
                                    <p:animEffect transition="in" filter="fade">
                                      <p:cBhvr>
                                        <p:cTn id="7" dur="500"/>
                                        <p:tgtEl>
                                          <p:spTgt spid="1945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458">
                                            <p:txEl>
                                              <p:charRg st="0" end="16"/>
                                            </p:txEl>
                                          </p:spTgt>
                                        </p:tgtEl>
                                        <p:attrNameLst>
                                          <p:attrName>style.visibility</p:attrName>
                                        </p:attrNameLst>
                                      </p:cBhvr>
                                      <p:to>
                                        <p:strVal val="visible"/>
                                      </p:to>
                                    </p:set>
                                    <p:animEffect transition="in" filter="fade">
                                      <p:cBhvr>
                                        <p:cTn id="12" dur="500"/>
                                        <p:tgtEl>
                                          <p:spTgt spid="19458">
                                            <p:txEl>
                                              <p:charRg st="0" end="1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458">
                                            <p:txEl>
                                              <p:charRg st="16" end="35"/>
                                            </p:txEl>
                                          </p:spTgt>
                                        </p:tgtEl>
                                        <p:attrNameLst>
                                          <p:attrName>style.visibility</p:attrName>
                                        </p:attrNameLst>
                                      </p:cBhvr>
                                      <p:to>
                                        <p:strVal val="visible"/>
                                      </p:to>
                                    </p:set>
                                    <p:animEffect transition="in" filter="fade">
                                      <p:cBhvr>
                                        <p:cTn id="17" dur="500"/>
                                        <p:tgtEl>
                                          <p:spTgt spid="19458">
                                            <p:txEl>
                                              <p:charRg st="16" end="3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gtEl>
                                        <p:attrNameLst>
                                          <p:attrName>style.visibility</p:attrName>
                                        </p:attrNameLst>
                                      </p:cBhvr>
                                      <p:to>
                                        <p:strVal val="visible"/>
                                      </p:to>
                                    </p:set>
                                    <p:animEffect transition="in" filter="fade">
                                      <p:cBhvr>
                                        <p:cTn id="22" dur="500"/>
                                        <p:tgtEl>
                                          <p:spTgt spid="19459"/>
                                        </p:tgtEl>
                                      </p:cBhvr>
                                    </p:animEffect>
                                  </p:childTnLst>
                                </p:cTn>
                              </p:par>
                              <p:par>
                                <p:cTn id="23" presetID="10" presetClass="entr" presetSubtype="0" fill="hold" nodeType="withEffect">
                                  <p:stCondLst>
                                    <p:cond delay="0"/>
                                  </p:stCondLst>
                                  <p:childTnLst>
                                    <p:set>
                                      <p:cBhvr>
                                        <p:cTn id="24" dur="1" fill="hold">
                                          <p:stCondLst>
                                            <p:cond delay="0"/>
                                          </p:stCondLst>
                                        </p:cTn>
                                        <p:tgtEl>
                                          <p:spTgt spid="24583"/>
                                        </p:tgtEl>
                                        <p:attrNameLst>
                                          <p:attrName>style.visibility</p:attrName>
                                        </p:attrNameLst>
                                      </p:cBhvr>
                                      <p:to>
                                        <p:strVal val="visible"/>
                                      </p:to>
                                    </p:set>
                                    <p:animEffect transition="in" filter="fade">
                                      <p:cBhvr>
                                        <p:cTn id="25" dur="500"/>
                                        <p:tgtEl>
                                          <p:spTgt spid="24583"/>
                                        </p:tgtEl>
                                      </p:cBhvr>
                                    </p:animEffect>
                                  </p:childTnLst>
                                </p:cTn>
                              </p:par>
                              <p:par>
                                <p:cTn id="26" presetID="10" presetClass="entr" presetSubtype="0" fill="hold" nodeType="withEffect">
                                  <p:stCondLst>
                                    <p:cond delay="0"/>
                                  </p:stCondLst>
                                  <p:childTnLst>
                                    <p:set>
                                      <p:cBhvr>
                                        <p:cTn id="27" dur="1" fill="hold">
                                          <p:stCondLst>
                                            <p:cond delay="0"/>
                                          </p:stCondLst>
                                        </p:cTn>
                                        <p:tgtEl>
                                          <p:spTgt spid="24584"/>
                                        </p:tgtEl>
                                        <p:attrNameLst>
                                          <p:attrName>style.visibility</p:attrName>
                                        </p:attrNameLst>
                                      </p:cBhvr>
                                      <p:to>
                                        <p:strVal val="visible"/>
                                      </p:to>
                                    </p:set>
                                    <p:animEffect transition="in" filter="fade">
                                      <p:cBhvr>
                                        <p:cTn id="28" dur="500"/>
                                        <p:tgtEl>
                                          <p:spTgt spid="24584"/>
                                        </p:tgtEl>
                                      </p:cBhvr>
                                    </p:animEffect>
                                  </p:childTnLst>
                                </p:cTn>
                              </p:par>
                              <p:par>
                                <p:cTn id="29" presetID="14" presetClass="entr" presetSubtype="10" fill="hold" nodeType="withEffect">
                                  <p:stCondLst>
                                    <p:cond delay="0"/>
                                  </p:stCondLst>
                                  <p:childTnLst>
                                    <p:set>
                                      <p:cBhvr>
                                        <p:cTn id="30" dur="1" fill="hold">
                                          <p:stCondLst>
                                            <p:cond delay="0"/>
                                          </p:stCondLst>
                                        </p:cTn>
                                        <p:tgtEl>
                                          <p:spTgt spid="24582"/>
                                        </p:tgtEl>
                                        <p:attrNameLst>
                                          <p:attrName>style.visibility</p:attrName>
                                        </p:attrNameLst>
                                      </p:cBhvr>
                                      <p:to>
                                        <p:strVal val="visible"/>
                                      </p:to>
                                    </p:set>
                                    <p:animEffect transition="in" filter="randombar(horizontal)">
                                      <p:cBhvr>
                                        <p:cTn id="31" dur="500"/>
                                        <p:tgtEl>
                                          <p:spTgt spid="24582"/>
                                        </p:tgtEl>
                                      </p:cBhvr>
                                    </p:animEffect>
                                  </p:childTnLst>
                                </p:cTn>
                              </p:par>
                              <p:par>
                                <p:cTn id="32" presetID="14" presetClass="entr" presetSubtype="10" fill="hold" nodeType="withEffect">
                                  <p:stCondLst>
                                    <p:cond delay="0"/>
                                  </p:stCondLst>
                                  <p:childTnLst>
                                    <p:set>
                                      <p:cBhvr>
                                        <p:cTn id="33" dur="1" fill="hold">
                                          <p:stCondLst>
                                            <p:cond delay="0"/>
                                          </p:stCondLst>
                                        </p:cTn>
                                        <p:tgtEl>
                                          <p:spTgt spid="24581"/>
                                        </p:tgtEl>
                                        <p:attrNameLst>
                                          <p:attrName>style.visibility</p:attrName>
                                        </p:attrNameLst>
                                      </p:cBhvr>
                                      <p:to>
                                        <p:strVal val="visible"/>
                                      </p:to>
                                    </p:set>
                                    <p:animEffect transition="in" filter="randombar(horizontal)">
                                      <p:cBhvr>
                                        <p:cTn id="34" dur="500"/>
                                        <p:tgtEl>
                                          <p:spTgt spid="24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7" grpId="0"/>
      <p:bldP spid="19458"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4"/>
          <p:cNvSpPr>
            <a:spLocks noGrp="1"/>
          </p:cNvSpPr>
          <p:nvPr>
            <p:ph idx="1"/>
          </p:nvPr>
        </p:nvSpPr>
        <p:spPr>
          <a:xfrm>
            <a:off x="253365" y="916305"/>
            <a:ext cx="8526780" cy="3671570"/>
          </a:xfrm>
          <a:noFill/>
          <a:ln>
            <a:noFill/>
          </a:ln>
        </p:spPr>
        <p:txBody>
          <a:bodyPr/>
          <a:p>
            <a:pPr marL="609600" indent="-609600" eaLnBrk="1" hangingPunct="1">
              <a:lnSpc>
                <a:spcPct val="80000"/>
              </a:lnSpc>
              <a:spcBef>
                <a:spcPct val="50000"/>
              </a:spcBef>
              <a:buNone/>
            </a:pPr>
            <a:r>
              <a:rPr lang="en-US" altLang="zh-CN" sz="1800" b="1" dirty="0">
                <a:latin typeface="华文新魏" panose="02010800040101010101" pitchFamily="2" charset="-122"/>
                <a:ea typeface="华文新魏" panose="02010800040101010101" pitchFamily="2" charset="-122"/>
              </a:rPr>
              <a:t>    </a:t>
            </a:r>
            <a:r>
              <a:rPr lang="en-US" altLang="en-US" sz="2000" b="1" dirty="0">
                <a:solidFill>
                  <a:srgbClr val="FF0000"/>
                </a:solidFill>
                <a:latin typeface="华文新魏" panose="02010800040101010101" pitchFamily="2" charset="-122"/>
                <a:ea typeface="华文新魏" panose="02010800040101010101" pitchFamily="2" charset="-122"/>
                <a:sym typeface="+mn-ea"/>
              </a:rPr>
              <a:t>总之，静态险象的产生是：</a:t>
            </a:r>
            <a:endParaRPr lang="en-US" altLang="en-US" sz="2000" b="1" dirty="0">
              <a:solidFill>
                <a:srgbClr val="FF0000"/>
              </a:solidFill>
              <a:latin typeface="华文新魏" panose="02010800040101010101" pitchFamily="2" charset="-122"/>
              <a:ea typeface="华文新魏" panose="02010800040101010101" pitchFamily="2" charset="-122"/>
              <a:sym typeface="+mn-ea"/>
            </a:endParaRPr>
          </a:p>
          <a:p>
            <a:pPr marL="609600" indent="-609600" eaLnBrk="1" hangingPunct="1">
              <a:lnSpc>
                <a:spcPct val="80000"/>
              </a:lnSpc>
              <a:spcBef>
                <a:spcPct val="50000"/>
              </a:spcBef>
              <a:buNone/>
            </a:pPr>
            <a:r>
              <a:rPr lang="en-US" altLang="en-US"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    </a:t>
            </a:r>
            <a:r>
              <a:rPr lang="en-US" altLang="en-US" sz="2000" b="1" dirty="0">
                <a:latin typeface="华文新魏" panose="02010800040101010101" pitchFamily="2" charset="-122"/>
                <a:ea typeface="华文新魏" panose="02010800040101010101" pitchFamily="2" charset="-122"/>
              </a:rPr>
              <a:t>由于输入信号经过不同的路径又</a:t>
            </a:r>
            <a:r>
              <a:rPr lang="zh-CN" altLang="en-US" sz="2000" b="1" dirty="0">
                <a:latin typeface="华文新魏" panose="02010800040101010101" pitchFamily="2" charset="-122"/>
                <a:ea typeface="华文新魏" panose="02010800040101010101" pitchFamily="2" charset="-122"/>
              </a:rPr>
              <a:t>汇合</a:t>
            </a:r>
            <a:r>
              <a:rPr lang="en-US" altLang="en-US" sz="2000" b="1" dirty="0">
                <a:latin typeface="华文新魏" panose="02010800040101010101" pitchFamily="2" charset="-122"/>
                <a:ea typeface="华文新魏" panose="02010800040101010101" pitchFamily="2" charset="-122"/>
              </a:rPr>
              <a:t>到同一个门上的竞争所引起的。</a:t>
            </a:r>
            <a:endParaRPr lang="en-US" altLang="en-US" sz="2000" b="1" dirty="0">
              <a:latin typeface="华文新魏" panose="02010800040101010101" pitchFamily="2" charset="-122"/>
              <a:ea typeface="华文新魏" panose="02010800040101010101" pitchFamily="2" charset="-122"/>
            </a:endParaRPr>
          </a:p>
          <a:p>
            <a:pPr marL="609600" indent="-609600">
              <a:spcBef>
                <a:spcPct val="50000"/>
              </a:spcBef>
              <a:buNone/>
            </a:pPr>
            <a:r>
              <a:rPr lang="en-US" altLang="en-US" sz="2000" b="1" dirty="0">
                <a:latin typeface="华文新魏" panose="02010800040101010101" pitchFamily="2" charset="-122"/>
                <a:ea typeface="华文新魏" panose="02010800040101010101" pitchFamily="2" charset="-122"/>
                <a:sym typeface="+mn-ea"/>
              </a:rPr>
              <a:t>    </a:t>
            </a:r>
            <a:endParaRPr lang="en-US" altLang="en-US" sz="2000" b="1" dirty="0">
              <a:latin typeface="华文新魏" panose="02010800040101010101" pitchFamily="2" charset="-122"/>
              <a:ea typeface="华文新魏" panose="02010800040101010101" pitchFamily="2" charset="-122"/>
              <a:sym typeface="+mn-ea"/>
            </a:endParaRPr>
          </a:p>
          <a:p>
            <a:pPr marL="609600" indent="-609600" latinLnBrk="0">
              <a:lnSpc>
                <a:spcPct val="140000"/>
              </a:lnSpc>
              <a:spcBef>
                <a:spcPts val="0"/>
              </a:spcBef>
              <a:buNone/>
            </a:pPr>
            <a:r>
              <a:rPr lang="zh-CN" altLang="en-US" sz="2000" b="1" dirty="0">
                <a:latin typeface="华文新魏" panose="02010800040101010101" pitchFamily="2" charset="-122"/>
                <a:ea typeface="华文新魏" panose="02010800040101010101" pitchFamily="2" charset="-122"/>
                <a:sym typeface="+mn-ea"/>
              </a:rPr>
              <a:t>　　　　</a:t>
            </a:r>
            <a:r>
              <a:rPr lang="en-US" altLang="en-US" sz="2000" b="1" dirty="0">
                <a:latin typeface="华文新魏" panose="02010800040101010101" pitchFamily="2" charset="-122"/>
                <a:ea typeface="华文新魏" panose="02010800040101010101" pitchFamily="2" charset="-122"/>
                <a:sym typeface="+mn-ea"/>
              </a:rPr>
              <a:t>在电路中，若输入信号变化前后，稳态的输出均为</a:t>
            </a:r>
            <a:r>
              <a:rPr lang="zh-CN" altLang="en-US" sz="2000" b="1" dirty="0">
                <a:latin typeface="华文新魏" panose="02010800040101010101" pitchFamily="2" charset="-122"/>
                <a:ea typeface="华文新魏" panose="02010800040101010101" pitchFamily="2" charset="-122"/>
                <a:sym typeface="+mn-ea"/>
              </a:rPr>
              <a:t>逻辑状态</a:t>
            </a:r>
            <a:r>
              <a:rPr lang="en-US" altLang="zh-CN" sz="2000" b="1" dirty="0">
                <a:latin typeface="华文新魏" panose="02010800040101010101" pitchFamily="2" charset="-122"/>
                <a:ea typeface="华文新魏" panose="02010800040101010101" pitchFamily="2" charset="-122"/>
                <a:sym typeface="+mn-ea"/>
              </a:rPr>
              <a:t>1</a:t>
            </a:r>
            <a:r>
              <a:rPr lang="zh-CN" altLang="en-US" sz="2000" b="1" dirty="0">
                <a:latin typeface="华文新魏" panose="02010800040101010101" pitchFamily="2" charset="-122"/>
                <a:ea typeface="华文新魏" panose="02010800040101010101" pitchFamily="2" charset="-122"/>
                <a:sym typeface="+mn-ea"/>
              </a:rPr>
              <a:t>（即高电平），</a:t>
            </a:r>
            <a:r>
              <a:rPr lang="en-US" altLang="en-US" sz="2000" b="1" dirty="0">
                <a:latin typeface="华文新魏" panose="02010800040101010101" pitchFamily="2" charset="-122"/>
                <a:ea typeface="华文新魏" panose="02010800040101010101" pitchFamily="2" charset="-122"/>
                <a:sym typeface="+mn-ea"/>
              </a:rPr>
              <a:t>且在</a:t>
            </a:r>
            <a:r>
              <a:rPr lang="zh-CN" altLang="en-US" sz="2000" b="1" dirty="0">
                <a:latin typeface="华文新魏" panose="02010800040101010101" pitchFamily="2" charset="-122"/>
                <a:ea typeface="华文新魏" panose="02010800040101010101" pitchFamily="2" charset="-122"/>
                <a:sym typeface="+mn-ea"/>
              </a:rPr>
              <a:t>状态</a:t>
            </a:r>
            <a:r>
              <a:rPr lang="en-US" altLang="en-US" sz="2000" b="1" dirty="0">
                <a:solidFill>
                  <a:srgbClr val="FF0000"/>
                </a:solidFill>
                <a:latin typeface="华文新魏" panose="02010800040101010101" pitchFamily="2" charset="-122"/>
                <a:ea typeface="华文新魏" panose="02010800040101010101" pitchFamily="2" charset="-122"/>
                <a:sym typeface="+mn-ea"/>
              </a:rPr>
              <a:t>“</a:t>
            </a:r>
            <a:r>
              <a:rPr lang="en-US" altLang="zh-CN" sz="2000" b="1" dirty="0">
                <a:solidFill>
                  <a:srgbClr val="FF0000"/>
                </a:solidFill>
                <a:latin typeface="华文新魏" panose="02010800040101010101" pitchFamily="2" charset="-122"/>
                <a:ea typeface="华文新魏" panose="02010800040101010101" pitchFamily="2" charset="-122"/>
                <a:sym typeface="+mn-ea"/>
              </a:rPr>
              <a:t>1”</a:t>
            </a:r>
            <a:r>
              <a:rPr lang="zh-CN" altLang="en-US" sz="2000" b="1" dirty="0">
                <a:solidFill>
                  <a:srgbClr val="FF0000"/>
                </a:solidFill>
                <a:latin typeface="华文新魏" panose="02010800040101010101" pitchFamily="2" charset="-122"/>
                <a:ea typeface="华文新魏" panose="02010800040101010101" pitchFamily="2" charset="-122"/>
                <a:sym typeface="+mn-ea"/>
              </a:rPr>
              <a:t>对应</a:t>
            </a:r>
            <a:r>
              <a:rPr lang="en-US" altLang="en-US" sz="2000" b="1" dirty="0">
                <a:solidFill>
                  <a:srgbClr val="FF0000"/>
                </a:solidFill>
                <a:latin typeface="华文新魏" panose="02010800040101010101" pitchFamily="2" charset="-122"/>
                <a:ea typeface="华文新魏" panose="02010800040101010101" pitchFamily="2" charset="-122"/>
                <a:sym typeface="+mn-ea"/>
              </a:rPr>
              <a:t>的</a:t>
            </a:r>
            <a:r>
              <a:rPr lang="zh-CN" altLang="en-US" sz="2000" b="1" dirty="0">
                <a:solidFill>
                  <a:srgbClr val="FF0000"/>
                </a:solidFill>
                <a:latin typeface="华文新魏" panose="02010800040101010101" pitchFamily="2" charset="-122"/>
                <a:ea typeface="华文新魏" panose="02010800040101010101" pitchFamily="2" charset="-122"/>
                <a:sym typeface="+mn-ea"/>
              </a:rPr>
              <a:t>高电平</a:t>
            </a:r>
            <a:r>
              <a:rPr lang="en-US" altLang="en-US" sz="2000" b="1" dirty="0">
                <a:solidFill>
                  <a:srgbClr val="FF0000"/>
                </a:solidFill>
                <a:latin typeface="华文新魏" panose="02010800040101010101" pitchFamily="2" charset="-122"/>
                <a:ea typeface="华文新魏" panose="02010800040101010101" pitchFamily="2" charset="-122"/>
                <a:sym typeface="+mn-ea"/>
              </a:rPr>
              <a:t>输出上出现一个负向窄脉冲</a:t>
            </a:r>
            <a:r>
              <a:rPr lang="en-US" altLang="en-US" sz="2000" b="1" dirty="0">
                <a:latin typeface="华文新魏" panose="02010800040101010101" pitchFamily="2" charset="-122"/>
                <a:ea typeface="华文新魏" panose="02010800040101010101" pitchFamily="2" charset="-122"/>
                <a:sym typeface="+mn-ea"/>
              </a:rPr>
              <a:t>，则该险象称为</a:t>
            </a:r>
            <a:r>
              <a:rPr lang="en-US" altLang="en-US" sz="2000" b="1" dirty="0">
                <a:solidFill>
                  <a:srgbClr val="0000FF"/>
                </a:solidFill>
                <a:latin typeface="华文新魏" panose="02010800040101010101" pitchFamily="2" charset="-122"/>
                <a:ea typeface="华文新魏" panose="02010800040101010101" pitchFamily="2" charset="-122"/>
                <a:sym typeface="+mn-ea"/>
              </a:rPr>
              <a:t>静态 </a:t>
            </a:r>
            <a:r>
              <a:rPr lang="en-US" altLang="zh-CN" sz="2000" b="1" dirty="0">
                <a:solidFill>
                  <a:srgbClr val="0000FF"/>
                </a:solidFill>
                <a:latin typeface="华文新魏" panose="02010800040101010101" pitchFamily="2" charset="-122"/>
                <a:ea typeface="华文新魏" panose="02010800040101010101" pitchFamily="2" charset="-122"/>
                <a:sym typeface="+mn-ea"/>
              </a:rPr>
              <a:t>1 </a:t>
            </a:r>
            <a:r>
              <a:rPr lang="en-US" altLang="en-US" sz="2000" b="1" dirty="0">
                <a:solidFill>
                  <a:srgbClr val="0000FF"/>
                </a:solidFill>
                <a:latin typeface="华文新魏" panose="02010800040101010101" pitchFamily="2" charset="-122"/>
                <a:ea typeface="华文新魏" panose="02010800040101010101" pitchFamily="2" charset="-122"/>
                <a:sym typeface="+mn-ea"/>
              </a:rPr>
              <a:t>险象</a:t>
            </a:r>
            <a:r>
              <a:rPr lang="en-US" altLang="en-US" sz="2000" b="1" dirty="0">
                <a:latin typeface="华文新魏" panose="02010800040101010101" pitchFamily="2" charset="-122"/>
                <a:ea typeface="华文新魏" panose="02010800040101010101" pitchFamily="2" charset="-122"/>
                <a:sym typeface="+mn-ea"/>
              </a:rPr>
              <a:t>，如前例所示 </a:t>
            </a:r>
            <a:r>
              <a:rPr lang="zh-CN" altLang="en-US" sz="2000" b="1" dirty="0">
                <a:latin typeface="华文新魏" panose="02010800040101010101" pitchFamily="2" charset="-122"/>
                <a:ea typeface="华文新魏" panose="02010800040101010101" pitchFamily="2" charset="-122"/>
                <a:sym typeface="+mn-ea"/>
              </a:rPr>
              <a:t>。</a:t>
            </a:r>
            <a:endParaRPr lang="en-US" altLang="en-US" sz="2000" b="1" dirty="0">
              <a:latin typeface="华文新魏" panose="02010800040101010101" pitchFamily="2" charset="-122"/>
              <a:ea typeface="华文新魏" panose="02010800040101010101" pitchFamily="2" charset="-122"/>
              <a:sym typeface="+mn-ea"/>
            </a:endParaRPr>
          </a:p>
          <a:p>
            <a:pPr marL="609600" indent="-609600" latinLnBrk="0">
              <a:lnSpc>
                <a:spcPct val="140000"/>
              </a:lnSpc>
              <a:spcBef>
                <a:spcPts val="1200"/>
              </a:spcBef>
              <a:buNone/>
            </a:pPr>
            <a:r>
              <a:rPr lang="en-US" altLang="en-US" sz="2000" b="1" dirty="0">
                <a:latin typeface="华文新魏" panose="02010800040101010101" pitchFamily="2" charset="-122"/>
                <a:ea typeface="华文新魏" panose="02010800040101010101" pitchFamily="2" charset="-122"/>
                <a:sym typeface="+mn-ea"/>
              </a:rPr>
              <a:t>    </a:t>
            </a:r>
            <a:r>
              <a:rPr lang="zh-CN" altLang="en-US" sz="2000" b="1" dirty="0">
                <a:latin typeface="华文新魏" panose="02010800040101010101" pitchFamily="2" charset="-122"/>
                <a:ea typeface="华文新魏" panose="02010800040101010101" pitchFamily="2" charset="-122"/>
                <a:sym typeface="+mn-ea"/>
              </a:rPr>
              <a:t>　　</a:t>
            </a:r>
            <a:r>
              <a:rPr lang="en-US" altLang="zh-CN" sz="2000" b="1" dirty="0">
                <a:latin typeface="华文新魏" panose="02010800040101010101" pitchFamily="2" charset="-122"/>
                <a:ea typeface="华文新魏" panose="02010800040101010101" pitchFamily="2" charset="-122"/>
                <a:sym typeface="+mn-ea"/>
              </a:rPr>
              <a:t>   </a:t>
            </a:r>
            <a:r>
              <a:rPr lang="en-US" altLang="en-US" sz="2000" b="1" dirty="0">
                <a:latin typeface="华文新魏" panose="02010800040101010101" pitchFamily="2" charset="-122"/>
                <a:ea typeface="华文新魏" panose="02010800040101010101" pitchFamily="2" charset="-122"/>
                <a:sym typeface="+mn-ea"/>
              </a:rPr>
              <a:t>反之若稳态输出为</a:t>
            </a:r>
            <a:r>
              <a:rPr lang="zh-CN" altLang="en-US" sz="2000" b="1" dirty="0">
                <a:latin typeface="华文新魏" panose="02010800040101010101" pitchFamily="2" charset="-122"/>
                <a:ea typeface="华文新魏" panose="02010800040101010101" pitchFamily="2" charset="-122"/>
                <a:sym typeface="+mn-ea"/>
              </a:rPr>
              <a:t>逻辑状态</a:t>
            </a:r>
            <a:r>
              <a:rPr lang="en-US" altLang="zh-CN" sz="2000" b="1" dirty="0">
                <a:latin typeface="华文新魏" panose="02010800040101010101" pitchFamily="2" charset="-122"/>
                <a:ea typeface="华文新魏" panose="02010800040101010101" pitchFamily="2" charset="-122"/>
                <a:sym typeface="+mn-ea"/>
              </a:rPr>
              <a:t>0</a:t>
            </a:r>
            <a:r>
              <a:rPr lang="en-US" altLang="en-US" sz="2000" b="1" dirty="0">
                <a:latin typeface="华文新魏" panose="02010800040101010101" pitchFamily="2" charset="-122"/>
                <a:ea typeface="华文新魏" panose="02010800040101010101" pitchFamily="2" charset="-122"/>
                <a:sym typeface="+mn-ea"/>
              </a:rPr>
              <a:t>，且</a:t>
            </a:r>
            <a:r>
              <a:rPr lang="en-US" altLang="en-US" sz="2000" b="1" dirty="0">
                <a:solidFill>
                  <a:srgbClr val="FF0000"/>
                </a:solidFill>
                <a:latin typeface="华文新魏" panose="02010800040101010101" pitchFamily="2" charset="-122"/>
                <a:ea typeface="华文新魏" panose="02010800040101010101" pitchFamily="2" charset="-122"/>
                <a:sym typeface="+mn-ea"/>
              </a:rPr>
              <a:t>在</a:t>
            </a:r>
            <a:r>
              <a:rPr lang="en-US" altLang="en-US" sz="2000" b="1" dirty="0">
                <a:solidFill>
                  <a:srgbClr val="FF0000"/>
                </a:solidFill>
                <a:latin typeface="华文新魏" panose="02010800040101010101" pitchFamily="2" charset="-122"/>
                <a:ea typeface="华文新魏" panose="02010800040101010101" pitchFamily="2" charset="-122"/>
                <a:sym typeface="+mn-ea"/>
              </a:rPr>
              <a:t>状态</a:t>
            </a:r>
            <a:r>
              <a:rPr lang="en-US" altLang="en-US" sz="2000" b="1" dirty="0">
                <a:solidFill>
                  <a:srgbClr val="FF0000"/>
                </a:solidFill>
                <a:latin typeface="华文新魏" panose="02010800040101010101" pitchFamily="2" charset="-122"/>
                <a:ea typeface="华文新魏" panose="02010800040101010101" pitchFamily="2" charset="-122"/>
                <a:sym typeface="+mn-ea"/>
              </a:rPr>
              <a:t>“</a:t>
            </a:r>
            <a:r>
              <a:rPr lang="en-US" altLang="zh-CN" sz="2000" b="1" dirty="0">
                <a:solidFill>
                  <a:srgbClr val="FF0000"/>
                </a:solidFill>
                <a:latin typeface="华文新魏" panose="02010800040101010101" pitchFamily="2" charset="-122"/>
                <a:ea typeface="华文新魏" panose="02010800040101010101" pitchFamily="2" charset="-122"/>
                <a:sym typeface="+mn-ea"/>
              </a:rPr>
              <a:t>0”</a:t>
            </a:r>
            <a:r>
              <a:rPr lang="zh-CN" altLang="en-US" sz="2000" b="1" dirty="0">
                <a:solidFill>
                  <a:srgbClr val="FF0000"/>
                </a:solidFill>
                <a:latin typeface="华文新魏" panose="02010800040101010101" pitchFamily="2" charset="-122"/>
                <a:ea typeface="华文新魏" panose="02010800040101010101" pitchFamily="2" charset="-122"/>
                <a:sym typeface="+mn-ea"/>
              </a:rPr>
              <a:t>对应</a:t>
            </a:r>
            <a:r>
              <a:rPr lang="en-US" altLang="en-US" sz="2000" b="1" dirty="0">
                <a:solidFill>
                  <a:srgbClr val="FF0000"/>
                </a:solidFill>
                <a:latin typeface="华文新魏" panose="02010800040101010101" pitchFamily="2" charset="-122"/>
                <a:ea typeface="华文新魏" panose="02010800040101010101" pitchFamily="2" charset="-122"/>
                <a:sym typeface="+mn-ea"/>
              </a:rPr>
              <a:t>的</a:t>
            </a:r>
            <a:r>
              <a:rPr lang="zh-CN" altLang="en-US" sz="2000" b="1" dirty="0">
                <a:solidFill>
                  <a:srgbClr val="FF0000"/>
                </a:solidFill>
                <a:latin typeface="华文新魏" panose="02010800040101010101" pitchFamily="2" charset="-122"/>
                <a:ea typeface="华文新魏" panose="02010800040101010101" pitchFamily="2" charset="-122"/>
                <a:sym typeface="+mn-ea"/>
              </a:rPr>
              <a:t>低电平</a:t>
            </a:r>
            <a:r>
              <a:rPr lang="en-US" altLang="en-US" sz="2000" b="1" dirty="0">
                <a:solidFill>
                  <a:srgbClr val="FF0000"/>
                </a:solidFill>
                <a:latin typeface="华文新魏" panose="02010800040101010101" pitchFamily="2" charset="-122"/>
                <a:ea typeface="华文新魏" panose="02010800040101010101" pitchFamily="2" charset="-122"/>
                <a:sym typeface="+mn-ea"/>
              </a:rPr>
              <a:t>输出上出现一个正向窄脉冲</a:t>
            </a:r>
            <a:r>
              <a:rPr lang="en-US" altLang="en-US" sz="2000" b="1" dirty="0">
                <a:latin typeface="华文新魏" panose="02010800040101010101" pitchFamily="2" charset="-122"/>
                <a:ea typeface="华文新魏" panose="02010800040101010101" pitchFamily="2" charset="-122"/>
                <a:sym typeface="+mn-ea"/>
              </a:rPr>
              <a:t>，则该险象称为</a:t>
            </a:r>
            <a:r>
              <a:rPr lang="en-US" altLang="en-US" sz="2000" b="1" dirty="0">
                <a:solidFill>
                  <a:srgbClr val="0000FF"/>
                </a:solidFill>
                <a:latin typeface="华文新魏" panose="02010800040101010101" pitchFamily="2" charset="-122"/>
                <a:ea typeface="华文新魏" panose="02010800040101010101" pitchFamily="2" charset="-122"/>
                <a:sym typeface="+mn-ea"/>
              </a:rPr>
              <a:t>静态 </a:t>
            </a:r>
            <a:r>
              <a:rPr lang="en-US" altLang="zh-CN" sz="2000" b="1" dirty="0">
                <a:solidFill>
                  <a:srgbClr val="0000FF"/>
                </a:solidFill>
                <a:latin typeface="华文新魏" panose="02010800040101010101" pitchFamily="2" charset="-122"/>
                <a:ea typeface="华文新魏" panose="02010800040101010101" pitchFamily="2" charset="-122"/>
                <a:sym typeface="+mn-ea"/>
              </a:rPr>
              <a:t>0 </a:t>
            </a:r>
            <a:r>
              <a:rPr lang="en-US" altLang="en-US" sz="2000" b="1" dirty="0">
                <a:solidFill>
                  <a:srgbClr val="0000FF"/>
                </a:solidFill>
                <a:latin typeface="华文新魏" panose="02010800040101010101" pitchFamily="2" charset="-122"/>
                <a:ea typeface="华文新魏" panose="02010800040101010101" pitchFamily="2" charset="-122"/>
                <a:sym typeface="+mn-ea"/>
              </a:rPr>
              <a:t>险象，</a:t>
            </a:r>
            <a:r>
              <a:rPr lang="en-US" altLang="en-US" sz="2000" b="1" dirty="0">
                <a:latin typeface="华文新魏" panose="02010800040101010101" pitchFamily="2" charset="-122"/>
                <a:ea typeface="华文新魏" panose="02010800040101010101" pitchFamily="2" charset="-122"/>
                <a:sym typeface="+mn-ea"/>
              </a:rPr>
              <a:t>如下例所示。</a:t>
            </a:r>
            <a:endParaRPr lang="en-US" altLang="en-US" sz="2000" b="1" dirty="0">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434">
                                            <p:txEl>
                                              <p:pRg st="0" end="0"/>
                                            </p:txEl>
                                          </p:spTgt>
                                        </p:tgtEl>
                                        <p:attrNameLst>
                                          <p:attrName>style.visibility</p:attrName>
                                        </p:attrNameLst>
                                      </p:cBhvr>
                                      <p:to>
                                        <p:strVal val="visible"/>
                                      </p:to>
                                    </p:set>
                                    <p:anim calcmode="lin" valueType="num">
                                      <p:cBhvr additive="base">
                                        <p:cTn id="7" dur="500" fill="hold"/>
                                        <p:tgtEl>
                                          <p:spTgt spid="1843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434">
                                            <p:txEl>
                                              <p:pRg st="1" end="1"/>
                                            </p:txEl>
                                          </p:spTgt>
                                        </p:tgtEl>
                                        <p:attrNameLst>
                                          <p:attrName>style.visibility</p:attrName>
                                        </p:attrNameLst>
                                      </p:cBhvr>
                                      <p:to>
                                        <p:strVal val="visible"/>
                                      </p:to>
                                    </p:set>
                                    <p:anim calcmode="lin" valueType="num">
                                      <p:cBhvr additive="base">
                                        <p:cTn id="11" dur="500" fill="hold"/>
                                        <p:tgtEl>
                                          <p:spTgt spid="1843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43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8434">
                                            <p:txEl>
                                              <p:pRg st="3" end="3"/>
                                            </p:txEl>
                                          </p:spTgt>
                                        </p:tgtEl>
                                        <p:attrNameLst>
                                          <p:attrName>style.visibility</p:attrName>
                                        </p:attrNameLst>
                                      </p:cBhvr>
                                      <p:to>
                                        <p:strVal val="visible"/>
                                      </p:to>
                                    </p:set>
                                    <p:anim calcmode="lin" valueType="num">
                                      <p:cBhvr additive="base">
                                        <p:cTn id="17" dur="500" fill="hold"/>
                                        <p:tgtEl>
                                          <p:spTgt spid="18434">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843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8434">
                                            <p:txEl>
                                              <p:pRg st="4" end="4"/>
                                            </p:txEl>
                                          </p:spTgt>
                                        </p:tgtEl>
                                        <p:attrNameLst>
                                          <p:attrName>style.visibility</p:attrName>
                                        </p:attrNameLst>
                                      </p:cBhvr>
                                      <p:to>
                                        <p:strVal val="visible"/>
                                      </p:to>
                                    </p:set>
                                    <p:anim calcmode="lin" valueType="num">
                                      <p:cBhvr additive="base">
                                        <p:cTn id="23" dur="500" fill="hold"/>
                                        <p:tgtEl>
                                          <p:spTgt spid="1843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43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3"/>
          <p:cNvSpPr>
            <a:spLocks noGrp="1"/>
          </p:cNvSpPr>
          <p:nvPr>
            <p:ph type="title"/>
          </p:nvPr>
        </p:nvSpPr>
        <p:spPr>
          <a:xfrm>
            <a:off x="539750" y="627063"/>
            <a:ext cx="7772400" cy="514350"/>
          </a:xfrm>
          <a:noFill/>
          <a:ln>
            <a:noFill/>
          </a:ln>
        </p:spPr>
        <p:txBody>
          <a:bodyPr/>
          <a:p>
            <a:pPr eaLnBrk="1" hangingPunct="1"/>
            <a:r>
              <a:rPr lang="zh-CN" altLang="en-US" sz="1800" b="1" dirty="0">
                <a:latin typeface="华文新魏" panose="02010800040101010101" pitchFamily="2" charset="-122"/>
                <a:ea typeface="华文新魏" panose="02010800040101010101" pitchFamily="2" charset="-122"/>
              </a:rPr>
              <a:t>例  具有静态 </a:t>
            </a:r>
            <a:r>
              <a:rPr lang="en-US" altLang="zh-CN" sz="1800" b="1" dirty="0">
                <a:latin typeface="华文新魏" panose="02010800040101010101" pitchFamily="2" charset="-122"/>
                <a:ea typeface="华文新魏" panose="02010800040101010101" pitchFamily="2" charset="-122"/>
              </a:rPr>
              <a:t>0 </a:t>
            </a:r>
            <a:r>
              <a:rPr lang="zh-CN" altLang="en-US" sz="1800" b="1" dirty="0">
                <a:latin typeface="华文新魏" panose="02010800040101010101" pitchFamily="2" charset="-122"/>
                <a:ea typeface="华文新魏" panose="02010800040101010101" pitchFamily="2" charset="-122"/>
              </a:rPr>
              <a:t>险象的电路及时间图</a:t>
            </a:r>
            <a:endParaRPr lang="zh-CN" altLang="en-US" sz="1800" b="1" dirty="0">
              <a:latin typeface="华文新魏" panose="02010800040101010101" pitchFamily="2" charset="-122"/>
              <a:ea typeface="华文新魏" panose="02010800040101010101" pitchFamily="2" charset="-122"/>
            </a:endParaRPr>
          </a:p>
        </p:txBody>
      </p:sp>
      <p:sp>
        <p:nvSpPr>
          <p:cNvPr id="126980" name="Rectangle 4"/>
          <p:cNvSpPr>
            <a:spLocks noGrp="1"/>
          </p:cNvSpPr>
          <p:nvPr>
            <p:ph idx="1"/>
          </p:nvPr>
        </p:nvSpPr>
        <p:spPr>
          <a:xfrm>
            <a:off x="1063308" y="992505"/>
            <a:ext cx="7313612" cy="1085850"/>
          </a:xfrm>
          <a:noFill/>
          <a:ln>
            <a:noFill/>
          </a:ln>
        </p:spPr>
        <p:txBody>
          <a:bodyPr/>
          <a:p>
            <a:pPr eaLnBrk="1" hangingPunct="1">
              <a:lnSpc>
                <a:spcPct val="80000"/>
              </a:lnSpc>
              <a:buNone/>
            </a:pPr>
            <a:r>
              <a:rPr lang="zh-CN" altLang="en-US" sz="1800" b="1" dirty="0">
                <a:latin typeface="华文新魏" panose="02010800040101010101" pitchFamily="2" charset="-122"/>
                <a:ea typeface="华文新魏" panose="02010800040101010101" pitchFamily="2" charset="-122"/>
              </a:rPr>
              <a:t>如图所示 </a:t>
            </a:r>
            <a:r>
              <a:rPr lang="en-US" altLang="zh-CN" sz="1800" b="1" dirty="0">
                <a:latin typeface="华文新魏" panose="02010800040101010101" pitchFamily="2" charset="-122"/>
                <a:ea typeface="华文新魏" panose="02010800040101010101" pitchFamily="2" charset="-122"/>
              </a:rPr>
              <a:t>F = (A + B + C) (C + D) (B + D)</a:t>
            </a:r>
            <a:endParaRPr lang="en-US" altLang="zh-CN" sz="1800" b="1" dirty="0">
              <a:latin typeface="华文新魏" panose="02010800040101010101" pitchFamily="2" charset="-122"/>
              <a:ea typeface="华文新魏" panose="02010800040101010101" pitchFamily="2" charset="-122"/>
            </a:endParaRPr>
          </a:p>
          <a:p>
            <a:pPr eaLnBrk="1" hangingPunct="1">
              <a:lnSpc>
                <a:spcPct val="80000"/>
              </a:lnSpc>
              <a:buNone/>
            </a:pPr>
            <a:r>
              <a:rPr lang="zh-CN" altLang="en-US" sz="1800" b="1" dirty="0">
                <a:latin typeface="华文新魏" panose="02010800040101010101" pitchFamily="2" charset="-122"/>
                <a:ea typeface="华文新魏" panose="02010800040101010101" pitchFamily="2" charset="-122"/>
              </a:rPr>
              <a:t>当 </a:t>
            </a:r>
            <a:r>
              <a:rPr lang="en-US" altLang="zh-CN" sz="1800" b="1" dirty="0">
                <a:latin typeface="华文新魏" panose="02010800040101010101" pitchFamily="2" charset="-122"/>
                <a:ea typeface="华文新魏" panose="02010800040101010101" pitchFamily="2" charset="-122"/>
              </a:rPr>
              <a:t>A = B = D = 0  </a:t>
            </a:r>
            <a:r>
              <a:rPr lang="zh-CN" altLang="en-US" sz="1800" b="1" dirty="0">
                <a:latin typeface="华文新魏" panose="02010800040101010101" pitchFamily="2" charset="-122"/>
                <a:ea typeface="华文新魏" panose="02010800040101010101" pitchFamily="2" charset="-122"/>
              </a:rPr>
              <a:t>时，</a:t>
            </a: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则  </a:t>
            </a:r>
            <a:r>
              <a:rPr lang="en-US" altLang="zh-CN" sz="1800" b="1" dirty="0">
                <a:latin typeface="华文新魏" panose="02010800040101010101" pitchFamily="2" charset="-122"/>
                <a:ea typeface="华文新魏" panose="02010800040101010101" pitchFamily="2" charset="-122"/>
              </a:rPr>
              <a:t>F = C</a:t>
            </a:r>
            <a:r>
              <a:rPr lang="en-US" altLang="zh-CN" sz="1800" b="1" dirty="0">
                <a:latin typeface="黑体" panose="02010609060101010101" pitchFamily="49"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C ≡ 0</a:t>
            </a:r>
            <a:endParaRPr lang="en-US" altLang="zh-CN" sz="1800" b="1" dirty="0">
              <a:latin typeface="华文新魏" panose="02010800040101010101" pitchFamily="2" charset="-122"/>
              <a:ea typeface="华文新魏" panose="02010800040101010101" pitchFamily="2" charset="-122"/>
            </a:endParaRPr>
          </a:p>
          <a:p>
            <a:pPr eaLnBrk="1" hangingPunct="1">
              <a:lnSpc>
                <a:spcPct val="80000"/>
              </a:lnSpc>
              <a:spcBef>
                <a:spcPct val="50000"/>
              </a:spcBef>
              <a:buNone/>
            </a:pPr>
            <a:r>
              <a:rPr lang="zh-CN" altLang="en-US" sz="1800" b="1" dirty="0">
                <a:latin typeface="华文新魏" panose="02010800040101010101" pitchFamily="2" charset="-122"/>
                <a:ea typeface="华文新魏" panose="02010800040101010101" pitchFamily="2" charset="-122"/>
              </a:rPr>
              <a:t>实际上，</a:t>
            </a:r>
            <a:r>
              <a:rPr lang="zh-CN" altLang="en-US" sz="1800" b="1" dirty="0">
                <a:solidFill>
                  <a:srgbClr val="FF0000"/>
                </a:solidFill>
                <a:latin typeface="华文新魏" panose="02010800040101010101" pitchFamily="2" charset="-122"/>
                <a:ea typeface="华文新魏" panose="02010800040101010101" pitchFamily="2" charset="-122"/>
              </a:rPr>
              <a:t>当  </a:t>
            </a:r>
            <a:r>
              <a:rPr lang="en-US" altLang="zh-CN" sz="1800" b="1" dirty="0">
                <a:solidFill>
                  <a:srgbClr val="FF0000"/>
                </a:solidFill>
                <a:latin typeface="华文新魏" panose="02010800040101010101" pitchFamily="2" charset="-122"/>
                <a:ea typeface="华文新魏" panose="02010800040101010101" pitchFamily="2" charset="-122"/>
              </a:rPr>
              <a:t>C </a:t>
            </a:r>
            <a:r>
              <a:rPr lang="zh-CN" altLang="en-US"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0 → 1 </a:t>
            </a:r>
            <a:r>
              <a:rPr lang="zh-CN" altLang="en-US" sz="1800" b="1" dirty="0">
                <a:solidFill>
                  <a:srgbClr val="FF0000"/>
                </a:solidFill>
                <a:latin typeface="华文新魏" panose="02010800040101010101" pitchFamily="2" charset="-122"/>
                <a:ea typeface="华文新魏" panose="02010800040101010101" pitchFamily="2" charset="-122"/>
              </a:rPr>
              <a:t>时，</a:t>
            </a:r>
            <a:r>
              <a:rPr lang="en-US" altLang="zh-CN" sz="1800" b="1" dirty="0">
                <a:solidFill>
                  <a:srgbClr val="FF0000"/>
                </a:solidFill>
                <a:latin typeface="华文新魏" panose="02010800040101010101" pitchFamily="2" charset="-122"/>
                <a:ea typeface="华文新魏" panose="02010800040101010101" pitchFamily="2" charset="-122"/>
              </a:rPr>
              <a:t>F </a:t>
            </a:r>
            <a:r>
              <a:rPr lang="zh-CN" altLang="en-US" sz="1800" b="1" dirty="0">
                <a:solidFill>
                  <a:srgbClr val="FF0000"/>
                </a:solidFill>
                <a:latin typeface="华文新魏" panose="02010800040101010101" pitchFamily="2" charset="-122"/>
                <a:ea typeface="华文新魏" panose="02010800040101010101" pitchFamily="2" charset="-122"/>
              </a:rPr>
              <a:t>产生静态 </a:t>
            </a:r>
            <a:r>
              <a:rPr lang="en-US" altLang="zh-CN" sz="1800" b="1" dirty="0">
                <a:solidFill>
                  <a:srgbClr val="FF0000"/>
                </a:solidFill>
                <a:latin typeface="华文新魏" panose="02010800040101010101" pitchFamily="2" charset="-122"/>
                <a:ea typeface="华文新魏" panose="02010800040101010101" pitchFamily="2" charset="-122"/>
              </a:rPr>
              <a:t>0 </a:t>
            </a:r>
            <a:r>
              <a:rPr lang="zh-CN" altLang="en-US" sz="1800" b="1" dirty="0">
                <a:solidFill>
                  <a:srgbClr val="FF0000"/>
                </a:solidFill>
                <a:latin typeface="华文新魏" panose="02010800040101010101" pitchFamily="2" charset="-122"/>
                <a:ea typeface="华文新魏" panose="02010800040101010101" pitchFamily="2" charset="-122"/>
              </a:rPr>
              <a:t>险象。</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grpSp>
        <p:nvGrpSpPr>
          <p:cNvPr id="2" name="Group 72"/>
          <p:cNvGrpSpPr/>
          <p:nvPr/>
        </p:nvGrpSpPr>
        <p:grpSpPr>
          <a:xfrm>
            <a:off x="4500563" y="811213"/>
            <a:ext cx="2605087" cy="314325"/>
            <a:chOff x="2931" y="552"/>
            <a:chExt cx="1641" cy="264"/>
          </a:xfrm>
        </p:grpSpPr>
        <p:sp>
          <p:nvSpPr>
            <p:cNvPr id="27778" name="Line 68"/>
            <p:cNvSpPr/>
            <p:nvPr/>
          </p:nvSpPr>
          <p:spPr>
            <a:xfrm>
              <a:off x="2931" y="552"/>
              <a:ext cx="144" cy="0"/>
            </a:xfrm>
            <a:prstGeom prst="line">
              <a:avLst/>
            </a:prstGeom>
            <a:ln w="9525" cap="flat" cmpd="sng">
              <a:solidFill>
                <a:schemeClr val="bg1"/>
              </a:solidFill>
              <a:prstDash val="solid"/>
              <a:headEnd type="none" w="med" len="med"/>
              <a:tailEnd type="none" w="med" len="med"/>
            </a:ln>
          </p:spPr>
        </p:sp>
        <p:sp>
          <p:nvSpPr>
            <p:cNvPr id="27779" name="Line 69"/>
            <p:cNvSpPr/>
            <p:nvPr/>
          </p:nvSpPr>
          <p:spPr>
            <a:xfrm>
              <a:off x="4032" y="552"/>
              <a:ext cx="144" cy="0"/>
            </a:xfrm>
            <a:prstGeom prst="line">
              <a:avLst/>
            </a:prstGeom>
            <a:ln w="9525" cap="flat" cmpd="sng">
              <a:solidFill>
                <a:schemeClr val="bg1"/>
              </a:solidFill>
              <a:prstDash val="solid"/>
              <a:headEnd type="none" w="med" len="med"/>
              <a:tailEnd type="none" w="med" len="med"/>
            </a:ln>
          </p:spPr>
        </p:sp>
        <p:sp>
          <p:nvSpPr>
            <p:cNvPr id="27780" name="Line 70"/>
            <p:cNvSpPr/>
            <p:nvPr/>
          </p:nvSpPr>
          <p:spPr>
            <a:xfrm>
              <a:off x="4428" y="552"/>
              <a:ext cx="144" cy="0"/>
            </a:xfrm>
            <a:prstGeom prst="line">
              <a:avLst/>
            </a:prstGeom>
            <a:ln w="9525" cap="flat" cmpd="sng">
              <a:solidFill>
                <a:schemeClr val="bg1"/>
              </a:solidFill>
              <a:prstDash val="solid"/>
              <a:headEnd type="none" w="med" len="med"/>
              <a:tailEnd type="none" w="med" len="med"/>
            </a:ln>
          </p:spPr>
        </p:sp>
        <p:sp>
          <p:nvSpPr>
            <p:cNvPr id="27781" name="Line 71"/>
            <p:cNvSpPr/>
            <p:nvPr/>
          </p:nvSpPr>
          <p:spPr>
            <a:xfrm>
              <a:off x="3648" y="816"/>
              <a:ext cx="144" cy="0"/>
            </a:xfrm>
            <a:prstGeom prst="line">
              <a:avLst/>
            </a:prstGeom>
            <a:ln w="9525" cap="flat" cmpd="sng">
              <a:solidFill>
                <a:schemeClr val="bg1"/>
              </a:solidFill>
              <a:prstDash val="solid"/>
              <a:headEnd type="none" w="med" len="med"/>
              <a:tailEnd type="none" w="med" len="med"/>
            </a:ln>
          </p:spPr>
        </p:sp>
      </p:grpSp>
      <p:sp>
        <p:nvSpPr>
          <p:cNvPr id="127053" name="Rectangle 77"/>
          <p:cNvSpPr/>
          <p:nvPr/>
        </p:nvSpPr>
        <p:spPr>
          <a:xfrm>
            <a:off x="4699000" y="2014538"/>
            <a:ext cx="3875088" cy="29337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3" name="Group 140"/>
          <p:cNvGrpSpPr/>
          <p:nvPr/>
        </p:nvGrpSpPr>
        <p:grpSpPr>
          <a:xfrm>
            <a:off x="4762500" y="1989138"/>
            <a:ext cx="3810000" cy="365125"/>
            <a:chOff x="3072" y="1543"/>
            <a:chExt cx="2400" cy="307"/>
          </a:xfrm>
        </p:grpSpPr>
        <p:sp>
          <p:nvSpPr>
            <p:cNvPr id="27776" name="Line 79"/>
            <p:cNvSpPr/>
            <p:nvPr/>
          </p:nvSpPr>
          <p:spPr>
            <a:xfrm>
              <a:off x="3408" y="1749"/>
              <a:ext cx="2064" cy="0"/>
            </a:xfrm>
            <a:prstGeom prst="line">
              <a:avLst/>
            </a:prstGeom>
            <a:ln w="38100" cap="flat" cmpd="sng">
              <a:solidFill>
                <a:schemeClr val="tx1"/>
              </a:solidFill>
              <a:prstDash val="solid"/>
              <a:headEnd type="none" w="med" len="med"/>
              <a:tailEnd type="none" w="med" len="med"/>
            </a:ln>
          </p:spPr>
        </p:sp>
        <p:sp>
          <p:nvSpPr>
            <p:cNvPr id="27777" name="Text Box 80"/>
            <p:cNvSpPr txBox="1"/>
            <p:nvPr/>
          </p:nvSpPr>
          <p:spPr>
            <a:xfrm>
              <a:off x="3072" y="1543"/>
              <a:ext cx="240"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4" name="Group 141"/>
          <p:cNvGrpSpPr/>
          <p:nvPr/>
        </p:nvGrpSpPr>
        <p:grpSpPr>
          <a:xfrm>
            <a:off x="4762500" y="2274888"/>
            <a:ext cx="3810000" cy="365125"/>
            <a:chOff x="3072" y="1852"/>
            <a:chExt cx="2400" cy="307"/>
          </a:xfrm>
        </p:grpSpPr>
        <p:sp>
          <p:nvSpPr>
            <p:cNvPr id="27774" name="Line 82"/>
            <p:cNvSpPr/>
            <p:nvPr/>
          </p:nvSpPr>
          <p:spPr>
            <a:xfrm>
              <a:off x="3408" y="2058"/>
              <a:ext cx="2064" cy="0"/>
            </a:xfrm>
            <a:prstGeom prst="line">
              <a:avLst/>
            </a:prstGeom>
            <a:ln w="38100" cap="flat" cmpd="sng">
              <a:solidFill>
                <a:schemeClr val="tx1"/>
              </a:solidFill>
              <a:prstDash val="solid"/>
              <a:headEnd type="none" w="med" len="med"/>
              <a:tailEnd type="none" w="med" len="med"/>
            </a:ln>
          </p:spPr>
        </p:sp>
        <p:sp>
          <p:nvSpPr>
            <p:cNvPr id="27775" name="Text Box 83"/>
            <p:cNvSpPr txBox="1"/>
            <p:nvPr/>
          </p:nvSpPr>
          <p:spPr>
            <a:xfrm>
              <a:off x="3072" y="1852"/>
              <a:ext cx="240"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5" name="Group 142"/>
          <p:cNvGrpSpPr/>
          <p:nvPr/>
        </p:nvGrpSpPr>
        <p:grpSpPr>
          <a:xfrm>
            <a:off x="4762500" y="2560638"/>
            <a:ext cx="3810000" cy="365125"/>
            <a:chOff x="3072" y="2161"/>
            <a:chExt cx="2400" cy="307"/>
          </a:xfrm>
        </p:grpSpPr>
        <p:sp>
          <p:nvSpPr>
            <p:cNvPr id="27772" name="Line 84"/>
            <p:cNvSpPr/>
            <p:nvPr/>
          </p:nvSpPr>
          <p:spPr>
            <a:xfrm>
              <a:off x="3408" y="2367"/>
              <a:ext cx="2064" cy="0"/>
            </a:xfrm>
            <a:prstGeom prst="line">
              <a:avLst/>
            </a:prstGeom>
            <a:ln w="38100" cap="flat" cmpd="sng">
              <a:solidFill>
                <a:schemeClr val="tx1"/>
              </a:solidFill>
              <a:prstDash val="solid"/>
              <a:headEnd type="none" w="med" len="med"/>
              <a:tailEnd type="none" w="med" len="med"/>
            </a:ln>
          </p:spPr>
        </p:sp>
        <p:sp>
          <p:nvSpPr>
            <p:cNvPr id="27773" name="Text Box 85"/>
            <p:cNvSpPr txBox="1"/>
            <p:nvPr/>
          </p:nvSpPr>
          <p:spPr>
            <a:xfrm>
              <a:off x="3072" y="2161"/>
              <a:ext cx="240"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D</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6" name="Group 151"/>
          <p:cNvGrpSpPr/>
          <p:nvPr/>
        </p:nvGrpSpPr>
        <p:grpSpPr>
          <a:xfrm>
            <a:off x="4762500" y="2917748"/>
            <a:ext cx="2009775" cy="365125"/>
            <a:chOff x="3072" y="2268"/>
            <a:chExt cx="1266" cy="307"/>
          </a:xfrm>
        </p:grpSpPr>
        <p:sp>
          <p:nvSpPr>
            <p:cNvPr id="27768" name="Line 88"/>
            <p:cNvSpPr/>
            <p:nvPr/>
          </p:nvSpPr>
          <p:spPr>
            <a:xfrm>
              <a:off x="3408" y="2476"/>
              <a:ext cx="336" cy="0"/>
            </a:xfrm>
            <a:prstGeom prst="line">
              <a:avLst/>
            </a:prstGeom>
            <a:ln w="38100" cap="flat" cmpd="sng">
              <a:solidFill>
                <a:srgbClr val="FF0000"/>
              </a:solidFill>
              <a:prstDash val="solid"/>
              <a:headEnd type="none" w="med" len="med"/>
              <a:tailEnd type="none" w="med" len="med"/>
            </a:ln>
          </p:spPr>
        </p:sp>
        <p:sp>
          <p:nvSpPr>
            <p:cNvPr id="27769" name="Line 89"/>
            <p:cNvSpPr/>
            <p:nvPr/>
          </p:nvSpPr>
          <p:spPr>
            <a:xfrm>
              <a:off x="3744" y="2296"/>
              <a:ext cx="594" cy="0"/>
            </a:xfrm>
            <a:prstGeom prst="line">
              <a:avLst/>
            </a:prstGeom>
            <a:ln w="38100" cap="flat" cmpd="sng">
              <a:solidFill>
                <a:srgbClr val="FF0000"/>
              </a:solidFill>
              <a:prstDash val="solid"/>
              <a:headEnd type="none" w="med" len="med"/>
              <a:tailEnd type="none" w="med" len="med"/>
            </a:ln>
          </p:spPr>
        </p:sp>
        <p:sp>
          <p:nvSpPr>
            <p:cNvPr id="27770" name="Line 90"/>
            <p:cNvSpPr/>
            <p:nvPr/>
          </p:nvSpPr>
          <p:spPr>
            <a:xfrm>
              <a:off x="3744" y="2298"/>
              <a:ext cx="0" cy="190"/>
            </a:xfrm>
            <a:prstGeom prst="line">
              <a:avLst/>
            </a:prstGeom>
            <a:ln w="38100" cap="flat" cmpd="sng">
              <a:solidFill>
                <a:srgbClr val="FF0000"/>
              </a:solidFill>
              <a:prstDash val="solid"/>
              <a:headEnd type="none" w="med" len="med"/>
              <a:tailEnd type="none" w="med" len="med"/>
            </a:ln>
          </p:spPr>
        </p:sp>
        <p:sp>
          <p:nvSpPr>
            <p:cNvPr id="27771" name="Text Box 91"/>
            <p:cNvSpPr txBox="1"/>
            <p:nvPr/>
          </p:nvSpPr>
          <p:spPr>
            <a:xfrm>
              <a:off x="3072" y="2268"/>
              <a:ext cx="240" cy="307"/>
            </a:xfrm>
            <a:prstGeom prst="rect">
              <a:avLst/>
            </a:prstGeom>
            <a:solidFill>
              <a:schemeClr val="bg1"/>
            </a:solid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7" name="Group 152"/>
          <p:cNvGrpSpPr/>
          <p:nvPr/>
        </p:nvGrpSpPr>
        <p:grpSpPr>
          <a:xfrm>
            <a:off x="4762500" y="3289300"/>
            <a:ext cx="2224088" cy="365125"/>
            <a:chOff x="3072" y="2580"/>
            <a:chExt cx="1401" cy="307"/>
          </a:xfrm>
        </p:grpSpPr>
        <p:sp>
          <p:nvSpPr>
            <p:cNvPr id="27763" name="Line 93"/>
            <p:cNvSpPr/>
            <p:nvPr/>
          </p:nvSpPr>
          <p:spPr>
            <a:xfrm>
              <a:off x="3850" y="2796"/>
              <a:ext cx="623" cy="0"/>
            </a:xfrm>
            <a:prstGeom prst="line">
              <a:avLst/>
            </a:prstGeom>
            <a:ln w="38100" cap="flat" cmpd="sng">
              <a:solidFill>
                <a:schemeClr val="accent2"/>
              </a:solidFill>
              <a:prstDash val="solid"/>
              <a:headEnd type="none" w="med" len="med"/>
              <a:tailEnd type="none" w="med" len="med"/>
            </a:ln>
          </p:spPr>
        </p:sp>
        <p:sp>
          <p:nvSpPr>
            <p:cNvPr id="27764" name="Line 94"/>
            <p:cNvSpPr/>
            <p:nvPr/>
          </p:nvSpPr>
          <p:spPr>
            <a:xfrm>
              <a:off x="3418" y="2604"/>
              <a:ext cx="432" cy="0"/>
            </a:xfrm>
            <a:prstGeom prst="line">
              <a:avLst/>
            </a:prstGeom>
            <a:ln w="38100" cap="flat" cmpd="sng">
              <a:solidFill>
                <a:schemeClr val="accent2"/>
              </a:solidFill>
              <a:prstDash val="solid"/>
              <a:headEnd type="none" w="med" len="med"/>
              <a:tailEnd type="none" w="med" len="med"/>
            </a:ln>
          </p:spPr>
        </p:sp>
        <p:sp>
          <p:nvSpPr>
            <p:cNvPr id="27765" name="Line 95"/>
            <p:cNvSpPr/>
            <p:nvPr/>
          </p:nvSpPr>
          <p:spPr>
            <a:xfrm>
              <a:off x="3850" y="2600"/>
              <a:ext cx="0" cy="192"/>
            </a:xfrm>
            <a:prstGeom prst="line">
              <a:avLst/>
            </a:prstGeom>
            <a:ln w="38100" cap="flat" cmpd="sng">
              <a:solidFill>
                <a:schemeClr val="accent2"/>
              </a:solidFill>
              <a:prstDash val="solid"/>
              <a:headEnd type="none" w="med" len="med"/>
              <a:tailEnd type="none" w="med" len="med"/>
            </a:ln>
          </p:spPr>
        </p:sp>
        <p:sp>
          <p:nvSpPr>
            <p:cNvPr id="27766" name="Text Box 96"/>
            <p:cNvSpPr txBox="1"/>
            <p:nvPr/>
          </p:nvSpPr>
          <p:spPr>
            <a:xfrm>
              <a:off x="3072" y="2580"/>
              <a:ext cx="240"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7767" name="Line 97"/>
            <p:cNvSpPr/>
            <p:nvPr/>
          </p:nvSpPr>
          <p:spPr>
            <a:xfrm>
              <a:off x="3120" y="2613"/>
              <a:ext cx="144" cy="0"/>
            </a:xfrm>
            <a:prstGeom prst="line">
              <a:avLst/>
            </a:prstGeom>
            <a:ln w="28575" cap="flat" cmpd="sng">
              <a:solidFill>
                <a:schemeClr val="accent2"/>
              </a:solidFill>
              <a:prstDash val="solid"/>
              <a:headEnd type="none" w="med" len="med"/>
              <a:tailEnd type="none" w="med" len="med"/>
            </a:ln>
          </p:spPr>
        </p:sp>
      </p:grpSp>
      <p:grpSp>
        <p:nvGrpSpPr>
          <p:cNvPr id="8" name="Group 154"/>
          <p:cNvGrpSpPr/>
          <p:nvPr/>
        </p:nvGrpSpPr>
        <p:grpSpPr>
          <a:xfrm>
            <a:off x="4800600" y="3589338"/>
            <a:ext cx="2401888" cy="365125"/>
            <a:chOff x="3096" y="2832"/>
            <a:chExt cx="1513" cy="307"/>
          </a:xfrm>
        </p:grpSpPr>
        <p:sp>
          <p:nvSpPr>
            <p:cNvPr id="27759" name="Line 99"/>
            <p:cNvSpPr/>
            <p:nvPr/>
          </p:nvSpPr>
          <p:spPr>
            <a:xfrm>
              <a:off x="3398" y="2928"/>
              <a:ext cx="576" cy="0"/>
            </a:xfrm>
            <a:prstGeom prst="line">
              <a:avLst/>
            </a:prstGeom>
            <a:ln w="38100" cap="flat" cmpd="sng">
              <a:solidFill>
                <a:srgbClr val="FF00FF"/>
              </a:solidFill>
              <a:prstDash val="solid"/>
              <a:headEnd type="none" w="med" len="med"/>
              <a:tailEnd type="none" w="med" len="med"/>
            </a:ln>
          </p:spPr>
        </p:sp>
        <p:sp>
          <p:nvSpPr>
            <p:cNvPr id="27760" name="Line 100"/>
            <p:cNvSpPr/>
            <p:nvPr/>
          </p:nvSpPr>
          <p:spPr>
            <a:xfrm>
              <a:off x="3974" y="3120"/>
              <a:ext cx="635" cy="0"/>
            </a:xfrm>
            <a:prstGeom prst="line">
              <a:avLst/>
            </a:prstGeom>
            <a:ln w="38100" cap="flat" cmpd="sng">
              <a:solidFill>
                <a:srgbClr val="FF00FF"/>
              </a:solidFill>
              <a:prstDash val="solid"/>
              <a:headEnd type="none" w="med" len="med"/>
              <a:tailEnd type="none" w="med" len="med"/>
            </a:ln>
          </p:spPr>
        </p:sp>
        <p:sp>
          <p:nvSpPr>
            <p:cNvPr id="27761" name="Line 101"/>
            <p:cNvSpPr/>
            <p:nvPr/>
          </p:nvSpPr>
          <p:spPr>
            <a:xfrm>
              <a:off x="3974" y="2928"/>
              <a:ext cx="0" cy="192"/>
            </a:xfrm>
            <a:prstGeom prst="line">
              <a:avLst/>
            </a:prstGeom>
            <a:ln w="38100" cap="flat" cmpd="sng">
              <a:solidFill>
                <a:srgbClr val="FF00FF"/>
              </a:solidFill>
              <a:prstDash val="solid"/>
              <a:headEnd type="none" w="med" len="med"/>
              <a:tailEnd type="none" w="med" len="med"/>
            </a:ln>
          </p:spPr>
        </p:sp>
        <p:sp>
          <p:nvSpPr>
            <p:cNvPr id="27762" name="Text Box 102"/>
            <p:cNvSpPr txBox="1"/>
            <p:nvPr/>
          </p:nvSpPr>
          <p:spPr>
            <a:xfrm>
              <a:off x="3096" y="2832"/>
              <a:ext cx="288"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P</a:t>
              </a:r>
              <a:r>
                <a:rPr lang="en-US" altLang="zh-CN" sz="1800" b="1" baseline="-25000" dirty="0">
                  <a:solidFill>
                    <a:schemeClr val="tx1"/>
                  </a:solidFill>
                  <a:latin typeface="华文新魏" panose="02010800040101010101" pitchFamily="2" charset="-122"/>
                  <a:ea typeface="华文新魏" panose="02010800040101010101" pitchFamily="2" charset="-122"/>
                </a:rPr>
                <a:t>1</a:t>
              </a:r>
              <a:endParaRPr lang="en-US" altLang="zh-CN" sz="1800" b="1" baseline="-25000" dirty="0">
                <a:solidFill>
                  <a:schemeClr val="tx1"/>
                </a:solidFill>
                <a:latin typeface="华文新魏" panose="02010800040101010101" pitchFamily="2" charset="-122"/>
                <a:ea typeface="华文新魏" panose="02010800040101010101" pitchFamily="2" charset="-122"/>
              </a:endParaRPr>
            </a:p>
          </p:txBody>
        </p:sp>
      </p:grpSp>
      <p:sp>
        <p:nvSpPr>
          <p:cNvPr id="127080" name="Line 104"/>
          <p:cNvSpPr/>
          <p:nvPr/>
        </p:nvSpPr>
        <p:spPr>
          <a:xfrm>
            <a:off x="5813425" y="3054350"/>
            <a:ext cx="0" cy="1720850"/>
          </a:xfrm>
          <a:prstGeom prst="line">
            <a:avLst/>
          </a:prstGeom>
          <a:ln w="9525" cap="flat" cmpd="sng">
            <a:solidFill>
              <a:srgbClr val="FF0000"/>
            </a:solidFill>
            <a:prstDash val="dash"/>
            <a:headEnd type="none" w="med" len="med"/>
            <a:tailEnd type="none" w="med" len="med"/>
          </a:ln>
        </p:spPr>
      </p:sp>
      <p:sp>
        <p:nvSpPr>
          <p:cNvPr id="127081" name="Line 105"/>
          <p:cNvSpPr/>
          <p:nvPr/>
        </p:nvSpPr>
        <p:spPr>
          <a:xfrm>
            <a:off x="6013450" y="3375025"/>
            <a:ext cx="0" cy="1398588"/>
          </a:xfrm>
          <a:prstGeom prst="line">
            <a:avLst/>
          </a:prstGeom>
          <a:ln w="9525" cap="flat" cmpd="sng">
            <a:solidFill>
              <a:schemeClr val="accent2"/>
            </a:solidFill>
            <a:prstDash val="dash"/>
            <a:headEnd type="none" w="med" len="med"/>
            <a:tailEnd type="none" w="med" len="med"/>
          </a:ln>
        </p:spPr>
      </p:sp>
      <p:grpSp>
        <p:nvGrpSpPr>
          <p:cNvPr id="9" name="Group 156"/>
          <p:cNvGrpSpPr/>
          <p:nvPr/>
        </p:nvGrpSpPr>
        <p:grpSpPr>
          <a:xfrm>
            <a:off x="6762750" y="2951163"/>
            <a:ext cx="1720850" cy="228600"/>
            <a:chOff x="4332" y="2296"/>
            <a:chExt cx="1084" cy="192"/>
          </a:xfrm>
        </p:grpSpPr>
        <p:sp>
          <p:nvSpPr>
            <p:cNvPr id="27757" name="Line 108"/>
            <p:cNvSpPr/>
            <p:nvPr/>
          </p:nvSpPr>
          <p:spPr>
            <a:xfrm flipV="1">
              <a:off x="4332" y="2296"/>
              <a:ext cx="0" cy="192"/>
            </a:xfrm>
            <a:prstGeom prst="line">
              <a:avLst/>
            </a:prstGeom>
            <a:ln w="38100" cap="flat" cmpd="sng">
              <a:solidFill>
                <a:srgbClr val="FF3300"/>
              </a:solidFill>
              <a:prstDash val="solid"/>
              <a:headEnd type="none" w="med" len="med"/>
              <a:tailEnd type="none" w="med" len="med"/>
            </a:ln>
          </p:spPr>
        </p:sp>
        <p:sp>
          <p:nvSpPr>
            <p:cNvPr id="27758" name="Line 109"/>
            <p:cNvSpPr/>
            <p:nvPr/>
          </p:nvSpPr>
          <p:spPr>
            <a:xfrm>
              <a:off x="4332" y="2484"/>
              <a:ext cx="1084" cy="0"/>
            </a:xfrm>
            <a:prstGeom prst="line">
              <a:avLst/>
            </a:prstGeom>
            <a:ln w="38100" cap="flat" cmpd="sng">
              <a:solidFill>
                <a:srgbClr val="FF3300"/>
              </a:solidFill>
              <a:prstDash val="solid"/>
              <a:headEnd type="none" w="med" len="med"/>
              <a:tailEnd type="none" w="med" len="med"/>
            </a:ln>
          </p:spPr>
        </p:sp>
      </p:grpSp>
      <p:sp>
        <p:nvSpPr>
          <p:cNvPr id="127086" name="Line 110"/>
          <p:cNvSpPr/>
          <p:nvPr/>
        </p:nvSpPr>
        <p:spPr>
          <a:xfrm>
            <a:off x="6762750" y="3017838"/>
            <a:ext cx="0" cy="1714500"/>
          </a:xfrm>
          <a:prstGeom prst="line">
            <a:avLst/>
          </a:prstGeom>
          <a:ln w="9525" cap="flat" cmpd="sng">
            <a:solidFill>
              <a:srgbClr val="FF3300"/>
            </a:solidFill>
            <a:prstDash val="dash"/>
            <a:headEnd type="none" w="med" len="med"/>
            <a:tailEnd type="none" w="med" len="med"/>
          </a:ln>
        </p:spPr>
      </p:sp>
      <p:sp>
        <p:nvSpPr>
          <p:cNvPr id="127087" name="Line 111"/>
          <p:cNvSpPr/>
          <p:nvPr/>
        </p:nvSpPr>
        <p:spPr>
          <a:xfrm>
            <a:off x="6972300" y="3417888"/>
            <a:ext cx="0" cy="1314450"/>
          </a:xfrm>
          <a:prstGeom prst="line">
            <a:avLst/>
          </a:prstGeom>
          <a:ln w="9525" cap="flat" cmpd="sng">
            <a:solidFill>
              <a:srgbClr val="3333FF"/>
            </a:solidFill>
            <a:prstDash val="dash"/>
            <a:headEnd type="none" w="med" len="med"/>
            <a:tailEnd type="none" w="med" len="med"/>
          </a:ln>
        </p:spPr>
      </p:sp>
      <p:sp>
        <p:nvSpPr>
          <p:cNvPr id="127088" name="Line 112"/>
          <p:cNvSpPr/>
          <p:nvPr/>
        </p:nvSpPr>
        <p:spPr>
          <a:xfrm>
            <a:off x="7181850" y="3903663"/>
            <a:ext cx="19050" cy="857250"/>
          </a:xfrm>
          <a:prstGeom prst="line">
            <a:avLst/>
          </a:prstGeom>
          <a:ln w="9525" cap="flat" cmpd="sng">
            <a:solidFill>
              <a:srgbClr val="FF66FF"/>
            </a:solidFill>
            <a:prstDash val="dash"/>
            <a:headEnd type="none" w="med" len="med"/>
            <a:tailEnd type="none" w="med" len="med"/>
          </a:ln>
        </p:spPr>
      </p:sp>
      <p:grpSp>
        <p:nvGrpSpPr>
          <p:cNvPr id="10" name="Group 157"/>
          <p:cNvGrpSpPr/>
          <p:nvPr/>
        </p:nvGrpSpPr>
        <p:grpSpPr>
          <a:xfrm>
            <a:off x="6972300" y="3303588"/>
            <a:ext cx="1519238" cy="228600"/>
            <a:chOff x="4464" y="2592"/>
            <a:chExt cx="957" cy="192"/>
          </a:xfrm>
        </p:grpSpPr>
        <p:sp>
          <p:nvSpPr>
            <p:cNvPr id="27755" name="Line 114"/>
            <p:cNvSpPr/>
            <p:nvPr/>
          </p:nvSpPr>
          <p:spPr>
            <a:xfrm>
              <a:off x="4464" y="2592"/>
              <a:ext cx="0" cy="192"/>
            </a:xfrm>
            <a:prstGeom prst="line">
              <a:avLst/>
            </a:prstGeom>
            <a:ln w="38100" cap="flat" cmpd="sng">
              <a:solidFill>
                <a:srgbClr val="3333FF"/>
              </a:solidFill>
              <a:prstDash val="solid"/>
              <a:headEnd type="none" w="med" len="med"/>
              <a:tailEnd type="none" w="med" len="med"/>
            </a:ln>
          </p:spPr>
        </p:sp>
        <p:sp>
          <p:nvSpPr>
            <p:cNvPr id="27756" name="Line 115"/>
            <p:cNvSpPr/>
            <p:nvPr/>
          </p:nvSpPr>
          <p:spPr>
            <a:xfrm>
              <a:off x="4464" y="2592"/>
              <a:ext cx="957" cy="0"/>
            </a:xfrm>
            <a:prstGeom prst="line">
              <a:avLst/>
            </a:prstGeom>
            <a:ln w="38100" cap="flat" cmpd="sng">
              <a:solidFill>
                <a:srgbClr val="3333FF"/>
              </a:solidFill>
              <a:prstDash val="solid"/>
              <a:headEnd type="none" w="med" len="med"/>
              <a:tailEnd type="none" w="med" len="med"/>
            </a:ln>
          </p:spPr>
        </p:sp>
      </p:grpSp>
      <p:grpSp>
        <p:nvGrpSpPr>
          <p:cNvPr id="11" name="Group 158"/>
          <p:cNvGrpSpPr/>
          <p:nvPr/>
        </p:nvGrpSpPr>
        <p:grpSpPr>
          <a:xfrm>
            <a:off x="7205663" y="3703638"/>
            <a:ext cx="1303337" cy="228600"/>
            <a:chOff x="4611" y="2928"/>
            <a:chExt cx="821" cy="192"/>
          </a:xfrm>
        </p:grpSpPr>
        <p:sp>
          <p:nvSpPr>
            <p:cNvPr id="27753" name="Line 120"/>
            <p:cNvSpPr/>
            <p:nvPr/>
          </p:nvSpPr>
          <p:spPr>
            <a:xfrm>
              <a:off x="4611" y="2928"/>
              <a:ext cx="0" cy="192"/>
            </a:xfrm>
            <a:prstGeom prst="line">
              <a:avLst/>
            </a:prstGeom>
            <a:ln w="38100" cap="flat" cmpd="sng">
              <a:solidFill>
                <a:srgbClr val="FF66FF"/>
              </a:solidFill>
              <a:prstDash val="solid"/>
              <a:headEnd type="none" w="med" len="med"/>
              <a:tailEnd type="none" w="med" len="med"/>
            </a:ln>
          </p:spPr>
        </p:sp>
        <p:sp>
          <p:nvSpPr>
            <p:cNvPr id="27754" name="Line 121"/>
            <p:cNvSpPr/>
            <p:nvPr/>
          </p:nvSpPr>
          <p:spPr>
            <a:xfrm>
              <a:off x="4611" y="2928"/>
              <a:ext cx="821" cy="0"/>
            </a:xfrm>
            <a:prstGeom prst="line">
              <a:avLst/>
            </a:prstGeom>
            <a:ln w="38100" cap="flat" cmpd="sng">
              <a:solidFill>
                <a:srgbClr val="FF66FF"/>
              </a:solidFill>
              <a:prstDash val="solid"/>
              <a:headEnd type="none" w="med" len="med"/>
              <a:tailEnd type="none" w="med" len="med"/>
            </a:ln>
          </p:spPr>
        </p:sp>
      </p:grpSp>
      <p:grpSp>
        <p:nvGrpSpPr>
          <p:cNvPr id="12" name="Group 159"/>
          <p:cNvGrpSpPr/>
          <p:nvPr/>
        </p:nvGrpSpPr>
        <p:grpSpPr>
          <a:xfrm>
            <a:off x="6985000" y="4089400"/>
            <a:ext cx="1468438" cy="228600"/>
            <a:chOff x="4472" y="3252"/>
            <a:chExt cx="925" cy="192"/>
          </a:xfrm>
        </p:grpSpPr>
        <p:sp>
          <p:nvSpPr>
            <p:cNvPr id="27751" name="Line 117"/>
            <p:cNvSpPr/>
            <p:nvPr/>
          </p:nvSpPr>
          <p:spPr>
            <a:xfrm flipV="1">
              <a:off x="4472" y="3252"/>
              <a:ext cx="0" cy="192"/>
            </a:xfrm>
            <a:prstGeom prst="line">
              <a:avLst/>
            </a:prstGeom>
            <a:ln w="28575" cap="flat" cmpd="sng">
              <a:solidFill>
                <a:srgbClr val="FF9900"/>
              </a:solidFill>
              <a:prstDash val="solid"/>
              <a:headEnd type="none" w="med" len="med"/>
              <a:tailEnd type="none" w="med" len="med"/>
            </a:ln>
          </p:spPr>
        </p:sp>
        <p:sp>
          <p:nvSpPr>
            <p:cNvPr id="27752" name="Line 118"/>
            <p:cNvSpPr/>
            <p:nvPr/>
          </p:nvSpPr>
          <p:spPr>
            <a:xfrm>
              <a:off x="4472" y="3408"/>
              <a:ext cx="925" cy="0"/>
            </a:xfrm>
            <a:prstGeom prst="line">
              <a:avLst/>
            </a:prstGeom>
            <a:ln w="28575" cap="flat" cmpd="sng">
              <a:solidFill>
                <a:srgbClr val="FF9900"/>
              </a:solidFill>
              <a:prstDash val="solid"/>
              <a:headEnd type="none" w="med" len="med"/>
              <a:tailEnd type="none" w="med" len="med"/>
            </a:ln>
          </p:spPr>
        </p:sp>
      </p:grpSp>
      <p:grpSp>
        <p:nvGrpSpPr>
          <p:cNvPr id="13" name="Group 160"/>
          <p:cNvGrpSpPr/>
          <p:nvPr/>
        </p:nvGrpSpPr>
        <p:grpSpPr>
          <a:xfrm>
            <a:off x="4800600" y="3989388"/>
            <a:ext cx="2197100" cy="365125"/>
            <a:chOff x="3096" y="3168"/>
            <a:chExt cx="1384" cy="307"/>
          </a:xfrm>
        </p:grpSpPr>
        <p:sp>
          <p:nvSpPr>
            <p:cNvPr id="27747" name="Line 123"/>
            <p:cNvSpPr/>
            <p:nvPr/>
          </p:nvSpPr>
          <p:spPr>
            <a:xfrm>
              <a:off x="3868" y="3240"/>
              <a:ext cx="612" cy="0"/>
            </a:xfrm>
            <a:prstGeom prst="line">
              <a:avLst/>
            </a:prstGeom>
            <a:ln w="38100" cap="flat" cmpd="sng">
              <a:solidFill>
                <a:srgbClr val="FF9900"/>
              </a:solidFill>
              <a:prstDash val="solid"/>
              <a:headEnd type="none" w="med" len="med"/>
              <a:tailEnd type="none" w="med" len="med"/>
            </a:ln>
          </p:spPr>
        </p:sp>
        <p:sp>
          <p:nvSpPr>
            <p:cNvPr id="27748" name="Line 124"/>
            <p:cNvSpPr/>
            <p:nvPr/>
          </p:nvSpPr>
          <p:spPr>
            <a:xfrm>
              <a:off x="3436" y="3420"/>
              <a:ext cx="432" cy="0"/>
            </a:xfrm>
            <a:prstGeom prst="line">
              <a:avLst/>
            </a:prstGeom>
            <a:ln w="38100" cap="flat" cmpd="sng">
              <a:solidFill>
                <a:srgbClr val="FF9900"/>
              </a:solidFill>
              <a:prstDash val="solid"/>
              <a:headEnd type="none" w="med" len="med"/>
              <a:tailEnd type="none" w="med" len="med"/>
            </a:ln>
          </p:spPr>
        </p:sp>
        <p:sp>
          <p:nvSpPr>
            <p:cNvPr id="27749" name="Line 125"/>
            <p:cNvSpPr/>
            <p:nvPr/>
          </p:nvSpPr>
          <p:spPr>
            <a:xfrm>
              <a:off x="3868" y="3252"/>
              <a:ext cx="0" cy="192"/>
            </a:xfrm>
            <a:prstGeom prst="line">
              <a:avLst/>
            </a:prstGeom>
            <a:ln w="38100" cap="flat" cmpd="sng">
              <a:solidFill>
                <a:srgbClr val="FF9900"/>
              </a:solidFill>
              <a:prstDash val="solid"/>
              <a:headEnd type="none" w="med" len="med"/>
              <a:tailEnd type="none" w="med" len="med"/>
            </a:ln>
          </p:spPr>
        </p:sp>
        <p:sp>
          <p:nvSpPr>
            <p:cNvPr id="27750" name="Text Box 126"/>
            <p:cNvSpPr txBox="1"/>
            <p:nvPr/>
          </p:nvSpPr>
          <p:spPr>
            <a:xfrm>
              <a:off x="3096" y="3168"/>
              <a:ext cx="336"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P</a:t>
              </a:r>
              <a:r>
                <a:rPr lang="en-US" altLang="zh-CN" sz="1800" b="1" baseline="-25000" dirty="0">
                  <a:solidFill>
                    <a:schemeClr val="tx1"/>
                  </a:solidFill>
                  <a:latin typeface="华文新魏" panose="02010800040101010101" pitchFamily="2" charset="-122"/>
                  <a:ea typeface="华文新魏" panose="02010800040101010101" pitchFamily="2" charset="-122"/>
                </a:rPr>
                <a:t>2</a:t>
              </a:r>
              <a:endParaRPr lang="en-US" altLang="zh-CN" sz="1800" b="1" baseline="-25000" dirty="0">
                <a:solidFill>
                  <a:schemeClr val="tx1"/>
                </a:solidFill>
                <a:latin typeface="华文新魏" panose="02010800040101010101" pitchFamily="2" charset="-122"/>
                <a:ea typeface="华文新魏" panose="02010800040101010101" pitchFamily="2" charset="-122"/>
              </a:endParaRPr>
            </a:p>
          </p:txBody>
        </p:sp>
      </p:grpSp>
      <p:sp>
        <p:nvSpPr>
          <p:cNvPr id="127110" name="Line 134"/>
          <p:cNvSpPr/>
          <p:nvPr/>
        </p:nvSpPr>
        <p:spPr>
          <a:xfrm>
            <a:off x="7353300" y="4675188"/>
            <a:ext cx="1143000" cy="0"/>
          </a:xfrm>
          <a:prstGeom prst="line">
            <a:avLst/>
          </a:prstGeom>
          <a:ln w="38100" cap="flat" cmpd="sng">
            <a:solidFill>
              <a:srgbClr val="993300"/>
            </a:solidFill>
            <a:prstDash val="solid"/>
            <a:headEnd type="none" w="med" len="med"/>
            <a:tailEnd type="none" w="med" len="med"/>
          </a:ln>
        </p:spPr>
      </p:sp>
      <p:sp>
        <p:nvSpPr>
          <p:cNvPr id="127082" name="Line 106"/>
          <p:cNvSpPr/>
          <p:nvPr/>
        </p:nvSpPr>
        <p:spPr>
          <a:xfrm flipH="1">
            <a:off x="6192838" y="3817938"/>
            <a:ext cx="17462" cy="957262"/>
          </a:xfrm>
          <a:prstGeom prst="line">
            <a:avLst/>
          </a:prstGeom>
          <a:ln w="9525" cap="flat" cmpd="sng">
            <a:solidFill>
              <a:srgbClr val="FF00FF"/>
            </a:solidFill>
            <a:prstDash val="dash"/>
            <a:headEnd type="none" w="med" len="med"/>
            <a:tailEnd type="none" w="med" len="med"/>
          </a:ln>
        </p:spPr>
      </p:sp>
      <p:grpSp>
        <p:nvGrpSpPr>
          <p:cNvPr id="14" name="Group 149"/>
          <p:cNvGrpSpPr/>
          <p:nvPr/>
        </p:nvGrpSpPr>
        <p:grpSpPr>
          <a:xfrm>
            <a:off x="4838700" y="4389438"/>
            <a:ext cx="2547938" cy="365125"/>
            <a:chOff x="3120" y="3504"/>
            <a:chExt cx="1605" cy="307"/>
          </a:xfrm>
        </p:grpSpPr>
        <p:sp>
          <p:nvSpPr>
            <p:cNvPr id="27741" name="Line 128"/>
            <p:cNvSpPr/>
            <p:nvPr/>
          </p:nvSpPr>
          <p:spPr>
            <a:xfrm>
              <a:off x="3408" y="3744"/>
              <a:ext cx="576" cy="0"/>
            </a:xfrm>
            <a:prstGeom prst="line">
              <a:avLst/>
            </a:prstGeom>
            <a:ln w="38100" cap="flat" cmpd="sng">
              <a:solidFill>
                <a:srgbClr val="993300"/>
              </a:solidFill>
              <a:prstDash val="solid"/>
              <a:headEnd type="none" w="med" len="med"/>
              <a:tailEnd type="none" w="med" len="med"/>
            </a:ln>
          </p:spPr>
        </p:sp>
        <p:sp>
          <p:nvSpPr>
            <p:cNvPr id="27742" name="Line 129"/>
            <p:cNvSpPr/>
            <p:nvPr/>
          </p:nvSpPr>
          <p:spPr>
            <a:xfrm>
              <a:off x="4108" y="3552"/>
              <a:ext cx="0" cy="192"/>
            </a:xfrm>
            <a:prstGeom prst="line">
              <a:avLst/>
            </a:prstGeom>
            <a:ln w="38100" cap="flat" cmpd="sng">
              <a:solidFill>
                <a:srgbClr val="993300"/>
              </a:solidFill>
              <a:prstDash val="solid"/>
              <a:headEnd type="none" w="med" len="med"/>
              <a:tailEnd type="none" w="med" len="med"/>
            </a:ln>
          </p:spPr>
        </p:sp>
        <p:sp>
          <p:nvSpPr>
            <p:cNvPr id="27743" name="Line 130"/>
            <p:cNvSpPr/>
            <p:nvPr/>
          </p:nvSpPr>
          <p:spPr>
            <a:xfrm>
              <a:off x="3984" y="3552"/>
              <a:ext cx="0" cy="192"/>
            </a:xfrm>
            <a:prstGeom prst="line">
              <a:avLst/>
            </a:prstGeom>
            <a:ln w="38100" cap="flat" cmpd="sng">
              <a:solidFill>
                <a:srgbClr val="993300"/>
              </a:solidFill>
              <a:prstDash val="solid"/>
              <a:headEnd type="none" w="med" len="med"/>
              <a:tailEnd type="none" w="med" len="med"/>
            </a:ln>
          </p:spPr>
        </p:sp>
        <p:sp>
          <p:nvSpPr>
            <p:cNvPr id="27744" name="Line 131"/>
            <p:cNvSpPr/>
            <p:nvPr/>
          </p:nvSpPr>
          <p:spPr>
            <a:xfrm>
              <a:off x="3984" y="3552"/>
              <a:ext cx="125" cy="0"/>
            </a:xfrm>
            <a:prstGeom prst="line">
              <a:avLst/>
            </a:prstGeom>
            <a:ln w="38100" cap="flat" cmpd="sng">
              <a:solidFill>
                <a:srgbClr val="993300"/>
              </a:solidFill>
              <a:prstDash val="solid"/>
              <a:headEnd type="none" w="med" len="med"/>
              <a:tailEnd type="none" w="med" len="med"/>
            </a:ln>
          </p:spPr>
        </p:sp>
        <p:sp>
          <p:nvSpPr>
            <p:cNvPr id="27745" name="Line 132"/>
            <p:cNvSpPr/>
            <p:nvPr/>
          </p:nvSpPr>
          <p:spPr>
            <a:xfrm>
              <a:off x="4108" y="3744"/>
              <a:ext cx="617" cy="0"/>
            </a:xfrm>
            <a:prstGeom prst="line">
              <a:avLst/>
            </a:prstGeom>
            <a:ln w="38100" cap="flat" cmpd="sng">
              <a:solidFill>
                <a:srgbClr val="993300"/>
              </a:solidFill>
              <a:prstDash val="solid"/>
              <a:headEnd type="none" w="med" len="med"/>
              <a:tailEnd type="none" w="med" len="med"/>
            </a:ln>
          </p:spPr>
        </p:sp>
        <p:sp>
          <p:nvSpPr>
            <p:cNvPr id="27746" name="Text Box 133"/>
            <p:cNvSpPr txBox="1"/>
            <p:nvPr/>
          </p:nvSpPr>
          <p:spPr>
            <a:xfrm>
              <a:off x="3120" y="3504"/>
              <a:ext cx="384"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F</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sp>
        <p:nvSpPr>
          <p:cNvPr id="27673" name="Rectangle 73"/>
          <p:cNvSpPr/>
          <p:nvPr/>
        </p:nvSpPr>
        <p:spPr>
          <a:xfrm>
            <a:off x="684213" y="2076450"/>
            <a:ext cx="3895725" cy="2754313"/>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en-US" altLang="en-US" sz="1800" b="1" dirty="0">
              <a:solidFill>
                <a:schemeClr val="tx1"/>
              </a:solidFill>
              <a:latin typeface="华文新魏" panose="02010800040101010101" pitchFamily="2" charset="-122"/>
              <a:ea typeface="华文新魏" panose="02010800040101010101" pitchFamily="2" charset="-122"/>
            </a:endParaRPr>
          </a:p>
        </p:txBody>
      </p:sp>
      <p:sp>
        <p:nvSpPr>
          <p:cNvPr id="19522" name="Line 6"/>
          <p:cNvSpPr/>
          <p:nvPr/>
        </p:nvSpPr>
        <p:spPr>
          <a:xfrm>
            <a:off x="2316163" y="2595563"/>
            <a:ext cx="215900" cy="1588"/>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7675" name="Text Box 7"/>
          <p:cNvSpPr txBox="1"/>
          <p:nvPr/>
        </p:nvSpPr>
        <p:spPr>
          <a:xfrm>
            <a:off x="719138" y="2674938"/>
            <a:ext cx="334962" cy="366712"/>
          </a:xfrm>
          <a:prstGeom prst="rect">
            <a:avLst/>
          </a:prstGeom>
          <a:noFill/>
          <a:ln w="9525">
            <a:noFill/>
          </a:ln>
        </p:spPr>
        <p:txBody>
          <a:bodyPr wrap="none">
            <a:spAutoFit/>
          </a:bodyPr>
          <a:p>
            <a:pPr algn="ctr" eaLnBrk="1" hangingPunct="1">
              <a:buFont typeface="Arial" panose="020B0604020202020204" pitchFamily="34" charset="0"/>
            </a:pPr>
            <a:r>
              <a:rPr lang="en-US" altLang="zh-CN" sz="1800" b="1" dirty="0">
                <a:solidFill>
                  <a:srgbClr val="FF0000"/>
                </a:solidFill>
                <a:latin typeface="华文新魏" panose="02010800040101010101" pitchFamily="2" charset="-122"/>
                <a:ea typeface="华文新魏" panose="02010800040101010101" pitchFamily="2" charset="-122"/>
              </a:rPr>
              <a:t>C</a:t>
            </a:r>
            <a:endParaRPr lang="en-US" altLang="zh-CN" sz="1800" b="1" dirty="0">
              <a:solidFill>
                <a:srgbClr val="FF0000"/>
              </a:solidFill>
              <a:latin typeface="华文新魏" panose="02010800040101010101" pitchFamily="2" charset="-122"/>
              <a:ea typeface="华文新魏" panose="02010800040101010101" pitchFamily="2" charset="-122"/>
            </a:endParaRPr>
          </a:p>
        </p:txBody>
      </p:sp>
      <p:sp>
        <p:nvSpPr>
          <p:cNvPr id="19524" name="Line 10"/>
          <p:cNvSpPr/>
          <p:nvPr/>
        </p:nvSpPr>
        <p:spPr>
          <a:xfrm>
            <a:off x="1063625" y="2274888"/>
            <a:ext cx="1479550"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7677" name="Oval 11"/>
          <p:cNvSpPr/>
          <p:nvPr/>
        </p:nvSpPr>
        <p:spPr>
          <a:xfrm>
            <a:off x="1187450" y="2413000"/>
            <a:ext cx="76200" cy="57150"/>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7678" name="Line 12"/>
          <p:cNvSpPr/>
          <p:nvPr/>
        </p:nvSpPr>
        <p:spPr>
          <a:xfrm>
            <a:off x="1025525" y="2822575"/>
            <a:ext cx="582613" cy="0"/>
          </a:xfrm>
          <a:prstGeom prst="line">
            <a:avLst/>
          </a:prstGeom>
          <a:ln w="19050" cap="flat" cmpd="sng">
            <a:solidFill>
              <a:srgbClr val="FF3300"/>
            </a:solidFill>
            <a:prstDash val="solid"/>
            <a:headEnd type="none" w="med" len="med"/>
            <a:tailEnd type="none" w="med" len="med"/>
          </a:ln>
        </p:spPr>
      </p:sp>
      <p:sp>
        <p:nvSpPr>
          <p:cNvPr id="27679" name="Line 13"/>
          <p:cNvSpPr/>
          <p:nvPr/>
        </p:nvSpPr>
        <p:spPr>
          <a:xfrm>
            <a:off x="1387475" y="2828925"/>
            <a:ext cx="0" cy="315913"/>
          </a:xfrm>
          <a:prstGeom prst="line">
            <a:avLst/>
          </a:prstGeom>
          <a:ln w="19050" cap="flat" cmpd="sng">
            <a:solidFill>
              <a:srgbClr val="FF3300"/>
            </a:solidFill>
            <a:prstDash val="solid"/>
            <a:headEnd type="none" w="med" len="med"/>
            <a:tailEnd type="none" w="med" len="med"/>
          </a:ln>
        </p:spPr>
      </p:sp>
      <p:sp>
        <p:nvSpPr>
          <p:cNvPr id="27680" name="Line 21"/>
          <p:cNvSpPr/>
          <p:nvPr/>
        </p:nvSpPr>
        <p:spPr>
          <a:xfrm>
            <a:off x="2971800" y="2446338"/>
            <a:ext cx="304800" cy="0"/>
          </a:xfrm>
          <a:prstGeom prst="line">
            <a:avLst/>
          </a:prstGeom>
          <a:ln w="19050" cap="flat" cmpd="sng">
            <a:solidFill>
              <a:srgbClr val="FF66CC"/>
            </a:solidFill>
            <a:prstDash val="solid"/>
            <a:headEnd type="none" w="med" len="med"/>
            <a:tailEnd type="none" w="med" len="med"/>
          </a:ln>
        </p:spPr>
      </p:sp>
      <p:sp>
        <p:nvSpPr>
          <p:cNvPr id="27681" name="Line 22"/>
          <p:cNvSpPr/>
          <p:nvPr/>
        </p:nvSpPr>
        <p:spPr>
          <a:xfrm>
            <a:off x="2971800" y="4092575"/>
            <a:ext cx="304800" cy="0"/>
          </a:xfrm>
          <a:prstGeom prst="line">
            <a:avLst/>
          </a:prstGeom>
          <a:ln w="19050" cap="flat" cmpd="sng">
            <a:solidFill>
              <a:srgbClr val="00966F"/>
            </a:solidFill>
            <a:prstDash val="solid"/>
            <a:headEnd type="none" w="med" len="med"/>
            <a:tailEnd type="none" w="med" len="med"/>
          </a:ln>
        </p:spPr>
      </p:sp>
      <p:sp>
        <p:nvSpPr>
          <p:cNvPr id="27682" name="Line 23"/>
          <p:cNvSpPr/>
          <p:nvPr/>
        </p:nvSpPr>
        <p:spPr>
          <a:xfrm>
            <a:off x="3278188" y="2446338"/>
            <a:ext cx="0" cy="669925"/>
          </a:xfrm>
          <a:prstGeom prst="line">
            <a:avLst/>
          </a:prstGeom>
          <a:ln w="19050" cap="flat" cmpd="sng">
            <a:solidFill>
              <a:srgbClr val="FF66CC"/>
            </a:solidFill>
            <a:prstDash val="solid"/>
            <a:headEnd type="none" w="med" len="med"/>
            <a:tailEnd type="none" w="med" len="med"/>
          </a:ln>
        </p:spPr>
      </p:sp>
      <p:sp>
        <p:nvSpPr>
          <p:cNvPr id="27683" name="Line 24"/>
          <p:cNvSpPr/>
          <p:nvPr/>
        </p:nvSpPr>
        <p:spPr>
          <a:xfrm>
            <a:off x="3278188" y="3452813"/>
            <a:ext cx="0" cy="642937"/>
          </a:xfrm>
          <a:prstGeom prst="line">
            <a:avLst/>
          </a:prstGeom>
          <a:ln w="19050" cap="flat" cmpd="sng">
            <a:solidFill>
              <a:srgbClr val="00966F"/>
            </a:solidFill>
            <a:prstDash val="solid"/>
            <a:headEnd type="none" w="med" len="med"/>
            <a:tailEnd type="none" w="med" len="med"/>
          </a:ln>
        </p:spPr>
      </p:sp>
      <p:sp>
        <p:nvSpPr>
          <p:cNvPr id="27684" name="Line 25"/>
          <p:cNvSpPr/>
          <p:nvPr/>
        </p:nvSpPr>
        <p:spPr>
          <a:xfrm>
            <a:off x="3275013" y="3446463"/>
            <a:ext cx="304800" cy="0"/>
          </a:xfrm>
          <a:prstGeom prst="line">
            <a:avLst/>
          </a:prstGeom>
          <a:ln w="19050" cap="flat" cmpd="sng">
            <a:solidFill>
              <a:srgbClr val="00966F"/>
            </a:solidFill>
            <a:prstDash val="solid"/>
            <a:headEnd type="none" w="med" len="med"/>
            <a:tailEnd type="none" w="med" len="med"/>
          </a:ln>
        </p:spPr>
      </p:sp>
      <p:sp>
        <p:nvSpPr>
          <p:cNvPr id="27685" name="Line 26"/>
          <p:cNvSpPr/>
          <p:nvPr/>
        </p:nvSpPr>
        <p:spPr>
          <a:xfrm>
            <a:off x="3276600" y="3119438"/>
            <a:ext cx="304800" cy="0"/>
          </a:xfrm>
          <a:prstGeom prst="line">
            <a:avLst/>
          </a:prstGeom>
          <a:ln w="19050" cap="flat" cmpd="sng">
            <a:solidFill>
              <a:srgbClr val="FF66CC"/>
            </a:solidFill>
            <a:prstDash val="solid"/>
            <a:headEnd type="none" w="med" len="med"/>
            <a:tailEnd type="none" w="med" len="med"/>
          </a:ln>
        </p:spPr>
      </p:sp>
      <p:sp>
        <p:nvSpPr>
          <p:cNvPr id="27686" name="Text Box 27"/>
          <p:cNvSpPr txBox="1"/>
          <p:nvPr/>
        </p:nvSpPr>
        <p:spPr>
          <a:xfrm>
            <a:off x="711200" y="2103438"/>
            <a:ext cx="336550" cy="366712"/>
          </a:xfrm>
          <a:prstGeom prst="rect">
            <a:avLst/>
          </a:prstGeom>
          <a:noFill/>
          <a:ln w="9525">
            <a:noFill/>
          </a:ln>
        </p:spPr>
        <p:txBody>
          <a:bodyPr wrap="none">
            <a:spAutoFit/>
          </a:bodyPr>
          <a:p>
            <a:pPr algn="ct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7687" name="Text Box 28"/>
          <p:cNvSpPr txBox="1"/>
          <p:nvPr/>
        </p:nvSpPr>
        <p:spPr>
          <a:xfrm>
            <a:off x="720725" y="2320925"/>
            <a:ext cx="319088" cy="366713"/>
          </a:xfrm>
          <a:prstGeom prst="rect">
            <a:avLst/>
          </a:prstGeom>
          <a:noFill/>
          <a:ln w="9525">
            <a:noFill/>
          </a:ln>
        </p:spPr>
        <p:txBody>
          <a:bodyPr wrap="none">
            <a:spAutoFit/>
          </a:bodyPr>
          <a:p>
            <a:pPr algn="ct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7688" name="Line 29"/>
          <p:cNvSpPr/>
          <p:nvPr/>
        </p:nvSpPr>
        <p:spPr>
          <a:xfrm>
            <a:off x="1387475" y="3141663"/>
            <a:ext cx="1147763" cy="0"/>
          </a:xfrm>
          <a:prstGeom prst="line">
            <a:avLst/>
          </a:prstGeom>
          <a:ln w="19050" cap="flat" cmpd="sng">
            <a:solidFill>
              <a:srgbClr val="FF3300"/>
            </a:solidFill>
            <a:prstDash val="solid"/>
            <a:headEnd type="none" w="med" len="med"/>
            <a:tailEnd type="none" w="med" len="med"/>
          </a:ln>
        </p:spPr>
      </p:sp>
      <p:sp>
        <p:nvSpPr>
          <p:cNvPr id="19537" name="Line 30"/>
          <p:cNvSpPr/>
          <p:nvPr/>
        </p:nvSpPr>
        <p:spPr>
          <a:xfrm>
            <a:off x="1235075" y="4503738"/>
            <a:ext cx="392113"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7690" name="Text Box 32"/>
          <p:cNvSpPr txBox="1"/>
          <p:nvPr/>
        </p:nvSpPr>
        <p:spPr>
          <a:xfrm>
            <a:off x="2103438" y="2882900"/>
            <a:ext cx="334962" cy="366713"/>
          </a:xfrm>
          <a:prstGeom prst="rect">
            <a:avLst/>
          </a:prstGeom>
          <a:noFill/>
          <a:ln w="9525">
            <a:noFill/>
          </a:ln>
        </p:spPr>
        <p:txBody>
          <a:bodyPr wrap="none">
            <a:spAutoFit/>
          </a:bodyPr>
          <a:p>
            <a:pPr algn="ct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7691" name="Line 33"/>
          <p:cNvSpPr/>
          <p:nvPr/>
        </p:nvSpPr>
        <p:spPr>
          <a:xfrm>
            <a:off x="2168525" y="2903538"/>
            <a:ext cx="228600" cy="0"/>
          </a:xfrm>
          <a:prstGeom prst="line">
            <a:avLst/>
          </a:prstGeom>
          <a:ln w="19050" cap="flat" cmpd="sng">
            <a:solidFill>
              <a:srgbClr val="FF0066"/>
            </a:solidFill>
            <a:prstDash val="solid"/>
            <a:headEnd type="none" w="med" len="med"/>
            <a:tailEnd type="none" w="med" len="med"/>
          </a:ln>
        </p:spPr>
      </p:sp>
      <p:sp>
        <p:nvSpPr>
          <p:cNvPr id="27692" name="Text Box 34"/>
          <p:cNvSpPr txBox="1"/>
          <p:nvPr/>
        </p:nvSpPr>
        <p:spPr>
          <a:xfrm>
            <a:off x="2944813" y="2068513"/>
            <a:ext cx="527050" cy="549275"/>
          </a:xfrm>
          <a:prstGeom prst="rect">
            <a:avLst/>
          </a:prstGeom>
          <a:noFill/>
          <a:ln w="9525">
            <a:noFill/>
          </a:ln>
        </p:spPr>
        <p:txBody>
          <a:bodyPr>
            <a:spAutoFit/>
          </a:bodyPr>
          <a:p>
            <a:pPr algn="ctr" eaLnBrk="1" hangingPunct="1">
              <a:buFont typeface="Arial" panose="020B0604020202020204" pitchFamily="34" charset="0"/>
            </a:pPr>
            <a:r>
              <a:rPr lang="en-US" altLang="zh-CN" sz="1800" b="1" dirty="0">
                <a:solidFill>
                  <a:srgbClr val="FF0066"/>
                </a:solidFill>
                <a:latin typeface="华文新魏" panose="02010800040101010101" pitchFamily="2" charset="-122"/>
                <a:ea typeface="华文新魏" panose="02010800040101010101" pitchFamily="2" charset="-122"/>
              </a:rPr>
              <a:t>P</a:t>
            </a:r>
            <a:r>
              <a:rPr lang="en-US" altLang="zh-CN" sz="1800" b="1" baseline="-25000" dirty="0">
                <a:solidFill>
                  <a:srgbClr val="FF0066"/>
                </a:solidFill>
                <a:latin typeface="华文新魏" panose="02010800040101010101" pitchFamily="2" charset="-122"/>
                <a:ea typeface="华文新魏" panose="02010800040101010101" pitchFamily="2" charset="-122"/>
              </a:rPr>
              <a:t>1</a:t>
            </a:r>
            <a:endParaRPr lang="en-US" altLang="zh-CN" sz="1800" b="1" baseline="-25000" dirty="0">
              <a:solidFill>
                <a:srgbClr val="FF0066"/>
              </a:solidFill>
              <a:latin typeface="华文新魏" panose="02010800040101010101" pitchFamily="2" charset="-122"/>
              <a:ea typeface="华文新魏" panose="02010800040101010101" pitchFamily="2" charset="-122"/>
            </a:endParaRPr>
          </a:p>
          <a:p>
            <a:pPr algn="ctr" eaLnBrk="1" hangingPunct="1">
              <a:buFont typeface="Arial" panose="020B0604020202020204" pitchFamily="34" charset="0"/>
            </a:pPr>
            <a:endParaRPr lang="en-US" altLang="zh-CN" sz="1800" b="1" baseline="-25000" dirty="0">
              <a:solidFill>
                <a:srgbClr val="FF0066"/>
              </a:solidFill>
              <a:latin typeface="华文新魏" panose="02010800040101010101" pitchFamily="2" charset="-122"/>
              <a:ea typeface="华文新魏" panose="02010800040101010101" pitchFamily="2" charset="-122"/>
            </a:endParaRPr>
          </a:p>
        </p:txBody>
      </p:sp>
      <p:sp>
        <p:nvSpPr>
          <p:cNvPr id="27693" name="Line 39"/>
          <p:cNvSpPr/>
          <p:nvPr/>
        </p:nvSpPr>
        <p:spPr>
          <a:xfrm>
            <a:off x="2987675" y="3282950"/>
            <a:ext cx="609600" cy="0"/>
          </a:xfrm>
          <a:prstGeom prst="line">
            <a:avLst/>
          </a:prstGeom>
          <a:ln w="19050" cap="flat" cmpd="sng">
            <a:solidFill>
              <a:srgbClr val="FF9900"/>
            </a:solidFill>
            <a:prstDash val="solid"/>
            <a:headEnd type="none" w="med" len="med"/>
            <a:tailEnd type="none" w="med" len="med"/>
          </a:ln>
        </p:spPr>
      </p:sp>
      <p:sp>
        <p:nvSpPr>
          <p:cNvPr id="19542" name="Line 40"/>
          <p:cNvSpPr/>
          <p:nvPr/>
        </p:nvSpPr>
        <p:spPr>
          <a:xfrm>
            <a:off x="1049338" y="2446338"/>
            <a:ext cx="1479550"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9543" name="Line 41"/>
          <p:cNvSpPr/>
          <p:nvPr/>
        </p:nvSpPr>
        <p:spPr>
          <a:xfrm>
            <a:off x="2101850" y="2822575"/>
            <a:ext cx="215900" cy="1588"/>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9544" name="Line 42"/>
          <p:cNvSpPr/>
          <p:nvPr/>
        </p:nvSpPr>
        <p:spPr>
          <a:xfrm>
            <a:off x="2316163" y="2595563"/>
            <a:ext cx="0" cy="22860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7697" name="Oval 43"/>
          <p:cNvSpPr/>
          <p:nvPr/>
        </p:nvSpPr>
        <p:spPr>
          <a:xfrm>
            <a:off x="1349375" y="2789238"/>
            <a:ext cx="76200" cy="57150"/>
          </a:xfrm>
          <a:prstGeom prst="ellipse">
            <a:avLst/>
          </a:prstGeom>
          <a:solidFill>
            <a:srgbClr val="FF3300"/>
          </a:solidFill>
          <a:ln w="19050" cap="flat" cmpd="sng">
            <a:solidFill>
              <a:srgbClr val="FF33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19546" name="Line 50"/>
          <p:cNvSpPr/>
          <p:nvPr/>
        </p:nvSpPr>
        <p:spPr>
          <a:xfrm>
            <a:off x="2136775" y="3965575"/>
            <a:ext cx="403225"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7699" name="Line 51"/>
          <p:cNvSpPr/>
          <p:nvPr/>
        </p:nvSpPr>
        <p:spPr>
          <a:xfrm>
            <a:off x="2133600" y="4467225"/>
            <a:ext cx="187325" cy="0"/>
          </a:xfrm>
          <a:prstGeom prst="line">
            <a:avLst/>
          </a:prstGeom>
          <a:ln w="9525" cap="flat" cmpd="sng">
            <a:solidFill>
              <a:schemeClr val="tx1"/>
            </a:solidFill>
            <a:prstDash val="solid"/>
            <a:headEnd type="none" w="med" len="med"/>
            <a:tailEnd type="none" w="med" len="med"/>
          </a:ln>
        </p:spPr>
      </p:sp>
      <p:sp>
        <p:nvSpPr>
          <p:cNvPr id="19548" name="Line 52"/>
          <p:cNvSpPr/>
          <p:nvPr/>
        </p:nvSpPr>
        <p:spPr>
          <a:xfrm>
            <a:off x="2317750" y="4241800"/>
            <a:ext cx="223838"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9549" name="Line 53"/>
          <p:cNvSpPr/>
          <p:nvPr/>
        </p:nvSpPr>
        <p:spPr>
          <a:xfrm>
            <a:off x="2316163" y="4241800"/>
            <a:ext cx="0" cy="22860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9550" name="Line 54"/>
          <p:cNvSpPr/>
          <p:nvPr/>
        </p:nvSpPr>
        <p:spPr>
          <a:xfrm>
            <a:off x="1058863" y="3417888"/>
            <a:ext cx="1479550"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7703" name="Text Box 55"/>
          <p:cNvSpPr txBox="1"/>
          <p:nvPr/>
        </p:nvSpPr>
        <p:spPr>
          <a:xfrm>
            <a:off x="711200" y="3246438"/>
            <a:ext cx="350838" cy="366712"/>
          </a:xfrm>
          <a:prstGeom prst="rect">
            <a:avLst/>
          </a:prstGeom>
          <a:noFill/>
          <a:ln w="9525">
            <a:noFill/>
          </a:ln>
        </p:spPr>
        <p:txBody>
          <a:bodyPr wrap="none">
            <a:spAutoFit/>
          </a:bodyPr>
          <a:p>
            <a:pPr algn="ct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D</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19552" name="Line 56"/>
          <p:cNvSpPr/>
          <p:nvPr/>
        </p:nvSpPr>
        <p:spPr>
          <a:xfrm>
            <a:off x="1235075" y="2446338"/>
            <a:ext cx="0" cy="2054225"/>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9553" name="Line 57"/>
          <p:cNvSpPr/>
          <p:nvPr/>
        </p:nvSpPr>
        <p:spPr>
          <a:xfrm>
            <a:off x="1446213" y="3417888"/>
            <a:ext cx="0" cy="573088"/>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7706" name="Line 58"/>
          <p:cNvSpPr/>
          <p:nvPr/>
        </p:nvSpPr>
        <p:spPr>
          <a:xfrm>
            <a:off x="1447800" y="3989388"/>
            <a:ext cx="187325" cy="0"/>
          </a:xfrm>
          <a:prstGeom prst="line">
            <a:avLst/>
          </a:prstGeom>
          <a:ln w="9525" cap="flat" cmpd="sng">
            <a:solidFill>
              <a:schemeClr val="tx1"/>
            </a:solidFill>
            <a:prstDash val="solid"/>
            <a:headEnd type="none" w="med" len="med"/>
            <a:tailEnd type="none" w="med" len="med"/>
          </a:ln>
        </p:spPr>
      </p:sp>
      <p:sp>
        <p:nvSpPr>
          <p:cNvPr id="27707" name="Oval 59"/>
          <p:cNvSpPr/>
          <p:nvPr/>
        </p:nvSpPr>
        <p:spPr>
          <a:xfrm>
            <a:off x="1414463" y="3398838"/>
            <a:ext cx="76200" cy="57150"/>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7708" name="Text Box 60"/>
          <p:cNvSpPr txBox="1"/>
          <p:nvPr/>
        </p:nvSpPr>
        <p:spPr>
          <a:xfrm>
            <a:off x="2905760" y="2935605"/>
            <a:ext cx="477520" cy="547370"/>
          </a:xfrm>
          <a:prstGeom prst="rect">
            <a:avLst/>
          </a:prstGeom>
          <a:noFill/>
          <a:ln w="9525">
            <a:noFill/>
          </a:ln>
        </p:spPr>
        <p:txBody>
          <a:bodyPr wrap="square">
            <a:spAutoFit/>
          </a:bodyPr>
          <a:p>
            <a:pPr algn="ctr" eaLnBrk="1" hangingPunct="1">
              <a:buFont typeface="Arial" panose="020B0604020202020204" pitchFamily="34" charset="0"/>
            </a:pPr>
            <a:r>
              <a:rPr lang="en-US" altLang="zh-CN" sz="1800" b="1" dirty="0">
                <a:solidFill>
                  <a:srgbClr val="C55A11"/>
                </a:solidFill>
                <a:latin typeface="华文新魏" panose="02010800040101010101" pitchFamily="2" charset="-122"/>
                <a:ea typeface="华文新魏" panose="02010800040101010101" pitchFamily="2" charset="-122"/>
              </a:rPr>
              <a:t>P</a:t>
            </a:r>
            <a:r>
              <a:rPr lang="en-US" altLang="zh-CN" sz="1800" b="1" baseline="-25000" dirty="0">
                <a:solidFill>
                  <a:srgbClr val="C55A11"/>
                </a:solidFill>
                <a:latin typeface="华文新魏" panose="02010800040101010101" pitchFamily="2" charset="-122"/>
                <a:ea typeface="华文新魏" panose="02010800040101010101" pitchFamily="2" charset="-122"/>
              </a:rPr>
              <a:t>2</a:t>
            </a:r>
            <a:endParaRPr lang="en-US" altLang="zh-CN" sz="1800" b="1" baseline="-25000" dirty="0">
              <a:solidFill>
                <a:srgbClr val="C55A11"/>
              </a:solidFill>
              <a:latin typeface="华文新魏" panose="02010800040101010101" pitchFamily="2" charset="-122"/>
              <a:ea typeface="华文新魏" panose="02010800040101010101" pitchFamily="2" charset="-122"/>
            </a:endParaRPr>
          </a:p>
          <a:p>
            <a:pPr algn="ctr" eaLnBrk="1" hangingPunct="1">
              <a:buFont typeface="Arial" panose="020B0604020202020204" pitchFamily="34" charset="0"/>
            </a:pPr>
            <a:endParaRPr lang="en-US" altLang="zh-CN" sz="1800" b="1" baseline="-25000" dirty="0">
              <a:solidFill>
                <a:srgbClr val="C55A11"/>
              </a:solidFill>
              <a:latin typeface="华文新魏" panose="02010800040101010101" pitchFamily="2" charset="-122"/>
              <a:ea typeface="华文新魏" panose="02010800040101010101" pitchFamily="2" charset="-122"/>
            </a:endParaRPr>
          </a:p>
        </p:txBody>
      </p:sp>
      <p:sp>
        <p:nvSpPr>
          <p:cNvPr id="27709" name="Text Box 61"/>
          <p:cNvSpPr txBox="1"/>
          <p:nvPr/>
        </p:nvSpPr>
        <p:spPr>
          <a:xfrm>
            <a:off x="2871788" y="4013200"/>
            <a:ext cx="685800" cy="549275"/>
          </a:xfrm>
          <a:prstGeom prst="rect">
            <a:avLst/>
          </a:prstGeom>
          <a:noFill/>
          <a:ln w="9525">
            <a:noFill/>
          </a:ln>
        </p:spPr>
        <p:txBody>
          <a:bodyPr>
            <a:spAutoFit/>
          </a:bodyPr>
          <a:p>
            <a:pPr algn="ctr" eaLnBrk="1" hangingPunct="1">
              <a:buFont typeface="Arial" panose="020B0604020202020204" pitchFamily="34" charset="0"/>
            </a:pPr>
            <a:r>
              <a:rPr lang="en-US" altLang="zh-CN" sz="1800" b="1" dirty="0">
                <a:solidFill>
                  <a:srgbClr val="008000"/>
                </a:solidFill>
                <a:latin typeface="华文新魏" panose="02010800040101010101" pitchFamily="2" charset="-122"/>
                <a:ea typeface="华文新魏" panose="02010800040101010101" pitchFamily="2" charset="-122"/>
              </a:rPr>
              <a:t>P</a:t>
            </a:r>
            <a:r>
              <a:rPr lang="en-US" altLang="zh-CN" sz="1800" b="1" baseline="-25000" dirty="0">
                <a:solidFill>
                  <a:srgbClr val="008000"/>
                </a:solidFill>
                <a:latin typeface="华文新魏" panose="02010800040101010101" pitchFamily="2" charset="-122"/>
                <a:ea typeface="华文新魏" panose="02010800040101010101" pitchFamily="2" charset="-122"/>
              </a:rPr>
              <a:t>3</a:t>
            </a:r>
            <a:endParaRPr lang="en-US" altLang="zh-CN" sz="1800" b="1" baseline="-25000" dirty="0">
              <a:solidFill>
                <a:srgbClr val="008000"/>
              </a:solidFill>
              <a:latin typeface="华文新魏" panose="02010800040101010101" pitchFamily="2" charset="-122"/>
              <a:ea typeface="华文新魏" panose="02010800040101010101" pitchFamily="2" charset="-122"/>
            </a:endParaRPr>
          </a:p>
          <a:p>
            <a:pPr algn="ctr" eaLnBrk="1" hangingPunct="1">
              <a:buFont typeface="Arial" panose="020B0604020202020204" pitchFamily="34" charset="0"/>
            </a:pPr>
            <a:endParaRPr lang="en-US" altLang="zh-CN" sz="1800" b="1" baseline="-25000" dirty="0">
              <a:solidFill>
                <a:srgbClr val="008000"/>
              </a:solidFill>
              <a:latin typeface="华文新魏" panose="02010800040101010101" pitchFamily="2" charset="-122"/>
              <a:ea typeface="华文新魏" panose="02010800040101010101" pitchFamily="2" charset="-122"/>
            </a:endParaRPr>
          </a:p>
        </p:txBody>
      </p:sp>
      <p:sp>
        <p:nvSpPr>
          <p:cNvPr id="27710" name="Line 17"/>
          <p:cNvSpPr/>
          <p:nvPr/>
        </p:nvSpPr>
        <p:spPr>
          <a:xfrm>
            <a:off x="4050983" y="3247708"/>
            <a:ext cx="381000" cy="0"/>
          </a:xfrm>
          <a:prstGeom prst="line">
            <a:avLst/>
          </a:prstGeom>
          <a:ln w="19050" cap="flat" cmpd="sng">
            <a:solidFill>
              <a:srgbClr val="663300"/>
            </a:solidFill>
            <a:prstDash val="solid"/>
            <a:headEnd type="none" w="med" len="med"/>
            <a:tailEnd type="none" w="med" len="med"/>
          </a:ln>
        </p:spPr>
      </p:sp>
      <p:sp>
        <p:nvSpPr>
          <p:cNvPr id="27711" name="Text Box 18"/>
          <p:cNvSpPr txBox="1"/>
          <p:nvPr/>
        </p:nvSpPr>
        <p:spPr>
          <a:xfrm>
            <a:off x="4206875" y="2888933"/>
            <a:ext cx="381000"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F</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nvGrpSpPr>
          <p:cNvPr id="27712" name="Group 196"/>
          <p:cNvGrpSpPr/>
          <p:nvPr/>
        </p:nvGrpSpPr>
        <p:grpSpPr>
          <a:xfrm>
            <a:off x="1616075" y="4260850"/>
            <a:ext cx="573088" cy="457200"/>
            <a:chOff x="724" y="3540"/>
            <a:chExt cx="361" cy="384"/>
          </a:xfrm>
        </p:grpSpPr>
        <p:sp>
          <p:nvSpPr>
            <p:cNvPr id="27738" name="Rectangle 197"/>
            <p:cNvSpPr/>
            <p:nvPr/>
          </p:nvSpPr>
          <p:spPr>
            <a:xfrm>
              <a:off x="724" y="354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7739" name="Text Box 198"/>
            <p:cNvSpPr txBox="1"/>
            <p:nvPr/>
          </p:nvSpPr>
          <p:spPr>
            <a:xfrm>
              <a:off x="753" y="3592"/>
              <a:ext cx="192"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7740" name="Oval 199"/>
            <p:cNvSpPr/>
            <p:nvPr/>
          </p:nvSpPr>
          <p:spPr>
            <a:xfrm>
              <a:off x="1012" y="3688"/>
              <a:ext cx="73" cy="73"/>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grpSp>
        <p:nvGrpSpPr>
          <p:cNvPr id="27713" name="Group 200"/>
          <p:cNvGrpSpPr/>
          <p:nvPr/>
        </p:nvGrpSpPr>
        <p:grpSpPr>
          <a:xfrm>
            <a:off x="2509838" y="2203450"/>
            <a:ext cx="596900" cy="457200"/>
            <a:chOff x="1288" y="3372"/>
            <a:chExt cx="376" cy="384"/>
          </a:xfrm>
        </p:grpSpPr>
        <p:sp>
          <p:nvSpPr>
            <p:cNvPr id="27736" name="Rectangle 201"/>
            <p:cNvSpPr/>
            <p:nvPr/>
          </p:nvSpPr>
          <p:spPr>
            <a:xfrm>
              <a:off x="1308" y="3372"/>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7737" name="Text Box 202"/>
            <p:cNvSpPr txBox="1"/>
            <p:nvPr/>
          </p:nvSpPr>
          <p:spPr>
            <a:xfrm>
              <a:off x="1288" y="3441"/>
              <a:ext cx="376"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7714" name="Group 193"/>
          <p:cNvGrpSpPr/>
          <p:nvPr/>
        </p:nvGrpSpPr>
        <p:grpSpPr>
          <a:xfrm>
            <a:off x="3592513" y="3005138"/>
            <a:ext cx="593725" cy="457200"/>
            <a:chOff x="2063" y="94"/>
            <a:chExt cx="374" cy="384"/>
          </a:xfrm>
        </p:grpSpPr>
        <p:sp>
          <p:nvSpPr>
            <p:cNvPr id="27734" name="Rectangle 194"/>
            <p:cNvSpPr/>
            <p:nvPr/>
          </p:nvSpPr>
          <p:spPr>
            <a:xfrm>
              <a:off x="2063" y="94"/>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7735" name="Text Box 195"/>
            <p:cNvSpPr txBox="1"/>
            <p:nvPr/>
          </p:nvSpPr>
          <p:spPr>
            <a:xfrm>
              <a:off x="2153" y="94"/>
              <a:ext cx="284"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&amp;</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7715" name="Group 203"/>
          <p:cNvGrpSpPr/>
          <p:nvPr/>
        </p:nvGrpSpPr>
        <p:grpSpPr>
          <a:xfrm>
            <a:off x="2530475" y="3875088"/>
            <a:ext cx="601663" cy="457200"/>
            <a:chOff x="1301" y="3372"/>
            <a:chExt cx="379" cy="384"/>
          </a:xfrm>
        </p:grpSpPr>
        <p:sp>
          <p:nvSpPr>
            <p:cNvPr id="27732" name="Rectangle 204"/>
            <p:cNvSpPr/>
            <p:nvPr/>
          </p:nvSpPr>
          <p:spPr>
            <a:xfrm>
              <a:off x="1308" y="3372"/>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7733" name="Text Box 205"/>
            <p:cNvSpPr txBox="1"/>
            <p:nvPr/>
          </p:nvSpPr>
          <p:spPr>
            <a:xfrm>
              <a:off x="1301" y="3431"/>
              <a:ext cx="379"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7716" name="Group 206"/>
          <p:cNvGrpSpPr/>
          <p:nvPr/>
        </p:nvGrpSpPr>
        <p:grpSpPr>
          <a:xfrm>
            <a:off x="2530793" y="3046413"/>
            <a:ext cx="596900" cy="457200"/>
            <a:chOff x="1301" y="3372"/>
            <a:chExt cx="376" cy="384"/>
          </a:xfrm>
        </p:grpSpPr>
        <p:sp>
          <p:nvSpPr>
            <p:cNvPr id="27730" name="Rectangle 207"/>
            <p:cNvSpPr/>
            <p:nvPr/>
          </p:nvSpPr>
          <p:spPr>
            <a:xfrm>
              <a:off x="1308" y="3372"/>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7731" name="Text Box 208"/>
            <p:cNvSpPr txBox="1"/>
            <p:nvPr/>
          </p:nvSpPr>
          <p:spPr>
            <a:xfrm>
              <a:off x="1301" y="3430"/>
              <a:ext cx="376"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7717" name="Group 209"/>
          <p:cNvGrpSpPr/>
          <p:nvPr/>
        </p:nvGrpSpPr>
        <p:grpSpPr>
          <a:xfrm>
            <a:off x="1616075" y="3745230"/>
            <a:ext cx="573088" cy="457200"/>
            <a:chOff x="724" y="3540"/>
            <a:chExt cx="361" cy="384"/>
          </a:xfrm>
        </p:grpSpPr>
        <p:sp>
          <p:nvSpPr>
            <p:cNvPr id="27727" name="Rectangle 210"/>
            <p:cNvSpPr/>
            <p:nvPr/>
          </p:nvSpPr>
          <p:spPr>
            <a:xfrm>
              <a:off x="724" y="354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7728" name="Text Box 211"/>
            <p:cNvSpPr txBox="1"/>
            <p:nvPr/>
          </p:nvSpPr>
          <p:spPr>
            <a:xfrm>
              <a:off x="753" y="3592"/>
              <a:ext cx="192"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7729" name="Oval 212"/>
            <p:cNvSpPr/>
            <p:nvPr/>
          </p:nvSpPr>
          <p:spPr>
            <a:xfrm>
              <a:off x="1012" y="3688"/>
              <a:ext cx="73" cy="73"/>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grpSp>
        <p:nvGrpSpPr>
          <p:cNvPr id="27718" name="Group 213"/>
          <p:cNvGrpSpPr/>
          <p:nvPr/>
        </p:nvGrpSpPr>
        <p:grpSpPr>
          <a:xfrm>
            <a:off x="1528763" y="2583498"/>
            <a:ext cx="573087" cy="457200"/>
            <a:chOff x="724" y="3540"/>
            <a:chExt cx="361" cy="384"/>
          </a:xfrm>
        </p:grpSpPr>
        <p:sp>
          <p:nvSpPr>
            <p:cNvPr id="27724" name="Rectangle 214"/>
            <p:cNvSpPr/>
            <p:nvPr/>
          </p:nvSpPr>
          <p:spPr>
            <a:xfrm>
              <a:off x="724" y="354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7725" name="Text Box 215"/>
            <p:cNvSpPr txBox="1"/>
            <p:nvPr/>
          </p:nvSpPr>
          <p:spPr>
            <a:xfrm>
              <a:off x="753" y="3592"/>
              <a:ext cx="192"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7726" name="Oval 216"/>
            <p:cNvSpPr/>
            <p:nvPr/>
          </p:nvSpPr>
          <p:spPr>
            <a:xfrm>
              <a:off x="1012" y="3688"/>
              <a:ext cx="73" cy="73"/>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grpSp>
        <p:nvGrpSpPr>
          <p:cNvPr id="26695" name="Group 133"/>
          <p:cNvGrpSpPr/>
          <p:nvPr/>
        </p:nvGrpSpPr>
        <p:grpSpPr>
          <a:xfrm>
            <a:off x="3441700" y="979805"/>
            <a:ext cx="1804885" cy="0"/>
            <a:chOff x="2019" y="625"/>
            <a:chExt cx="995" cy="0"/>
          </a:xfrm>
        </p:grpSpPr>
        <p:sp>
          <p:nvSpPr>
            <p:cNvPr id="27721" name="Line 130"/>
            <p:cNvSpPr/>
            <p:nvPr/>
          </p:nvSpPr>
          <p:spPr>
            <a:xfrm>
              <a:off x="2019" y="625"/>
              <a:ext cx="136" cy="0"/>
            </a:xfrm>
            <a:prstGeom prst="line">
              <a:avLst/>
            </a:prstGeom>
            <a:ln w="19050" cap="flat" cmpd="sng">
              <a:solidFill>
                <a:schemeClr val="tx1"/>
              </a:solidFill>
              <a:prstDash val="solid"/>
              <a:headEnd type="none" w="med" len="med"/>
              <a:tailEnd type="none" w="med" len="med"/>
            </a:ln>
          </p:spPr>
        </p:sp>
        <p:sp>
          <p:nvSpPr>
            <p:cNvPr id="27722" name="Line 131"/>
            <p:cNvSpPr/>
            <p:nvPr/>
          </p:nvSpPr>
          <p:spPr>
            <a:xfrm>
              <a:off x="2647" y="625"/>
              <a:ext cx="136" cy="0"/>
            </a:xfrm>
            <a:prstGeom prst="line">
              <a:avLst/>
            </a:prstGeom>
            <a:ln w="19050" cap="flat" cmpd="sng">
              <a:solidFill>
                <a:schemeClr val="tx1"/>
              </a:solidFill>
              <a:prstDash val="solid"/>
              <a:headEnd type="none" w="med" len="med"/>
              <a:tailEnd type="none" w="med" len="med"/>
            </a:ln>
          </p:spPr>
        </p:sp>
        <p:sp>
          <p:nvSpPr>
            <p:cNvPr id="27723" name="Line 132"/>
            <p:cNvSpPr/>
            <p:nvPr/>
          </p:nvSpPr>
          <p:spPr>
            <a:xfrm>
              <a:off x="2878" y="625"/>
              <a:ext cx="136" cy="0"/>
            </a:xfrm>
            <a:prstGeom prst="line">
              <a:avLst/>
            </a:prstGeom>
            <a:ln w="19050" cap="flat" cmpd="sng">
              <a:solidFill>
                <a:schemeClr val="tx1"/>
              </a:solidFill>
              <a:prstDash val="solid"/>
              <a:headEnd type="none" w="med" len="med"/>
              <a:tailEnd type="none" w="med" len="med"/>
            </a:ln>
          </p:spPr>
        </p:sp>
      </p:grpSp>
      <p:sp>
        <p:nvSpPr>
          <p:cNvPr id="26696" name="Line 134"/>
          <p:cNvSpPr/>
          <p:nvPr/>
        </p:nvSpPr>
        <p:spPr>
          <a:xfrm>
            <a:off x="4661853" y="1308100"/>
            <a:ext cx="215900" cy="0"/>
          </a:xfrm>
          <a:prstGeom prst="line">
            <a:avLst/>
          </a:prstGeom>
          <a:ln w="19050" cap="flat" cmpd="sng">
            <a:solidFill>
              <a:schemeClr val="tx1"/>
            </a:solidFill>
            <a:prstDash val="solid"/>
            <a:headEnd type="none" w="med" len="med"/>
            <a:tailEnd type="non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6980"/>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2"/>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127053"/>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nodeType="afterEffect">
                                  <p:stCondLst>
                                    <p:cond delay="0"/>
                                  </p:stCondLst>
                                  <p:childTnLst>
                                    <p:set>
                                      <p:cBhvr>
                                        <p:cTn id="15" dur="1" fill="hold">
                                          <p:stCondLst>
                                            <p:cond delay="499"/>
                                          </p:stCondLst>
                                        </p:cTn>
                                        <p:tgtEl>
                                          <p:spTgt spid="3"/>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nodeType="afterEffect">
                                  <p:stCondLst>
                                    <p:cond delay="0"/>
                                  </p:stCondLst>
                                  <p:childTnLst>
                                    <p:set>
                                      <p:cBhvr>
                                        <p:cTn id="18" dur="1" fill="hold">
                                          <p:stCondLst>
                                            <p:cond delay="499"/>
                                          </p:stCondLst>
                                        </p:cTn>
                                        <p:tgtEl>
                                          <p:spTgt spid="4"/>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nodeType="afterEffect">
                                  <p:stCondLst>
                                    <p:cond delay="0"/>
                                  </p:stCondLst>
                                  <p:childTnLst>
                                    <p:set>
                                      <p:cBhvr>
                                        <p:cTn id="21" dur="1" fill="hold">
                                          <p:stCondLst>
                                            <p:cond delay="499"/>
                                          </p:stCondLst>
                                        </p:cTn>
                                        <p:tgtEl>
                                          <p:spTgt spid="5"/>
                                        </p:tgtEl>
                                        <p:attrNameLst>
                                          <p:attrName>style.visibility</p:attrName>
                                        </p:attrNameLst>
                                      </p:cBhvr>
                                      <p:to>
                                        <p:strVal val="visible"/>
                                      </p:to>
                                    </p:set>
                                  </p:childTnLst>
                                </p:cTn>
                              </p:par>
                              <p:par>
                                <p:cTn id="22" presetID="10" presetClass="entr" presetSubtype="0" fill="hold" nodeType="withEffect">
                                  <p:stCondLst>
                                    <p:cond delay="0"/>
                                  </p:stCondLst>
                                  <p:childTnLst>
                                    <p:set>
                                      <p:cBhvr>
                                        <p:cTn id="23" dur="1" fill="hold">
                                          <p:stCondLst>
                                            <p:cond delay="0"/>
                                          </p:stCondLst>
                                        </p:cTn>
                                        <p:tgtEl>
                                          <p:spTgt spid="26695"/>
                                        </p:tgtEl>
                                        <p:attrNameLst>
                                          <p:attrName>style.visibility</p:attrName>
                                        </p:attrNameLst>
                                      </p:cBhvr>
                                      <p:to>
                                        <p:strVal val="visible"/>
                                      </p:to>
                                    </p:set>
                                    <p:animEffect transition="in" filter="fade">
                                      <p:cBhvr>
                                        <p:cTn id="24" dur="500"/>
                                        <p:tgtEl>
                                          <p:spTgt spid="26695"/>
                                        </p:tgtEl>
                                      </p:cBhvr>
                                    </p:animEffect>
                                  </p:childTnLst>
                                </p:cTn>
                              </p:par>
                              <p:par>
                                <p:cTn id="25" presetID="10" presetClass="entr" presetSubtype="0" fill="hold" nodeType="withEffect">
                                  <p:stCondLst>
                                    <p:cond delay="0"/>
                                  </p:stCondLst>
                                  <p:childTnLst>
                                    <p:set>
                                      <p:cBhvr>
                                        <p:cTn id="26" dur="1" fill="hold">
                                          <p:stCondLst>
                                            <p:cond delay="0"/>
                                          </p:stCondLst>
                                        </p:cTn>
                                        <p:tgtEl>
                                          <p:spTgt spid="26696"/>
                                        </p:tgtEl>
                                        <p:attrNameLst>
                                          <p:attrName>style.visibility</p:attrName>
                                        </p:attrNameLst>
                                      </p:cBhvr>
                                      <p:to>
                                        <p:strVal val="visible"/>
                                      </p:to>
                                    </p:set>
                                    <p:animEffect transition="in" filter="fade">
                                      <p:cBhvr>
                                        <p:cTn id="27" dur="500"/>
                                        <p:tgtEl>
                                          <p:spTgt spid="2669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499"/>
                                          </p:stCondLst>
                                        </p:cTn>
                                        <p:tgtEl>
                                          <p:spTgt spid="6"/>
                                        </p:tgtEl>
                                        <p:attrNameLst>
                                          <p:attrName>style.visibility</p:attrName>
                                        </p:attrNameLst>
                                      </p:cBhvr>
                                      <p:to>
                                        <p:strVal val="visible"/>
                                      </p:to>
                                    </p:set>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499"/>
                                          </p:stCondLst>
                                        </p:cTn>
                                        <p:tgtEl>
                                          <p:spTgt spid="127080"/>
                                        </p:tgtEl>
                                        <p:attrNameLst>
                                          <p:attrName>style.visibility</p:attrName>
                                        </p:attrNameLst>
                                      </p:cBhvr>
                                      <p:to>
                                        <p:strVal val="visible"/>
                                      </p:to>
                                    </p:set>
                                  </p:childTnLst>
                                </p:cTn>
                              </p:par>
                            </p:childTnLst>
                          </p:cTn>
                        </p:par>
                        <p:par>
                          <p:cTn id="35" fill="hold">
                            <p:stCondLst>
                              <p:cond delay="1000"/>
                            </p:stCondLst>
                            <p:childTnLst>
                              <p:par>
                                <p:cTn id="36" presetID="1" presetClass="entr" presetSubtype="0" fill="hold" nodeType="afterEffect">
                                  <p:stCondLst>
                                    <p:cond delay="0"/>
                                  </p:stCondLst>
                                  <p:childTnLst>
                                    <p:set>
                                      <p:cBhvr>
                                        <p:cTn id="37" dur="1" fill="hold">
                                          <p:stCondLst>
                                            <p:cond delay="499"/>
                                          </p:stCondLst>
                                        </p:cTn>
                                        <p:tgtEl>
                                          <p:spTgt spid="7"/>
                                        </p:tgtEl>
                                        <p:attrNameLst>
                                          <p:attrName>style.visibility</p:attrName>
                                        </p:attrNameLst>
                                      </p:cBhvr>
                                      <p:to>
                                        <p:strVal val="visible"/>
                                      </p:to>
                                    </p:set>
                                  </p:childTnLst>
                                </p:cTn>
                              </p:par>
                            </p:childTnLst>
                          </p:cTn>
                        </p:par>
                        <p:par>
                          <p:cTn id="38" fill="hold">
                            <p:stCondLst>
                              <p:cond delay="1500"/>
                            </p:stCondLst>
                            <p:childTnLst>
                              <p:par>
                                <p:cTn id="39" presetID="1" presetClass="entr" presetSubtype="0" fill="hold" nodeType="afterEffect">
                                  <p:stCondLst>
                                    <p:cond delay="0"/>
                                  </p:stCondLst>
                                  <p:childTnLst>
                                    <p:set>
                                      <p:cBhvr>
                                        <p:cTn id="40" dur="1" fill="hold">
                                          <p:stCondLst>
                                            <p:cond delay="499"/>
                                          </p:stCondLst>
                                        </p:cTn>
                                        <p:tgtEl>
                                          <p:spTgt spid="127081"/>
                                        </p:tgtEl>
                                        <p:attrNameLst>
                                          <p:attrName>style.visibility</p:attrName>
                                        </p:attrNameLst>
                                      </p:cBhvr>
                                      <p:to>
                                        <p:strVal val="visible"/>
                                      </p:to>
                                    </p:set>
                                  </p:childTnLst>
                                </p:cTn>
                              </p:par>
                            </p:childTnLst>
                          </p:cTn>
                        </p:par>
                        <p:par>
                          <p:cTn id="41" fill="hold">
                            <p:stCondLst>
                              <p:cond delay="2000"/>
                            </p:stCondLst>
                            <p:childTnLst>
                              <p:par>
                                <p:cTn id="42" presetID="1" presetClass="entr" presetSubtype="0" fill="hold" nodeType="afterEffect">
                                  <p:stCondLst>
                                    <p:cond delay="0"/>
                                  </p:stCondLst>
                                  <p:childTnLst>
                                    <p:set>
                                      <p:cBhvr>
                                        <p:cTn id="43" dur="1" fill="hold">
                                          <p:stCondLst>
                                            <p:cond delay="499"/>
                                          </p:stCondLst>
                                        </p:cTn>
                                        <p:tgtEl>
                                          <p:spTgt spid="8"/>
                                        </p:tgtEl>
                                        <p:attrNameLst>
                                          <p:attrName>style.visibility</p:attrName>
                                        </p:attrNameLst>
                                      </p:cBhvr>
                                      <p:to>
                                        <p:strVal val="visible"/>
                                      </p:to>
                                    </p:set>
                                  </p:childTnLst>
                                </p:cTn>
                              </p:par>
                            </p:childTnLst>
                          </p:cTn>
                        </p:par>
                        <p:par>
                          <p:cTn id="44" fill="hold">
                            <p:stCondLst>
                              <p:cond delay="2500"/>
                            </p:stCondLst>
                            <p:childTnLst>
                              <p:par>
                                <p:cTn id="45" presetID="1" presetClass="entr" presetSubtype="0" fill="hold" nodeType="afterEffect">
                                  <p:stCondLst>
                                    <p:cond delay="0"/>
                                  </p:stCondLst>
                                  <p:childTnLst>
                                    <p:set>
                                      <p:cBhvr>
                                        <p:cTn id="46" dur="1" fill="hold">
                                          <p:stCondLst>
                                            <p:cond delay="499"/>
                                          </p:stCondLst>
                                        </p:cTn>
                                        <p:tgtEl>
                                          <p:spTgt spid="127082"/>
                                        </p:tgtEl>
                                        <p:attrNameLst>
                                          <p:attrName>style.visibility</p:attrName>
                                        </p:attrNameLst>
                                      </p:cBhvr>
                                      <p:to>
                                        <p:strVal val="visible"/>
                                      </p:to>
                                    </p:set>
                                  </p:childTnLst>
                                </p:cTn>
                              </p:par>
                            </p:childTnLst>
                          </p:cTn>
                        </p:par>
                        <p:par>
                          <p:cTn id="47" fill="hold">
                            <p:stCondLst>
                              <p:cond delay="3000"/>
                            </p:stCondLst>
                            <p:childTnLst>
                              <p:par>
                                <p:cTn id="48" presetID="1" presetClass="entr" presetSubtype="0" fill="hold" nodeType="afterEffect">
                                  <p:stCondLst>
                                    <p:cond delay="0"/>
                                  </p:stCondLst>
                                  <p:childTnLst>
                                    <p:set>
                                      <p:cBhvr>
                                        <p:cTn id="49" dur="1" fill="hold">
                                          <p:stCondLst>
                                            <p:cond delay="499"/>
                                          </p:stCondLst>
                                        </p:cTn>
                                        <p:tgtEl>
                                          <p:spTgt spid="13"/>
                                        </p:tgtEl>
                                        <p:attrNameLst>
                                          <p:attrName>style.visibility</p:attrName>
                                        </p:attrNameLst>
                                      </p:cBhvr>
                                      <p:to>
                                        <p:strVal val="visible"/>
                                      </p:to>
                                    </p:set>
                                  </p:childTnLst>
                                </p:cTn>
                              </p:par>
                            </p:childTnLst>
                          </p:cTn>
                        </p:par>
                        <p:par>
                          <p:cTn id="50" fill="hold">
                            <p:stCondLst>
                              <p:cond delay="3500"/>
                            </p:stCondLst>
                            <p:childTnLst>
                              <p:par>
                                <p:cTn id="51" presetID="1" presetClass="entr" presetSubtype="0" fill="hold" nodeType="afterEffect">
                                  <p:stCondLst>
                                    <p:cond delay="0"/>
                                  </p:stCondLst>
                                  <p:childTnLst>
                                    <p:set>
                                      <p:cBhvr>
                                        <p:cTn id="52" dur="1" fill="hold">
                                          <p:stCondLst>
                                            <p:cond delay="499"/>
                                          </p:stCondLst>
                                        </p:cTn>
                                        <p:tgtEl>
                                          <p:spTgt spid="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499"/>
                                          </p:stCondLst>
                                        </p:cTn>
                                        <p:tgtEl>
                                          <p:spTgt spid="9"/>
                                        </p:tgtEl>
                                        <p:attrNameLst>
                                          <p:attrName>style.visibility</p:attrName>
                                        </p:attrNameLst>
                                      </p:cBhvr>
                                      <p:to>
                                        <p:strVal val="visible"/>
                                      </p:to>
                                    </p:set>
                                  </p:childTnLst>
                                </p:cTn>
                              </p:par>
                            </p:childTnLst>
                          </p:cTn>
                        </p:par>
                        <p:par>
                          <p:cTn id="57" fill="hold">
                            <p:stCondLst>
                              <p:cond delay="500"/>
                            </p:stCondLst>
                            <p:childTnLst>
                              <p:par>
                                <p:cTn id="58" presetID="1" presetClass="entr" presetSubtype="0" fill="hold" nodeType="afterEffect">
                                  <p:stCondLst>
                                    <p:cond delay="0"/>
                                  </p:stCondLst>
                                  <p:childTnLst>
                                    <p:set>
                                      <p:cBhvr>
                                        <p:cTn id="59" dur="1" fill="hold">
                                          <p:stCondLst>
                                            <p:cond delay="499"/>
                                          </p:stCondLst>
                                        </p:cTn>
                                        <p:tgtEl>
                                          <p:spTgt spid="127086"/>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499"/>
                                          </p:stCondLst>
                                        </p:cTn>
                                        <p:tgtEl>
                                          <p:spTgt spid="10"/>
                                        </p:tgtEl>
                                        <p:attrNameLst>
                                          <p:attrName>style.visibility</p:attrName>
                                        </p:attrNameLst>
                                      </p:cBhvr>
                                      <p:to>
                                        <p:strVal val="visible"/>
                                      </p:to>
                                    </p:set>
                                  </p:childTnLst>
                                </p:cTn>
                              </p:par>
                            </p:childTnLst>
                          </p:cTn>
                        </p:par>
                        <p:par>
                          <p:cTn id="64" fill="hold">
                            <p:stCondLst>
                              <p:cond delay="500"/>
                            </p:stCondLst>
                            <p:childTnLst>
                              <p:par>
                                <p:cTn id="65" presetID="1" presetClass="entr" presetSubtype="0" fill="hold" nodeType="afterEffect">
                                  <p:stCondLst>
                                    <p:cond delay="0"/>
                                  </p:stCondLst>
                                  <p:childTnLst>
                                    <p:set>
                                      <p:cBhvr>
                                        <p:cTn id="66" dur="1" fill="hold">
                                          <p:stCondLst>
                                            <p:cond delay="499"/>
                                          </p:stCondLst>
                                        </p:cTn>
                                        <p:tgtEl>
                                          <p:spTgt spid="12708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499"/>
                                          </p:stCondLst>
                                        </p:cTn>
                                        <p:tgtEl>
                                          <p:spTgt spid="11"/>
                                        </p:tgtEl>
                                        <p:attrNameLst>
                                          <p:attrName>style.visibility</p:attrName>
                                        </p:attrNameLst>
                                      </p:cBhvr>
                                      <p:to>
                                        <p:strVal val="visible"/>
                                      </p:to>
                                    </p:set>
                                  </p:childTnLst>
                                </p:cTn>
                              </p:par>
                            </p:childTnLst>
                          </p:cTn>
                        </p:par>
                        <p:par>
                          <p:cTn id="71" fill="hold">
                            <p:stCondLst>
                              <p:cond delay="500"/>
                            </p:stCondLst>
                            <p:childTnLst>
                              <p:par>
                                <p:cTn id="72" presetID="1" presetClass="entr" presetSubtype="0" fill="hold" nodeType="afterEffect">
                                  <p:stCondLst>
                                    <p:cond delay="0"/>
                                  </p:stCondLst>
                                  <p:childTnLst>
                                    <p:set>
                                      <p:cBhvr>
                                        <p:cTn id="73" dur="1" fill="hold">
                                          <p:stCondLst>
                                            <p:cond delay="499"/>
                                          </p:stCondLst>
                                        </p:cTn>
                                        <p:tgtEl>
                                          <p:spTgt spid="127088"/>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499"/>
                                          </p:stCondLst>
                                        </p:cTn>
                                        <p:tgtEl>
                                          <p:spTgt spid="12"/>
                                        </p:tgtEl>
                                        <p:attrNameLst>
                                          <p:attrName>style.visibility</p:attrName>
                                        </p:attrNameLst>
                                      </p:cBhvr>
                                      <p:to>
                                        <p:strVal val="visible"/>
                                      </p:to>
                                    </p:set>
                                  </p:childTnLst>
                                </p:cTn>
                              </p:par>
                            </p:childTnLst>
                          </p:cTn>
                        </p:par>
                        <p:par>
                          <p:cTn id="78" fill="hold">
                            <p:stCondLst>
                              <p:cond delay="500"/>
                            </p:stCondLst>
                            <p:childTnLst>
                              <p:par>
                                <p:cTn id="79" presetID="1" presetClass="entr" presetSubtype="0" fill="hold" nodeType="afterEffect">
                                  <p:stCondLst>
                                    <p:cond delay="0"/>
                                  </p:stCondLst>
                                  <p:childTnLst>
                                    <p:set>
                                      <p:cBhvr>
                                        <p:cTn id="80" dur="1" fill="hold">
                                          <p:stCondLst>
                                            <p:cond delay="499"/>
                                          </p:stCondLst>
                                        </p:cTn>
                                        <p:tgtEl>
                                          <p:spTgt spid="127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0" grpId="0"/>
      <p:bldP spid="127053"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3"/>
          <p:cNvSpPr>
            <a:spLocks noGrp="1"/>
          </p:cNvSpPr>
          <p:nvPr>
            <p:ph type="title"/>
          </p:nvPr>
        </p:nvSpPr>
        <p:spPr>
          <a:xfrm>
            <a:off x="755650" y="771525"/>
            <a:ext cx="7772400" cy="571500"/>
          </a:xfrm>
          <a:noFill/>
          <a:ln>
            <a:noFill/>
          </a:ln>
        </p:spPr>
        <p:txBody>
          <a:bodyPr/>
          <a:p>
            <a:pPr eaLnBrk="1" hangingPunct="1"/>
            <a:r>
              <a:rPr lang="zh-CN" altLang="en-US" sz="1800" b="1" dirty="0">
                <a:solidFill>
                  <a:srgbClr val="FF0000"/>
                </a:solidFill>
                <a:latin typeface="华文新魏" panose="02010800040101010101" pitchFamily="2" charset="-122"/>
                <a:ea typeface="华文新魏" panose="02010800040101010101" pitchFamily="2" charset="-122"/>
              </a:rPr>
              <a:t>2）动态险象 </a:t>
            </a:r>
            <a:r>
              <a:rPr lang="en-US" altLang="zh-CN" sz="1800" b="1" dirty="0">
                <a:solidFill>
                  <a:srgbClr val="FF0000"/>
                </a:solidFill>
                <a:latin typeface="华文新魏" panose="02010800040101010101" pitchFamily="2" charset="-122"/>
                <a:ea typeface="华文新魏" panose="02010800040101010101" pitchFamily="2" charset="-122"/>
              </a:rPr>
              <a:t>( </a:t>
            </a:r>
            <a:r>
              <a:rPr lang="en-US" altLang="zh-CN" sz="1800" b="1" i="1" dirty="0">
                <a:solidFill>
                  <a:srgbClr val="FF0000"/>
                </a:solidFill>
                <a:latin typeface="华文新魏" panose="02010800040101010101" pitchFamily="2" charset="-122"/>
                <a:ea typeface="华文新魏" panose="02010800040101010101" pitchFamily="2" charset="-122"/>
              </a:rPr>
              <a:t>Ddynamic Hazards</a:t>
            </a:r>
            <a:r>
              <a:rPr lang="en-US" altLang="zh-CN" sz="1800" b="1" dirty="0">
                <a:solidFill>
                  <a:srgbClr val="FF0000"/>
                </a:solidFill>
                <a:latin typeface="华文新魏" panose="02010800040101010101" pitchFamily="2" charset="-122"/>
                <a:ea typeface="华文新魏" panose="02010800040101010101" pitchFamily="2" charset="-122"/>
              </a:rPr>
              <a:t> )</a:t>
            </a:r>
            <a:endParaRPr lang="en-US" altLang="zh-CN" sz="1800" b="1" i="1" dirty="0">
              <a:solidFill>
                <a:srgbClr val="FF0000"/>
              </a:solidFill>
              <a:latin typeface="华文新魏" panose="02010800040101010101" pitchFamily="2" charset="-122"/>
              <a:ea typeface="华文新魏" panose="02010800040101010101" pitchFamily="2" charset="-122"/>
            </a:endParaRPr>
          </a:p>
        </p:txBody>
      </p:sp>
      <p:sp>
        <p:nvSpPr>
          <p:cNvPr id="20482" name="Rectangle 4"/>
          <p:cNvSpPr>
            <a:spLocks noGrp="1"/>
          </p:cNvSpPr>
          <p:nvPr>
            <p:ph idx="1"/>
          </p:nvPr>
        </p:nvSpPr>
        <p:spPr>
          <a:xfrm>
            <a:off x="1043305" y="1303020"/>
            <a:ext cx="7488555" cy="3026410"/>
          </a:xfrm>
          <a:noFill/>
          <a:ln>
            <a:noFill/>
          </a:ln>
        </p:spPr>
        <p:txBody>
          <a:bodyPr/>
          <a:p>
            <a:pPr eaLnBrk="1" latinLnBrk="0" hangingPunct="1">
              <a:lnSpc>
                <a:spcPct val="140000"/>
              </a:lnSpc>
              <a:buNone/>
            </a:pPr>
            <a:r>
              <a:rPr lang="en-US" altLang="en-US" sz="1800" b="1" dirty="0">
                <a:solidFill>
                  <a:srgbClr val="FF0000"/>
                </a:solidFill>
                <a:latin typeface="华文新魏" panose="02010800040101010101" pitchFamily="2" charset="-122"/>
                <a:ea typeface="华文新魏" panose="02010800040101010101" pitchFamily="2" charset="-122"/>
              </a:rPr>
              <a:t>多级</a:t>
            </a:r>
            <a:r>
              <a:rPr lang="en-US" altLang="en-US" sz="1800" b="1" dirty="0">
                <a:latin typeface="华文新魏" panose="02010800040101010101" pitchFamily="2" charset="-122"/>
                <a:ea typeface="华文新魏" panose="02010800040101010101" pitchFamily="2" charset="-122"/>
              </a:rPr>
              <a:t>组合逻辑电路，若输入</a:t>
            </a:r>
            <a:r>
              <a:rPr lang="zh-CN" altLang="en-US" sz="1800" b="1" dirty="0">
                <a:latin typeface="华文新魏" panose="02010800040101010101" pitchFamily="2" charset="-122"/>
                <a:ea typeface="华文新魏" panose="02010800040101010101" pitchFamily="2" charset="-122"/>
              </a:rPr>
              <a:t>信号</a:t>
            </a:r>
            <a:r>
              <a:rPr lang="en-US" altLang="en-US" sz="1800" b="1" dirty="0">
                <a:latin typeface="华文新魏" panose="02010800040101010101" pitchFamily="2" charset="-122"/>
                <a:ea typeface="华文新魏" panose="02010800040101010101" pitchFamily="2" charset="-122"/>
              </a:rPr>
              <a:t>的变化通过</a:t>
            </a:r>
            <a:r>
              <a:rPr lang="en-US" altLang="en-US" sz="1800" b="1" dirty="0">
                <a:solidFill>
                  <a:srgbClr val="FF0000"/>
                </a:solidFill>
                <a:latin typeface="华文新魏" panose="02010800040101010101" pitchFamily="2" charset="-122"/>
                <a:ea typeface="华文新魏" panose="02010800040101010101" pitchFamily="2" charset="-122"/>
              </a:rPr>
              <a:t>多条路径</a:t>
            </a:r>
            <a:r>
              <a:rPr lang="en-US" altLang="en-US" sz="1800" b="1" dirty="0">
                <a:latin typeface="华文新魏" panose="02010800040101010101" pitchFamily="2" charset="-122"/>
                <a:ea typeface="华文新魏" panose="02010800040101010101" pitchFamily="2" charset="-122"/>
              </a:rPr>
              <a:t>向输出端</a:t>
            </a:r>
            <a:r>
              <a:rPr lang="zh-CN" altLang="en-US" sz="1800" b="1" dirty="0">
                <a:latin typeface="华文新魏" panose="02010800040101010101" pitchFamily="2" charset="-122"/>
                <a:ea typeface="华文新魏" panose="02010800040101010101" pitchFamily="2" charset="-122"/>
              </a:rPr>
              <a:t>汇合</a:t>
            </a:r>
            <a:r>
              <a:rPr lang="en-US" altLang="en-US" sz="1800" b="1" dirty="0">
                <a:latin typeface="华文新魏" panose="02010800040101010101" pitchFamily="2" charset="-122"/>
                <a:ea typeface="华文新魏" panose="02010800040101010101" pitchFamily="2" charset="-122"/>
              </a:rPr>
              <a:t>时，</a:t>
            </a:r>
            <a:endParaRPr lang="en-US" altLang="en-US" sz="1800" b="1" dirty="0">
              <a:latin typeface="华文新魏" panose="02010800040101010101" pitchFamily="2" charset="-122"/>
              <a:ea typeface="华文新魏" panose="02010800040101010101" pitchFamily="2" charset="-122"/>
            </a:endParaRPr>
          </a:p>
          <a:p>
            <a:pPr eaLnBrk="1" latinLnBrk="0" hangingPunct="1">
              <a:lnSpc>
                <a:spcPct val="140000"/>
              </a:lnSpc>
              <a:buNone/>
            </a:pPr>
            <a:r>
              <a:rPr lang="en-US" altLang="en-US" sz="1800" b="1" dirty="0">
                <a:latin typeface="华文新魏" panose="02010800040101010101" pitchFamily="2" charset="-122"/>
                <a:ea typeface="华文新魏" panose="02010800040101010101" pitchFamily="2" charset="-122"/>
              </a:rPr>
              <a:t>输出</a:t>
            </a:r>
            <a:r>
              <a:rPr lang="zh-CN" altLang="en-US" sz="1800" b="1" dirty="0">
                <a:latin typeface="华文新魏" panose="02010800040101010101" pitchFamily="2" charset="-122"/>
                <a:ea typeface="华文新魏" panose="02010800040101010101" pitchFamily="2" charset="-122"/>
              </a:rPr>
              <a:t>信号</a:t>
            </a:r>
            <a:r>
              <a:rPr lang="en-US" altLang="en-US" sz="1800" b="1" dirty="0">
                <a:latin typeface="华文新魏" panose="02010800040101010101" pitchFamily="2" charset="-122"/>
                <a:ea typeface="华文新魏" panose="02010800040101010101" pitchFamily="2" charset="-122"/>
              </a:rPr>
              <a:t>稳定前</a:t>
            </a:r>
            <a:r>
              <a:rPr lang="zh-CN" altLang="en-US" sz="1800" b="1" dirty="0">
                <a:latin typeface="华文新魏" panose="02010800040101010101" pitchFamily="2" charset="-122"/>
                <a:ea typeface="华文新魏" panose="02010800040101010101" pitchFamily="2" charset="-122"/>
              </a:rPr>
              <a:t>会发生</a:t>
            </a:r>
            <a:r>
              <a:rPr lang="en-US" altLang="en-US" sz="1800" b="1" dirty="0">
                <a:solidFill>
                  <a:srgbClr val="FF0000"/>
                </a:solidFill>
                <a:latin typeface="华文新魏" panose="02010800040101010101" pitchFamily="2" charset="-122"/>
                <a:ea typeface="华文新魏" panose="02010800040101010101" pitchFamily="2" charset="-122"/>
                <a:sym typeface="+mn-ea"/>
              </a:rPr>
              <a:t>三次</a:t>
            </a:r>
            <a:r>
              <a:rPr lang="en-US" altLang="en-US" sz="1800" b="1" dirty="0">
                <a:solidFill>
                  <a:srgbClr val="FF0000"/>
                </a:solidFill>
                <a:latin typeface="华文新魏" panose="02010800040101010101" pitchFamily="2" charset="-122"/>
                <a:ea typeface="华文新魏" panose="02010800040101010101" pitchFamily="2" charset="-122"/>
              </a:rPr>
              <a:t>变化</a:t>
            </a:r>
            <a:r>
              <a:rPr lang="zh-CN" altLang="en-US" sz="1800" b="1" dirty="0">
                <a:solidFill>
                  <a:srgbClr val="FF0000"/>
                </a:solidFill>
                <a:latin typeface="华文新魏" panose="02010800040101010101" pitchFamily="2" charset="-122"/>
                <a:ea typeface="华文新魏" panose="02010800040101010101" pitchFamily="2" charset="-122"/>
              </a:rPr>
              <a:t>，</a:t>
            </a:r>
            <a:r>
              <a:rPr lang="en-US" altLang="en-US" sz="1800" b="1" dirty="0">
                <a:latin typeface="华文新魏" panose="02010800040101010101" pitchFamily="2" charset="-122"/>
                <a:ea typeface="华文新魏" panose="02010800040101010101" pitchFamily="2" charset="-122"/>
              </a:rPr>
              <a:t>其间经过暂时状态</a:t>
            </a:r>
            <a:r>
              <a:rPr lang="en-US" altLang="zh-CN" sz="1800" b="1" dirty="0">
                <a:latin typeface="华文新魏" panose="02010800040101010101" pitchFamily="2" charset="-122"/>
                <a:ea typeface="华文新魏" panose="02010800040101010101" pitchFamily="2" charset="-122"/>
              </a:rPr>
              <a:t>0</a:t>
            </a:r>
            <a:r>
              <a:rPr lang="en-US" altLang="en-US" sz="1800" b="1" dirty="0">
                <a:latin typeface="华文新魏" panose="02010800040101010101" pitchFamily="2"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1</a:t>
            </a:r>
            <a:r>
              <a:rPr lang="en-US" altLang="en-US" sz="1800" b="1" dirty="0">
                <a:latin typeface="华文新魏" panose="02010800040101010101" pitchFamily="2" charset="-122"/>
                <a:ea typeface="华文新魏" panose="02010800040101010101" pitchFamily="2" charset="-122"/>
              </a:rPr>
              <a:t>或者</a:t>
            </a:r>
            <a:r>
              <a:rPr lang="en-US" altLang="zh-CN" sz="1800" b="1" dirty="0">
                <a:latin typeface="华文新魏" panose="02010800040101010101" pitchFamily="2" charset="-122"/>
                <a:ea typeface="华文新魏" panose="02010800040101010101" pitchFamily="2" charset="-122"/>
              </a:rPr>
              <a:t>1</a:t>
            </a:r>
            <a:r>
              <a:rPr lang="en-US" altLang="en-US" sz="1800" b="1" dirty="0">
                <a:latin typeface="华文新魏" panose="02010800040101010101" pitchFamily="2"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0</a:t>
            </a:r>
            <a:r>
              <a:rPr lang="en-US" altLang="en-US" sz="1800" b="1" dirty="0">
                <a:latin typeface="华文新魏" panose="02010800040101010101" pitchFamily="2" charset="-122"/>
                <a:ea typeface="华文新魏" panose="02010800040101010101" pitchFamily="2" charset="-122"/>
              </a:rPr>
              <a:t>，</a:t>
            </a:r>
            <a:endParaRPr lang="en-US" altLang="en-US" sz="1800" b="1" dirty="0">
              <a:latin typeface="华文新魏" panose="02010800040101010101" pitchFamily="2" charset="-122"/>
              <a:ea typeface="华文新魏" panose="02010800040101010101" pitchFamily="2" charset="-122"/>
            </a:endParaRPr>
          </a:p>
          <a:p>
            <a:pPr eaLnBrk="1" latinLnBrk="0" hangingPunct="1">
              <a:lnSpc>
                <a:spcPct val="140000"/>
              </a:lnSpc>
              <a:buNone/>
            </a:pPr>
            <a:r>
              <a:rPr lang="en-US" altLang="en-US" sz="1800" b="1" dirty="0">
                <a:latin typeface="华文新魏" panose="02010800040101010101" pitchFamily="2" charset="-122"/>
                <a:ea typeface="华文新魏" panose="02010800040101010101" pitchFamily="2" charset="-122"/>
              </a:rPr>
              <a:t>这种险象称之为</a:t>
            </a:r>
            <a:r>
              <a:rPr lang="en-US" altLang="en-US" sz="1800" b="1" dirty="0">
                <a:solidFill>
                  <a:srgbClr val="FF0000"/>
                </a:solidFill>
                <a:latin typeface="华文新魏" panose="02010800040101010101" pitchFamily="2" charset="-122"/>
                <a:ea typeface="华文新魏" panose="02010800040101010101" pitchFamily="2" charset="-122"/>
              </a:rPr>
              <a:t>动态险象</a:t>
            </a:r>
            <a:r>
              <a:rPr lang="en-US" altLang="en-US" sz="1800" b="1" dirty="0">
                <a:latin typeface="华文新魏" panose="02010800040101010101" pitchFamily="2" charset="-122"/>
                <a:ea typeface="华文新魏" panose="02010800040101010101" pitchFamily="2" charset="-122"/>
              </a:rPr>
              <a:t>。</a:t>
            </a:r>
            <a:endParaRPr lang="en-US" altLang="en-US" sz="1800" b="1" dirty="0">
              <a:latin typeface="华文新魏" panose="02010800040101010101" pitchFamily="2" charset="-122"/>
              <a:ea typeface="华文新魏" panose="02010800040101010101" pitchFamily="2" charset="-122"/>
            </a:endParaRPr>
          </a:p>
          <a:p>
            <a:pPr eaLnBrk="1" latinLnBrk="0" hangingPunct="1">
              <a:lnSpc>
                <a:spcPct val="140000"/>
              </a:lnSpc>
              <a:spcBef>
                <a:spcPct val="20000"/>
              </a:spcBef>
              <a:buNone/>
            </a:pPr>
            <a:r>
              <a:rPr lang="en-US" altLang="en-US" sz="1800" b="1" dirty="0">
                <a:latin typeface="华文新魏" panose="02010800040101010101" pitchFamily="2" charset="-122"/>
                <a:ea typeface="华文新魏" panose="02010800040101010101" pitchFamily="2" charset="-122"/>
                <a:sym typeface="+mn-ea"/>
              </a:rPr>
              <a:t>输入</a:t>
            </a:r>
            <a:r>
              <a:rPr lang="zh-CN" altLang="en-US" sz="1800" b="1" dirty="0">
                <a:latin typeface="华文新魏" panose="02010800040101010101" pitchFamily="2" charset="-122"/>
                <a:ea typeface="华文新魏" panose="02010800040101010101" pitchFamily="2" charset="-122"/>
                <a:sym typeface="+mn-ea"/>
              </a:rPr>
              <a:t>信号</a:t>
            </a:r>
            <a:r>
              <a:rPr lang="en-US" altLang="en-US" sz="1800" b="1" dirty="0">
                <a:latin typeface="华文新魏" panose="02010800040101010101" pitchFamily="2" charset="-122"/>
                <a:ea typeface="华文新魏" panose="02010800040101010101" pitchFamily="2" charset="-122"/>
                <a:sym typeface="+mn-ea"/>
              </a:rPr>
              <a:t>变化的</a:t>
            </a:r>
            <a:r>
              <a:rPr lang="en-US" altLang="en-US" sz="1800" b="1" dirty="0">
                <a:solidFill>
                  <a:srgbClr val="FF0000"/>
                </a:solidFill>
                <a:latin typeface="华文新魏" panose="02010800040101010101" pitchFamily="2" charset="-122"/>
                <a:ea typeface="华文新魏" panose="02010800040101010101" pitchFamily="2" charset="-122"/>
                <a:sym typeface="+mn-ea"/>
              </a:rPr>
              <a:t>第一次会合</a:t>
            </a:r>
            <a:r>
              <a:rPr lang="en-US" altLang="en-US" sz="1800" b="1" dirty="0">
                <a:latin typeface="华文新魏" panose="02010800040101010101" pitchFamily="2" charset="-122"/>
                <a:ea typeface="华文新魏" panose="02010800040101010101" pitchFamily="2" charset="-122"/>
                <a:sym typeface="+mn-ea"/>
              </a:rPr>
              <a:t>只可能产生静态险象，只有在产生了静态险</a:t>
            </a:r>
            <a:endParaRPr lang="en-US" altLang="en-US" sz="1800" b="1" dirty="0">
              <a:latin typeface="华文新魏" panose="02010800040101010101" pitchFamily="2" charset="-122"/>
              <a:ea typeface="华文新魏" panose="02010800040101010101" pitchFamily="2" charset="-122"/>
              <a:sym typeface="+mn-ea"/>
            </a:endParaRPr>
          </a:p>
          <a:p>
            <a:pPr eaLnBrk="1" latinLnBrk="0" hangingPunct="1">
              <a:lnSpc>
                <a:spcPct val="140000"/>
              </a:lnSpc>
              <a:spcBef>
                <a:spcPct val="20000"/>
              </a:spcBef>
              <a:buNone/>
            </a:pPr>
            <a:r>
              <a:rPr lang="en-US" altLang="en-US" sz="1800" b="1" dirty="0">
                <a:latin typeface="华文新魏" panose="02010800040101010101" pitchFamily="2" charset="-122"/>
                <a:ea typeface="华文新魏" panose="02010800040101010101" pitchFamily="2" charset="-122"/>
                <a:sym typeface="+mn-ea"/>
              </a:rPr>
              <a:t>象，输入</a:t>
            </a:r>
            <a:r>
              <a:rPr lang="zh-CN" altLang="en-US" sz="1800" b="1" dirty="0">
                <a:latin typeface="华文新魏" panose="02010800040101010101" pitchFamily="2" charset="-122"/>
                <a:ea typeface="华文新魏" panose="02010800040101010101" pitchFamily="2" charset="-122"/>
                <a:sym typeface="+mn-ea"/>
              </a:rPr>
              <a:t>信号</a:t>
            </a:r>
            <a:r>
              <a:rPr lang="en-US" altLang="en-US" sz="1800" b="1" dirty="0">
                <a:latin typeface="华文新魏" panose="02010800040101010101" pitchFamily="2" charset="-122"/>
                <a:ea typeface="华文新魏" panose="02010800040101010101" pitchFamily="2" charset="-122"/>
                <a:sym typeface="+mn-ea"/>
              </a:rPr>
              <a:t>变化的</a:t>
            </a:r>
            <a:r>
              <a:rPr lang="en-US" altLang="en-US" sz="1800" b="1" dirty="0">
                <a:solidFill>
                  <a:srgbClr val="FF0000"/>
                </a:solidFill>
                <a:latin typeface="华文新魏" panose="02010800040101010101" pitchFamily="2" charset="-122"/>
                <a:ea typeface="华文新魏" panose="02010800040101010101" pitchFamily="2" charset="-122"/>
                <a:sym typeface="+mn-ea"/>
              </a:rPr>
              <a:t>再一次会合</a:t>
            </a:r>
            <a:r>
              <a:rPr lang="en-US" altLang="en-US" sz="1800" b="1" dirty="0">
                <a:latin typeface="华文新魏" panose="02010800040101010101" pitchFamily="2" charset="-122"/>
                <a:ea typeface="华文新魏" panose="02010800040101010101" pitchFamily="2" charset="-122"/>
                <a:sym typeface="+mn-ea"/>
              </a:rPr>
              <a:t>，才有可能产生动态险象。动态险象是</a:t>
            </a:r>
            <a:endParaRPr lang="en-US" altLang="en-US" sz="1800" b="1" dirty="0">
              <a:latin typeface="华文新魏" panose="02010800040101010101" pitchFamily="2" charset="-122"/>
              <a:ea typeface="华文新魏" panose="02010800040101010101" pitchFamily="2" charset="-122"/>
              <a:sym typeface="+mn-ea"/>
            </a:endParaRPr>
          </a:p>
          <a:p>
            <a:pPr eaLnBrk="1" latinLnBrk="0" hangingPunct="1">
              <a:lnSpc>
                <a:spcPct val="140000"/>
              </a:lnSpc>
              <a:spcBef>
                <a:spcPct val="20000"/>
              </a:spcBef>
              <a:buNone/>
            </a:pPr>
            <a:r>
              <a:rPr lang="en-US" altLang="en-US" sz="1800" b="1" dirty="0">
                <a:solidFill>
                  <a:srgbClr val="FF0000"/>
                </a:solidFill>
                <a:latin typeface="华文新魏" panose="02010800040101010101" pitchFamily="2" charset="-122"/>
                <a:ea typeface="华文新魏" panose="02010800040101010101" pitchFamily="2" charset="-122"/>
                <a:sym typeface="+mn-ea"/>
              </a:rPr>
              <a:t>由静</a:t>
            </a:r>
            <a:r>
              <a:rPr lang="en-US" altLang="en-US" sz="1800" b="1" dirty="0">
                <a:solidFill>
                  <a:srgbClr val="FF0000"/>
                </a:solidFill>
                <a:latin typeface="华文新魏" panose="02010800040101010101" pitchFamily="2" charset="-122"/>
                <a:ea typeface="华文新魏" panose="02010800040101010101" pitchFamily="2" charset="-122"/>
                <a:sym typeface="+mn-ea"/>
              </a:rPr>
              <a:t>态险象引起的</a:t>
            </a:r>
            <a:r>
              <a:rPr lang="en-US" altLang="en-US" sz="1800" b="1" dirty="0">
                <a:latin typeface="华文新魏" panose="02010800040101010101" pitchFamily="2" charset="-122"/>
                <a:ea typeface="华文新魏" panose="02010800040101010101" pitchFamily="2" charset="-122"/>
                <a:sym typeface="+mn-ea"/>
              </a:rPr>
              <a:t>，它也是竞争的结果。同样，在</a:t>
            </a:r>
            <a:r>
              <a:rPr lang="en-US" altLang="en-US" sz="1800" b="1" dirty="0">
                <a:solidFill>
                  <a:srgbClr val="FF0000"/>
                </a:solidFill>
                <a:latin typeface="华文新魏" panose="02010800040101010101" pitchFamily="2" charset="-122"/>
                <a:ea typeface="华文新魏" panose="02010800040101010101" pitchFamily="2" charset="-122"/>
                <a:sym typeface="+mn-ea"/>
              </a:rPr>
              <a:t>两级</a:t>
            </a:r>
            <a:r>
              <a:rPr lang="en-US" altLang="en-US" sz="1800" b="1" dirty="0">
                <a:solidFill>
                  <a:schemeClr val="tx1"/>
                </a:solidFill>
                <a:latin typeface="华文新魏" panose="02010800040101010101" pitchFamily="2" charset="-122"/>
                <a:ea typeface="华文新魏" panose="02010800040101010101" pitchFamily="2" charset="-122"/>
                <a:sym typeface="+mn-ea"/>
              </a:rPr>
              <a:t>“</a:t>
            </a:r>
            <a:r>
              <a:rPr lang="en-US" altLang="en-US" sz="1800" b="1" dirty="0">
                <a:latin typeface="华文新魏" panose="02010800040101010101" pitchFamily="2" charset="-122"/>
                <a:ea typeface="华文新魏" panose="02010800040101010101" pitchFamily="2" charset="-122"/>
                <a:sym typeface="+mn-ea"/>
              </a:rPr>
              <a:t>与或”和“或</a:t>
            </a:r>
            <a:endParaRPr lang="en-US" altLang="en-US" sz="1800" b="1" dirty="0">
              <a:latin typeface="华文新魏" panose="02010800040101010101" pitchFamily="2" charset="-122"/>
              <a:ea typeface="华文新魏" panose="02010800040101010101" pitchFamily="2" charset="-122"/>
              <a:sym typeface="+mn-ea"/>
            </a:endParaRPr>
          </a:p>
          <a:p>
            <a:pPr eaLnBrk="1" latinLnBrk="0" hangingPunct="1">
              <a:lnSpc>
                <a:spcPct val="140000"/>
              </a:lnSpc>
              <a:spcBef>
                <a:spcPct val="20000"/>
              </a:spcBef>
              <a:buNone/>
            </a:pPr>
            <a:r>
              <a:rPr lang="en-US" altLang="en-US" sz="1800" b="1" dirty="0">
                <a:latin typeface="华文新魏" panose="02010800040101010101" pitchFamily="2" charset="-122"/>
                <a:ea typeface="华文新魏" panose="02010800040101010101" pitchFamily="2" charset="-122"/>
                <a:sym typeface="+mn-ea"/>
              </a:rPr>
              <a:t>与”电路中都</a:t>
            </a:r>
            <a:r>
              <a:rPr lang="en-US" altLang="en-US" sz="1800" b="1" dirty="0">
                <a:latin typeface="华文新魏" panose="02010800040101010101" pitchFamily="2" charset="-122"/>
                <a:ea typeface="华文新魏" panose="02010800040101010101" pitchFamily="2" charset="-122"/>
                <a:sym typeface="+mn-ea"/>
              </a:rPr>
              <a:t>不会发生。</a:t>
            </a:r>
            <a:endParaRPr lang="en-US" altLang="en-US" sz="1800" b="1" dirty="0">
              <a:latin typeface="华文新魏" panose="02010800040101010101" pitchFamily="2" charset="-122"/>
              <a:ea typeface="华文新魏" panose="02010800040101010101" pitchFamily="2" charset="-122"/>
              <a:sym typeface="+mn-ea"/>
            </a:endParaRPr>
          </a:p>
          <a:p>
            <a:pPr eaLnBrk="1" latinLnBrk="0" hangingPunct="1">
              <a:lnSpc>
                <a:spcPct val="140000"/>
              </a:lnSpc>
              <a:spcBef>
                <a:spcPct val="20000"/>
              </a:spcBef>
              <a:buNone/>
            </a:pPr>
            <a:r>
              <a:rPr lang="en-US" altLang="zh-CN" sz="1800" b="1" dirty="0">
                <a:latin typeface="华文新魏" panose="02010800040101010101" pitchFamily="2" charset="-122"/>
                <a:ea typeface="华文新魏" panose="02010800040101010101" pitchFamily="2" charset="-122"/>
                <a:sym typeface="+mn-ea"/>
              </a:rPr>
              <a:t> </a:t>
            </a:r>
            <a:r>
              <a:rPr lang="en-US" altLang="en-US" sz="1800" b="1" dirty="0">
                <a:solidFill>
                  <a:srgbClr val="0000FF"/>
                </a:solidFill>
                <a:latin typeface="华文新魏" panose="02010800040101010101" pitchFamily="2" charset="-122"/>
                <a:ea typeface="华文新魏" panose="02010800040101010101" pitchFamily="2" charset="-122"/>
                <a:sym typeface="+mn-ea"/>
              </a:rPr>
              <a:t>消除了静态险象，则动态险象也不会出现</a:t>
            </a:r>
            <a:r>
              <a:rPr lang="zh-CN" altLang="en-US" sz="1800" b="1" dirty="0">
                <a:solidFill>
                  <a:srgbClr val="0000FF"/>
                </a:solidFill>
                <a:latin typeface="华文新魏" panose="02010800040101010101" pitchFamily="2" charset="-122"/>
                <a:ea typeface="华文新魏" panose="02010800040101010101" pitchFamily="2" charset="-122"/>
                <a:sym typeface="+mn-ea"/>
              </a:rPr>
              <a:t>！</a:t>
            </a:r>
            <a:endParaRPr lang="en-US" altLang="en-US" sz="1800" b="1" dirty="0">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29"/>
                                        </p:tgtEl>
                                        <p:attrNameLst>
                                          <p:attrName>style.visibility</p:attrName>
                                        </p:attrNameLst>
                                      </p:cBhvr>
                                      <p:to>
                                        <p:strVal val="visible"/>
                                      </p:to>
                                    </p:set>
                                    <p:animEffect transition="in" filter="fade">
                                      <p:cBhvr>
                                        <p:cTn id="7" dur="500"/>
                                        <p:tgtEl>
                                          <p:spTgt spid="2252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0482">
                                            <p:txEl>
                                              <p:pRg st="0" end="0"/>
                                            </p:txEl>
                                          </p:spTgt>
                                        </p:tgtEl>
                                        <p:attrNameLst>
                                          <p:attrName>style.visibility</p:attrName>
                                        </p:attrNameLst>
                                      </p:cBhvr>
                                      <p:to>
                                        <p:strVal val="visible"/>
                                      </p:to>
                                    </p:set>
                                    <p:anim calcmode="lin" valueType="num">
                                      <p:cBhvr additive="base">
                                        <p:cTn id="12" dur="500" fill="hold"/>
                                        <p:tgtEl>
                                          <p:spTgt spid="20482">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0482">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20482">
                                            <p:txEl>
                                              <p:pRg st="1" end="1"/>
                                            </p:txEl>
                                          </p:spTgt>
                                        </p:tgtEl>
                                        <p:attrNameLst>
                                          <p:attrName>style.visibility</p:attrName>
                                        </p:attrNameLst>
                                      </p:cBhvr>
                                      <p:to>
                                        <p:strVal val="visible"/>
                                      </p:to>
                                    </p:set>
                                    <p:anim calcmode="lin" valueType="num">
                                      <p:cBhvr additive="base">
                                        <p:cTn id="16" dur="500" fill="hold"/>
                                        <p:tgtEl>
                                          <p:spTgt spid="20482">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20482">
                                            <p:txEl>
                                              <p:pRg st="1" end="1"/>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20482">
                                            <p:txEl>
                                              <p:pRg st="2" end="2"/>
                                            </p:txEl>
                                          </p:spTgt>
                                        </p:tgtEl>
                                        <p:attrNameLst>
                                          <p:attrName>style.visibility</p:attrName>
                                        </p:attrNameLst>
                                      </p:cBhvr>
                                      <p:to>
                                        <p:strVal val="visible"/>
                                      </p:to>
                                    </p:set>
                                    <p:anim calcmode="lin" valueType="num">
                                      <p:cBhvr additive="base">
                                        <p:cTn id="20" dur="500" fill="hold"/>
                                        <p:tgtEl>
                                          <p:spTgt spid="20482">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048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20482">
                                            <p:txEl>
                                              <p:pRg st="3" end="3"/>
                                            </p:txEl>
                                          </p:spTgt>
                                        </p:tgtEl>
                                        <p:attrNameLst>
                                          <p:attrName>style.visibility</p:attrName>
                                        </p:attrNameLst>
                                      </p:cBhvr>
                                      <p:to>
                                        <p:strVal val="visible"/>
                                      </p:to>
                                    </p:set>
                                    <p:anim calcmode="lin" valueType="num">
                                      <p:cBhvr additive="base">
                                        <p:cTn id="26" dur="500" fill="hold"/>
                                        <p:tgtEl>
                                          <p:spTgt spid="20482">
                                            <p:txEl>
                                              <p:pRg st="3" end="3"/>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20482">
                                            <p:txEl>
                                              <p:pRg st="3" end="3"/>
                                            </p:txEl>
                                          </p:spTgt>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20482">
                                            <p:txEl>
                                              <p:pRg st="4" end="4"/>
                                            </p:txEl>
                                          </p:spTgt>
                                        </p:tgtEl>
                                        <p:attrNameLst>
                                          <p:attrName>style.visibility</p:attrName>
                                        </p:attrNameLst>
                                      </p:cBhvr>
                                      <p:to>
                                        <p:strVal val="visible"/>
                                      </p:to>
                                    </p:set>
                                    <p:anim calcmode="lin" valueType="num">
                                      <p:cBhvr additive="base">
                                        <p:cTn id="30" dur="500" fill="hold"/>
                                        <p:tgtEl>
                                          <p:spTgt spid="20482">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0482">
                                            <p:txEl>
                                              <p:pRg st="4" end="4"/>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20482">
                                            <p:txEl>
                                              <p:pRg st="5" end="5"/>
                                            </p:txEl>
                                          </p:spTgt>
                                        </p:tgtEl>
                                        <p:attrNameLst>
                                          <p:attrName>style.visibility</p:attrName>
                                        </p:attrNameLst>
                                      </p:cBhvr>
                                      <p:to>
                                        <p:strVal val="visible"/>
                                      </p:to>
                                    </p:set>
                                    <p:anim calcmode="lin" valueType="num">
                                      <p:cBhvr additive="base">
                                        <p:cTn id="34" dur="500" fill="hold"/>
                                        <p:tgtEl>
                                          <p:spTgt spid="20482">
                                            <p:txEl>
                                              <p:pRg st="5" end="5"/>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20482">
                                            <p:txEl>
                                              <p:pRg st="5" end="5"/>
                                            </p:txEl>
                                          </p:spTgt>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20482">
                                            <p:txEl>
                                              <p:pRg st="6" end="6"/>
                                            </p:txEl>
                                          </p:spTgt>
                                        </p:tgtEl>
                                        <p:attrNameLst>
                                          <p:attrName>style.visibility</p:attrName>
                                        </p:attrNameLst>
                                      </p:cBhvr>
                                      <p:to>
                                        <p:strVal val="visible"/>
                                      </p:to>
                                    </p:set>
                                    <p:anim calcmode="lin" valueType="num">
                                      <p:cBhvr additive="base">
                                        <p:cTn id="38" dur="500" fill="hold"/>
                                        <p:tgtEl>
                                          <p:spTgt spid="20482">
                                            <p:txEl>
                                              <p:pRg st="6" end="6"/>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2048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20482">
                                            <p:txEl>
                                              <p:pRg st="7" end="7"/>
                                            </p:txEl>
                                          </p:spTgt>
                                        </p:tgtEl>
                                        <p:attrNameLst>
                                          <p:attrName>style.visibility</p:attrName>
                                        </p:attrNameLst>
                                      </p:cBhvr>
                                      <p:to>
                                        <p:strVal val="visible"/>
                                      </p:to>
                                    </p:set>
                                    <p:anim calcmode="lin" valueType="num">
                                      <p:cBhvr additive="base">
                                        <p:cTn id="44" dur="500" fill="hold"/>
                                        <p:tgtEl>
                                          <p:spTgt spid="20482">
                                            <p:txEl>
                                              <p:pRg st="7" end="7"/>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2048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3559" name="Group 168"/>
          <p:cNvGrpSpPr/>
          <p:nvPr/>
        </p:nvGrpSpPr>
        <p:grpSpPr>
          <a:xfrm>
            <a:off x="1692275" y="1058863"/>
            <a:ext cx="5029200" cy="1600200"/>
            <a:chOff x="528" y="576"/>
            <a:chExt cx="3168" cy="1344"/>
          </a:xfrm>
        </p:grpSpPr>
        <p:sp>
          <p:nvSpPr>
            <p:cNvPr id="21512" name="Rectangle 12"/>
            <p:cNvSpPr/>
            <p:nvPr/>
          </p:nvSpPr>
          <p:spPr>
            <a:xfrm>
              <a:off x="528" y="576"/>
              <a:ext cx="3168" cy="1344"/>
            </a:xfrm>
            <a:prstGeom prst="rect">
              <a:avLst/>
            </a:prstGeom>
            <a:solidFill>
              <a:schemeClr val="bg1"/>
            </a:solidFill>
            <a:ln w="19050" cap="flat" cmpd="sng">
              <a:solidFill>
                <a:schemeClr val="accent1">
                  <a:lumMod val="75000"/>
                </a:schemeClr>
              </a:solidFill>
              <a:prstDash val="solid"/>
              <a:miter/>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1">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29767" name="Text Box 13"/>
            <p:cNvSpPr txBox="1"/>
            <p:nvPr/>
          </p:nvSpPr>
          <p:spPr>
            <a:xfrm>
              <a:off x="646" y="1200"/>
              <a:ext cx="187" cy="307"/>
            </a:xfrm>
            <a:prstGeom prst="rect">
              <a:avLst/>
            </a:prstGeom>
            <a:noFill/>
            <a:ln w="9525">
              <a:noFill/>
            </a:ln>
          </p:spPr>
          <p:txBody>
            <a:bodyPr wrap="none">
              <a:spAutoFit/>
            </a:bodyPr>
            <a:p>
              <a:pPr algn="ct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1514" name="Line 14"/>
            <p:cNvSpPr/>
            <p:nvPr/>
          </p:nvSpPr>
          <p:spPr>
            <a:xfrm>
              <a:off x="852" y="816"/>
              <a:ext cx="932"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1515" name="Line 15"/>
            <p:cNvSpPr/>
            <p:nvPr/>
          </p:nvSpPr>
          <p:spPr>
            <a:xfrm>
              <a:off x="828" y="1324"/>
              <a:ext cx="957"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9770" name="Line 16"/>
            <p:cNvSpPr/>
            <p:nvPr/>
          </p:nvSpPr>
          <p:spPr>
            <a:xfrm>
              <a:off x="2075" y="934"/>
              <a:ext cx="170" cy="0"/>
            </a:xfrm>
            <a:prstGeom prst="line">
              <a:avLst/>
            </a:prstGeom>
            <a:ln w="19050" cap="flat" cmpd="sng">
              <a:solidFill>
                <a:srgbClr val="7030A0"/>
              </a:solidFill>
              <a:prstDash val="solid"/>
              <a:headEnd type="none" w="med" len="med"/>
              <a:tailEnd type="none" w="med" len="med"/>
            </a:ln>
          </p:spPr>
        </p:sp>
        <p:sp>
          <p:nvSpPr>
            <p:cNvPr id="29771" name="Line 17"/>
            <p:cNvSpPr/>
            <p:nvPr/>
          </p:nvSpPr>
          <p:spPr>
            <a:xfrm>
              <a:off x="2247" y="933"/>
              <a:ext cx="0" cy="177"/>
            </a:xfrm>
            <a:prstGeom prst="line">
              <a:avLst/>
            </a:prstGeom>
            <a:ln w="19050" cap="flat" cmpd="sng">
              <a:solidFill>
                <a:srgbClr val="7030A0"/>
              </a:solidFill>
              <a:prstDash val="solid"/>
              <a:headEnd type="none" w="med" len="med"/>
              <a:tailEnd type="none" w="med" len="med"/>
            </a:ln>
          </p:spPr>
        </p:sp>
        <p:sp>
          <p:nvSpPr>
            <p:cNvPr id="21518" name="Line 18"/>
            <p:cNvSpPr/>
            <p:nvPr/>
          </p:nvSpPr>
          <p:spPr>
            <a:xfrm flipV="1">
              <a:off x="2256" y="1318"/>
              <a:ext cx="166" cy="1"/>
            </a:xfrm>
            <a:prstGeom prst="line">
              <a:avLst/>
            </a:prstGeom>
            <a:ln w="19050" cap="flat" cmpd="sng">
              <a:solidFill>
                <a:schemeClr val="accent6">
                  <a:lumMod val="50000"/>
                </a:scheme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21519" name="Line 19"/>
            <p:cNvSpPr/>
            <p:nvPr/>
          </p:nvSpPr>
          <p:spPr>
            <a:xfrm>
              <a:off x="2064" y="1488"/>
              <a:ext cx="192" cy="0"/>
            </a:xfrm>
            <a:prstGeom prst="line">
              <a:avLst/>
            </a:prstGeom>
            <a:ln w="19050" cap="flat" cmpd="sng">
              <a:solidFill>
                <a:schemeClr val="accent6">
                  <a:lumMod val="50000"/>
                </a:scheme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29774" name="Text Box 20"/>
            <p:cNvSpPr txBox="1"/>
            <p:nvPr/>
          </p:nvSpPr>
          <p:spPr>
            <a:xfrm>
              <a:off x="641" y="720"/>
              <a:ext cx="187" cy="307"/>
            </a:xfrm>
            <a:prstGeom prst="rect">
              <a:avLst/>
            </a:prstGeom>
            <a:noFill/>
            <a:ln w="9525">
              <a:noFill/>
            </a:ln>
          </p:spPr>
          <p:txBody>
            <a:bodyPr wrap="none">
              <a:spAutoFit/>
            </a:bodyPr>
            <a:p>
              <a:pPr algn="ct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9775" name="Text Box 21"/>
            <p:cNvSpPr txBox="1"/>
            <p:nvPr/>
          </p:nvSpPr>
          <p:spPr>
            <a:xfrm>
              <a:off x="641" y="902"/>
              <a:ext cx="187" cy="307"/>
            </a:xfrm>
            <a:prstGeom prst="rect">
              <a:avLst/>
            </a:prstGeom>
            <a:noFill/>
            <a:ln w="9525">
              <a:noFill/>
            </a:ln>
          </p:spPr>
          <p:txBody>
            <a:bodyPr wrap="none">
              <a:spAutoFit/>
            </a:bodyPr>
            <a:p>
              <a:pPr algn="ctr" eaLnBrk="1" hangingPunct="1">
                <a:buFont typeface="Arial" panose="020B0604020202020204" pitchFamily="34" charset="0"/>
              </a:pPr>
              <a:r>
                <a:rPr lang="en-US" altLang="zh-CN" sz="1800" dirty="0">
                  <a:solidFill>
                    <a:srgbClr val="C00000"/>
                  </a:solidFill>
                  <a:latin typeface="黑体" panose="02010609060101010101" pitchFamily="49" charset="-122"/>
                  <a:ea typeface="黑体" panose="02010609060101010101" pitchFamily="49" charset="-122"/>
                </a:rPr>
                <a:t>B</a:t>
              </a:r>
              <a:endParaRPr lang="en-US" altLang="zh-CN" sz="1800" dirty="0">
                <a:solidFill>
                  <a:srgbClr val="C00000"/>
                </a:solidFill>
                <a:latin typeface="黑体" panose="02010609060101010101" pitchFamily="49" charset="-122"/>
                <a:ea typeface="黑体" panose="02010609060101010101" pitchFamily="49" charset="-122"/>
              </a:endParaRPr>
            </a:p>
          </p:txBody>
        </p:sp>
        <p:sp>
          <p:nvSpPr>
            <p:cNvPr id="29776" name="Line 22"/>
            <p:cNvSpPr/>
            <p:nvPr/>
          </p:nvSpPr>
          <p:spPr>
            <a:xfrm>
              <a:off x="1044" y="1597"/>
              <a:ext cx="156" cy="0"/>
            </a:xfrm>
            <a:prstGeom prst="line">
              <a:avLst/>
            </a:prstGeom>
            <a:ln w="19050" cap="flat" cmpd="sng">
              <a:solidFill>
                <a:srgbClr val="C00000"/>
              </a:solidFill>
              <a:prstDash val="solid"/>
              <a:headEnd type="none" w="med" len="med"/>
              <a:tailEnd type="none" w="med" len="med"/>
            </a:ln>
          </p:spPr>
        </p:sp>
        <p:sp>
          <p:nvSpPr>
            <p:cNvPr id="29777" name="Text Box 23"/>
            <p:cNvSpPr txBox="1"/>
            <p:nvPr/>
          </p:nvSpPr>
          <p:spPr>
            <a:xfrm>
              <a:off x="2143" y="625"/>
              <a:ext cx="336" cy="307"/>
            </a:xfrm>
            <a:prstGeom prst="rect">
              <a:avLst/>
            </a:prstGeom>
            <a:noFill/>
            <a:ln w="9525">
              <a:noFill/>
            </a:ln>
          </p:spPr>
          <p:txBody>
            <a:bodyPr>
              <a:spAutoFit/>
            </a:bodyPr>
            <a:p>
              <a:pPr algn="ctr" eaLnBrk="1" hangingPunct="1">
                <a:buFont typeface="Arial" panose="020B0604020202020204" pitchFamily="34" charset="0"/>
              </a:pPr>
              <a:r>
                <a:rPr lang="en-US" altLang="zh-CN" sz="1800" dirty="0">
                  <a:solidFill>
                    <a:srgbClr val="7030A0"/>
                  </a:solidFill>
                  <a:latin typeface="黑体" panose="02010609060101010101" pitchFamily="49" charset="-122"/>
                  <a:ea typeface="黑体" panose="02010609060101010101" pitchFamily="49" charset="-122"/>
                </a:rPr>
                <a:t>P</a:t>
              </a:r>
              <a:r>
                <a:rPr lang="en-US" altLang="zh-CN" sz="1800" baseline="-25000" dirty="0">
                  <a:solidFill>
                    <a:srgbClr val="7030A0"/>
                  </a:solidFill>
                  <a:latin typeface="黑体" panose="02010609060101010101" pitchFamily="49" charset="-122"/>
                  <a:ea typeface="黑体" panose="02010609060101010101" pitchFamily="49" charset="-122"/>
                </a:rPr>
                <a:t>1</a:t>
              </a:r>
              <a:endParaRPr lang="en-US" altLang="zh-CN" sz="1800" baseline="-25000" dirty="0">
                <a:solidFill>
                  <a:srgbClr val="7030A0"/>
                </a:solidFill>
                <a:latin typeface="黑体" panose="02010609060101010101" pitchFamily="49" charset="-122"/>
                <a:ea typeface="黑体" panose="02010609060101010101" pitchFamily="49" charset="-122"/>
              </a:endParaRPr>
            </a:p>
          </p:txBody>
        </p:sp>
        <p:sp>
          <p:nvSpPr>
            <p:cNvPr id="29778" name="Line 24"/>
            <p:cNvSpPr/>
            <p:nvPr/>
          </p:nvSpPr>
          <p:spPr>
            <a:xfrm>
              <a:off x="859" y="1056"/>
              <a:ext cx="932" cy="0"/>
            </a:xfrm>
            <a:prstGeom prst="line">
              <a:avLst/>
            </a:prstGeom>
            <a:ln w="19050" cap="flat" cmpd="sng">
              <a:solidFill>
                <a:srgbClr val="C00000"/>
              </a:solidFill>
              <a:prstDash val="solid"/>
              <a:headEnd type="none" w="med" len="med"/>
              <a:tailEnd type="none" w="med" len="med"/>
            </a:ln>
          </p:spPr>
        </p:sp>
        <p:sp>
          <p:nvSpPr>
            <p:cNvPr id="29779" name="Line 25"/>
            <p:cNvSpPr/>
            <p:nvPr/>
          </p:nvSpPr>
          <p:spPr>
            <a:xfrm>
              <a:off x="1526" y="1593"/>
              <a:ext cx="277" cy="0"/>
            </a:xfrm>
            <a:prstGeom prst="line">
              <a:avLst/>
            </a:prstGeom>
            <a:ln w="19050" cap="flat" cmpd="sng">
              <a:solidFill>
                <a:srgbClr val="2E75B6"/>
              </a:solidFill>
              <a:prstDash val="solid"/>
              <a:headEnd type="none" w="med" len="med"/>
              <a:tailEnd type="none" w="med" len="med"/>
            </a:ln>
          </p:spPr>
        </p:sp>
        <p:sp>
          <p:nvSpPr>
            <p:cNvPr id="21526" name="Line 26"/>
            <p:cNvSpPr/>
            <p:nvPr/>
          </p:nvSpPr>
          <p:spPr>
            <a:xfrm>
              <a:off x="1632" y="1728"/>
              <a:ext cx="1248" cy="1"/>
            </a:xfrm>
            <a:prstGeom prst="line">
              <a:avLst/>
            </a:prstGeom>
            <a:ln w="19050">
              <a:solidFill>
                <a:schemeClr val="accent1">
                  <a:lumMod val="75000"/>
                </a:schemeClr>
              </a:solidFill>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9781" name="Line 27"/>
            <p:cNvSpPr/>
            <p:nvPr/>
          </p:nvSpPr>
          <p:spPr>
            <a:xfrm>
              <a:off x="1038" y="1078"/>
              <a:ext cx="0" cy="530"/>
            </a:xfrm>
            <a:prstGeom prst="line">
              <a:avLst/>
            </a:prstGeom>
            <a:ln w="19050" cap="flat" cmpd="sng">
              <a:solidFill>
                <a:srgbClr val="C00000"/>
              </a:solidFill>
              <a:prstDash val="solid"/>
              <a:headEnd type="none" w="med" len="med"/>
              <a:tailEnd type="none" w="med" len="med"/>
            </a:ln>
          </p:spPr>
        </p:sp>
        <p:sp>
          <p:nvSpPr>
            <p:cNvPr id="29782" name="Line 28"/>
            <p:cNvSpPr/>
            <p:nvPr/>
          </p:nvSpPr>
          <p:spPr>
            <a:xfrm>
              <a:off x="1632" y="1584"/>
              <a:ext cx="0" cy="150"/>
            </a:xfrm>
            <a:prstGeom prst="line">
              <a:avLst/>
            </a:prstGeom>
            <a:ln w="19050" cap="flat" cmpd="sng">
              <a:solidFill>
                <a:srgbClr val="2E75B6"/>
              </a:solidFill>
              <a:prstDash val="solid"/>
              <a:headEnd type="none" w="med" len="med"/>
              <a:tailEnd type="none" w="med" len="med"/>
            </a:ln>
          </p:spPr>
        </p:sp>
        <p:sp>
          <p:nvSpPr>
            <p:cNvPr id="29783" name="Oval 29"/>
            <p:cNvSpPr/>
            <p:nvPr/>
          </p:nvSpPr>
          <p:spPr>
            <a:xfrm>
              <a:off x="1606" y="1562"/>
              <a:ext cx="48" cy="48"/>
            </a:xfrm>
            <a:prstGeom prst="ellipse">
              <a:avLst/>
            </a:prstGeom>
            <a:solidFill>
              <a:srgbClr val="2E75B6"/>
            </a:solidFill>
            <a:ln w="9525" cap="flat" cmpd="sng">
              <a:solidFill>
                <a:srgbClr val="2E75B6"/>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29784" name="Group 30"/>
            <p:cNvGrpSpPr/>
            <p:nvPr/>
          </p:nvGrpSpPr>
          <p:grpSpPr>
            <a:xfrm>
              <a:off x="1595" y="1348"/>
              <a:ext cx="156" cy="308"/>
              <a:chOff x="1062" y="4122"/>
              <a:chExt cx="156" cy="308"/>
            </a:xfrm>
          </p:grpSpPr>
          <p:sp>
            <p:nvSpPr>
              <p:cNvPr id="29813" name="Text Box 31"/>
              <p:cNvSpPr txBox="1"/>
              <p:nvPr/>
            </p:nvSpPr>
            <p:spPr>
              <a:xfrm>
                <a:off x="1062" y="4122"/>
                <a:ext cx="156" cy="308"/>
              </a:xfrm>
              <a:prstGeom prst="rect">
                <a:avLst/>
              </a:prstGeom>
              <a:noFill/>
              <a:ln w="9525">
                <a:noFill/>
              </a:ln>
            </p:spPr>
            <p:txBody>
              <a:bodyPr>
                <a:spAutoFit/>
              </a:bodyPr>
              <a:p>
                <a:pPr algn="ct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1532" name="Line 32"/>
              <p:cNvSpPr/>
              <p:nvPr/>
            </p:nvSpPr>
            <p:spPr>
              <a:xfrm>
                <a:off x="1064" y="4177"/>
                <a:ext cx="144"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sp>
          <p:nvSpPr>
            <p:cNvPr id="29785" name="Oval 33"/>
            <p:cNvSpPr/>
            <p:nvPr/>
          </p:nvSpPr>
          <p:spPr>
            <a:xfrm>
              <a:off x="1008" y="1030"/>
              <a:ext cx="48" cy="48"/>
            </a:xfrm>
            <a:prstGeom prst="ellipse">
              <a:avLst/>
            </a:prstGeom>
            <a:solidFill>
              <a:srgbClr val="FF0000"/>
            </a:solidFill>
            <a:ln w="19050" cap="flat" cmpd="sng">
              <a:solidFill>
                <a:srgbClr val="C0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34" name="Line 34"/>
            <p:cNvSpPr/>
            <p:nvPr/>
          </p:nvSpPr>
          <p:spPr>
            <a:xfrm>
              <a:off x="2256" y="1319"/>
              <a:ext cx="0" cy="176"/>
            </a:xfrm>
            <a:prstGeom prst="line">
              <a:avLst/>
            </a:prstGeom>
            <a:ln w="19050" cap="flat" cmpd="sng">
              <a:solidFill>
                <a:schemeClr val="accent6">
                  <a:lumMod val="50000"/>
                </a:scheme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29787" name="Text Box 35"/>
            <p:cNvSpPr txBox="1"/>
            <p:nvPr/>
          </p:nvSpPr>
          <p:spPr>
            <a:xfrm>
              <a:off x="2064" y="1419"/>
              <a:ext cx="336" cy="308"/>
            </a:xfrm>
            <a:prstGeom prst="rect">
              <a:avLst/>
            </a:prstGeom>
            <a:noFill/>
            <a:ln w="9525">
              <a:noFill/>
            </a:ln>
          </p:spPr>
          <p:txBody>
            <a:bodyPr>
              <a:spAutoFit/>
            </a:bodyPr>
            <a:p>
              <a:pPr algn="ctr" eaLnBrk="1" hangingPunct="1">
                <a:buFont typeface="Arial" panose="020B0604020202020204" pitchFamily="34" charset="0"/>
              </a:pPr>
              <a:r>
                <a:rPr lang="en-US" altLang="zh-CN" sz="1800" dirty="0">
                  <a:solidFill>
                    <a:srgbClr val="385723"/>
                  </a:solidFill>
                  <a:latin typeface="黑体" panose="02010609060101010101" pitchFamily="49" charset="-122"/>
                  <a:ea typeface="黑体" panose="02010609060101010101" pitchFamily="49" charset="-122"/>
                </a:rPr>
                <a:t>P</a:t>
              </a:r>
              <a:r>
                <a:rPr lang="en-US" altLang="zh-CN" sz="1800" baseline="-25000" dirty="0">
                  <a:solidFill>
                    <a:srgbClr val="385723"/>
                  </a:solidFill>
                  <a:latin typeface="黑体" panose="02010609060101010101" pitchFamily="49" charset="-122"/>
                  <a:ea typeface="黑体" panose="02010609060101010101" pitchFamily="49" charset="-122"/>
                </a:rPr>
                <a:t>2</a:t>
              </a:r>
              <a:endParaRPr lang="en-US" altLang="zh-CN" sz="1800" baseline="-25000" dirty="0">
                <a:solidFill>
                  <a:srgbClr val="385723"/>
                </a:solidFill>
                <a:latin typeface="黑体" panose="02010609060101010101" pitchFamily="49" charset="-122"/>
                <a:ea typeface="黑体" panose="02010609060101010101" pitchFamily="49" charset="-122"/>
              </a:endParaRPr>
            </a:p>
          </p:txBody>
        </p:sp>
        <p:sp>
          <p:nvSpPr>
            <p:cNvPr id="29788" name="Line 36"/>
            <p:cNvSpPr/>
            <p:nvPr/>
          </p:nvSpPr>
          <p:spPr>
            <a:xfrm>
              <a:off x="2252" y="1104"/>
              <a:ext cx="170" cy="0"/>
            </a:xfrm>
            <a:prstGeom prst="line">
              <a:avLst/>
            </a:prstGeom>
            <a:ln w="19050" cap="flat" cmpd="sng">
              <a:solidFill>
                <a:srgbClr val="7030A0"/>
              </a:solidFill>
              <a:prstDash val="solid"/>
              <a:headEnd type="none" w="med" len="med"/>
              <a:tailEnd type="none" w="med" len="med"/>
            </a:ln>
          </p:spPr>
        </p:sp>
        <p:sp>
          <p:nvSpPr>
            <p:cNvPr id="21537" name="Line 40"/>
            <p:cNvSpPr/>
            <p:nvPr/>
          </p:nvSpPr>
          <p:spPr>
            <a:xfrm>
              <a:off x="2699" y="1211"/>
              <a:ext cx="170" cy="0"/>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1538" name="Line 41"/>
            <p:cNvSpPr/>
            <p:nvPr/>
          </p:nvSpPr>
          <p:spPr>
            <a:xfrm>
              <a:off x="2872" y="1204"/>
              <a:ext cx="0" cy="177"/>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9791" name="Text Box 42"/>
            <p:cNvSpPr txBox="1"/>
            <p:nvPr/>
          </p:nvSpPr>
          <p:spPr>
            <a:xfrm>
              <a:off x="2736" y="949"/>
              <a:ext cx="336" cy="307"/>
            </a:xfrm>
            <a:prstGeom prst="rect">
              <a:avLst/>
            </a:prstGeom>
            <a:noFill/>
            <a:ln w="9525">
              <a:noFill/>
            </a:ln>
          </p:spPr>
          <p:txBody>
            <a:bodyPr>
              <a:spAutoFit/>
            </a:bodyPr>
            <a:p>
              <a:pPr algn="ct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P</a:t>
              </a:r>
              <a:r>
                <a:rPr lang="en-US" altLang="zh-CN" sz="1800" baseline="-25000" dirty="0">
                  <a:solidFill>
                    <a:schemeClr val="tx1"/>
                  </a:solidFill>
                  <a:latin typeface="黑体" panose="02010609060101010101" pitchFamily="49" charset="-122"/>
                  <a:ea typeface="黑体" panose="02010609060101010101" pitchFamily="49" charset="-122"/>
                </a:rPr>
                <a:t>3</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21540" name="Line 43"/>
            <p:cNvSpPr/>
            <p:nvPr/>
          </p:nvSpPr>
          <p:spPr>
            <a:xfrm>
              <a:off x="2876" y="1381"/>
              <a:ext cx="170" cy="0"/>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9793" name="Line 44"/>
            <p:cNvSpPr/>
            <p:nvPr/>
          </p:nvSpPr>
          <p:spPr>
            <a:xfrm>
              <a:off x="3312" y="1466"/>
              <a:ext cx="240" cy="0"/>
            </a:xfrm>
            <a:prstGeom prst="line">
              <a:avLst/>
            </a:prstGeom>
            <a:ln w="9525" cap="flat" cmpd="sng">
              <a:solidFill>
                <a:srgbClr val="663300"/>
              </a:solidFill>
              <a:prstDash val="solid"/>
              <a:headEnd type="none" w="med" len="med"/>
              <a:tailEnd type="none" w="med" len="med"/>
            </a:ln>
          </p:spPr>
        </p:sp>
        <p:sp>
          <p:nvSpPr>
            <p:cNvPr id="29794" name="Text Box 45"/>
            <p:cNvSpPr txBox="1"/>
            <p:nvPr/>
          </p:nvSpPr>
          <p:spPr>
            <a:xfrm>
              <a:off x="3432" y="1200"/>
              <a:ext cx="240"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F</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9795" name="Line 46"/>
            <p:cNvSpPr/>
            <p:nvPr/>
          </p:nvSpPr>
          <p:spPr>
            <a:xfrm>
              <a:off x="2880" y="1551"/>
              <a:ext cx="0" cy="177"/>
            </a:xfrm>
            <a:prstGeom prst="line">
              <a:avLst/>
            </a:prstGeom>
            <a:ln w="19050" cap="flat" cmpd="sng">
              <a:solidFill>
                <a:srgbClr val="2E75B6"/>
              </a:solidFill>
              <a:prstDash val="solid"/>
              <a:headEnd type="none" w="med" len="med"/>
              <a:tailEnd type="none" w="med" len="med"/>
            </a:ln>
          </p:spPr>
        </p:sp>
        <p:sp>
          <p:nvSpPr>
            <p:cNvPr id="29796" name="Line 47"/>
            <p:cNvSpPr/>
            <p:nvPr/>
          </p:nvSpPr>
          <p:spPr>
            <a:xfrm>
              <a:off x="2880" y="1547"/>
              <a:ext cx="170" cy="0"/>
            </a:xfrm>
            <a:prstGeom prst="line">
              <a:avLst/>
            </a:prstGeom>
            <a:ln w="19050" cap="flat" cmpd="sng">
              <a:solidFill>
                <a:srgbClr val="2E75B6"/>
              </a:solidFill>
              <a:prstDash val="solid"/>
              <a:headEnd type="none" w="med" len="med"/>
              <a:tailEnd type="none" w="med" len="med"/>
            </a:ln>
          </p:spPr>
        </p:sp>
        <p:grpSp>
          <p:nvGrpSpPr>
            <p:cNvPr id="29797" name="Group 51"/>
            <p:cNvGrpSpPr/>
            <p:nvPr/>
          </p:nvGrpSpPr>
          <p:grpSpPr>
            <a:xfrm>
              <a:off x="1200" y="1408"/>
              <a:ext cx="361" cy="384"/>
              <a:chOff x="724" y="3540"/>
              <a:chExt cx="361" cy="384"/>
            </a:xfrm>
          </p:grpSpPr>
          <p:sp>
            <p:nvSpPr>
              <p:cNvPr id="29810" name="Rectangle 52"/>
              <p:cNvSpPr/>
              <p:nvPr/>
            </p:nvSpPr>
            <p:spPr>
              <a:xfrm>
                <a:off x="724" y="354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9811" name="Text Box 53"/>
              <p:cNvSpPr txBox="1"/>
              <p:nvPr/>
            </p:nvSpPr>
            <p:spPr>
              <a:xfrm>
                <a:off x="753" y="3592"/>
                <a:ext cx="192"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9812" name="Oval 54"/>
              <p:cNvSpPr/>
              <p:nvPr/>
            </p:nvSpPr>
            <p:spPr>
              <a:xfrm>
                <a:off x="1012" y="3688"/>
                <a:ext cx="73" cy="73"/>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grpSp>
          <p:nvGrpSpPr>
            <p:cNvPr id="29798" name="Group 55"/>
            <p:cNvGrpSpPr/>
            <p:nvPr/>
          </p:nvGrpSpPr>
          <p:grpSpPr>
            <a:xfrm>
              <a:off x="1776" y="1270"/>
              <a:ext cx="376" cy="384"/>
              <a:chOff x="1301" y="3372"/>
              <a:chExt cx="376" cy="384"/>
            </a:xfrm>
          </p:grpSpPr>
          <p:sp>
            <p:nvSpPr>
              <p:cNvPr id="29808" name="Rectangle 56"/>
              <p:cNvSpPr/>
              <p:nvPr/>
            </p:nvSpPr>
            <p:spPr>
              <a:xfrm>
                <a:off x="1308" y="3372"/>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9809" name="Text Box 57"/>
              <p:cNvSpPr txBox="1"/>
              <p:nvPr/>
            </p:nvSpPr>
            <p:spPr>
              <a:xfrm>
                <a:off x="1301" y="3430"/>
                <a:ext cx="376"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grpSp>
        <p:grpSp>
          <p:nvGrpSpPr>
            <p:cNvPr id="29799" name="Group 58"/>
            <p:cNvGrpSpPr/>
            <p:nvPr/>
          </p:nvGrpSpPr>
          <p:grpSpPr>
            <a:xfrm>
              <a:off x="1782" y="742"/>
              <a:ext cx="380" cy="384"/>
              <a:chOff x="1299" y="3372"/>
              <a:chExt cx="380" cy="384"/>
            </a:xfrm>
          </p:grpSpPr>
          <p:sp>
            <p:nvSpPr>
              <p:cNvPr id="29806" name="Rectangle 59"/>
              <p:cNvSpPr/>
              <p:nvPr/>
            </p:nvSpPr>
            <p:spPr>
              <a:xfrm>
                <a:off x="1308" y="3372"/>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9807" name="Text Box 60"/>
              <p:cNvSpPr txBox="1"/>
              <p:nvPr/>
            </p:nvSpPr>
            <p:spPr>
              <a:xfrm>
                <a:off x="1299" y="3376"/>
                <a:ext cx="38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grpSp>
        <p:grpSp>
          <p:nvGrpSpPr>
            <p:cNvPr id="29800" name="Group 37"/>
            <p:cNvGrpSpPr/>
            <p:nvPr/>
          </p:nvGrpSpPr>
          <p:grpSpPr>
            <a:xfrm>
              <a:off x="3032" y="1272"/>
              <a:ext cx="376" cy="384"/>
              <a:chOff x="1301" y="3372"/>
              <a:chExt cx="376" cy="384"/>
            </a:xfrm>
          </p:grpSpPr>
          <p:sp>
            <p:nvSpPr>
              <p:cNvPr id="29804" name="Rectangle 38"/>
              <p:cNvSpPr/>
              <p:nvPr/>
            </p:nvSpPr>
            <p:spPr>
              <a:xfrm>
                <a:off x="1308" y="3372"/>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9805" name="Text Box 39"/>
              <p:cNvSpPr txBox="1"/>
              <p:nvPr/>
            </p:nvSpPr>
            <p:spPr>
              <a:xfrm>
                <a:off x="1301" y="3430"/>
                <a:ext cx="376"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grpSp>
        <p:grpSp>
          <p:nvGrpSpPr>
            <p:cNvPr id="29801" name="Group 48"/>
            <p:cNvGrpSpPr/>
            <p:nvPr/>
          </p:nvGrpSpPr>
          <p:grpSpPr>
            <a:xfrm>
              <a:off x="2412" y="1020"/>
              <a:ext cx="321" cy="384"/>
              <a:chOff x="2071" y="624"/>
              <a:chExt cx="321" cy="384"/>
            </a:xfrm>
          </p:grpSpPr>
          <p:sp>
            <p:nvSpPr>
              <p:cNvPr id="29802" name="Rectangle 49"/>
              <p:cNvSpPr/>
              <p:nvPr/>
            </p:nvSpPr>
            <p:spPr>
              <a:xfrm>
                <a:off x="2071" y="624"/>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9803" name="Text Box 50"/>
              <p:cNvSpPr txBox="1"/>
              <p:nvPr/>
            </p:nvSpPr>
            <p:spPr>
              <a:xfrm>
                <a:off x="2108" y="699"/>
                <a:ext cx="284" cy="306"/>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grpSp>
      </p:grpSp>
      <p:grpSp>
        <p:nvGrpSpPr>
          <p:cNvPr id="23609" name="Group 167"/>
          <p:cNvGrpSpPr/>
          <p:nvPr/>
        </p:nvGrpSpPr>
        <p:grpSpPr>
          <a:xfrm>
            <a:off x="1714500" y="2698750"/>
            <a:ext cx="5029200" cy="2357438"/>
            <a:chOff x="528" y="1968"/>
            <a:chExt cx="3168" cy="2208"/>
          </a:xfrm>
        </p:grpSpPr>
        <p:sp>
          <p:nvSpPr>
            <p:cNvPr id="29705" name="Rectangle 62"/>
            <p:cNvSpPr/>
            <p:nvPr/>
          </p:nvSpPr>
          <p:spPr>
            <a:xfrm>
              <a:off x="528" y="1968"/>
              <a:ext cx="3168" cy="220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9706" name="Line 77"/>
            <p:cNvSpPr/>
            <p:nvPr/>
          </p:nvSpPr>
          <p:spPr>
            <a:xfrm>
              <a:off x="1440" y="2332"/>
              <a:ext cx="1" cy="1724"/>
            </a:xfrm>
            <a:prstGeom prst="line">
              <a:avLst/>
            </a:prstGeom>
            <a:ln w="9525" cap="flat" cmpd="sng">
              <a:solidFill>
                <a:srgbClr val="FF0000"/>
              </a:solidFill>
              <a:prstDash val="dash"/>
              <a:headEnd type="none" w="med" len="med"/>
              <a:tailEnd type="none" w="med" len="med"/>
            </a:ln>
          </p:spPr>
        </p:sp>
        <p:sp>
          <p:nvSpPr>
            <p:cNvPr id="29707" name="Line 78"/>
            <p:cNvSpPr/>
            <p:nvPr/>
          </p:nvSpPr>
          <p:spPr>
            <a:xfrm>
              <a:off x="1584" y="2649"/>
              <a:ext cx="1" cy="1407"/>
            </a:xfrm>
            <a:prstGeom prst="line">
              <a:avLst/>
            </a:prstGeom>
            <a:ln w="9525" cap="flat" cmpd="sng">
              <a:solidFill>
                <a:schemeClr val="accent2"/>
              </a:solidFill>
              <a:prstDash val="dash"/>
              <a:headEnd type="none" w="med" len="med"/>
              <a:tailEnd type="none" w="med" len="med"/>
            </a:ln>
          </p:spPr>
        </p:sp>
        <p:sp>
          <p:nvSpPr>
            <p:cNvPr id="29708" name="Line 79"/>
            <p:cNvSpPr/>
            <p:nvPr/>
          </p:nvSpPr>
          <p:spPr>
            <a:xfrm>
              <a:off x="1743" y="3312"/>
              <a:ext cx="9" cy="713"/>
            </a:xfrm>
            <a:prstGeom prst="line">
              <a:avLst/>
            </a:prstGeom>
            <a:ln w="9525" cap="flat" cmpd="sng">
              <a:solidFill>
                <a:srgbClr val="00966F"/>
              </a:solidFill>
              <a:prstDash val="dash"/>
              <a:headEnd type="none" w="med" len="med"/>
              <a:tailEnd type="none" w="med" len="med"/>
            </a:ln>
          </p:spPr>
        </p:sp>
        <p:sp>
          <p:nvSpPr>
            <p:cNvPr id="29709" name="Line 80"/>
            <p:cNvSpPr/>
            <p:nvPr/>
          </p:nvSpPr>
          <p:spPr>
            <a:xfrm flipV="1">
              <a:off x="1907" y="3600"/>
              <a:ext cx="1" cy="425"/>
            </a:xfrm>
            <a:prstGeom prst="line">
              <a:avLst/>
            </a:prstGeom>
            <a:ln w="9525" cap="flat" cmpd="sng">
              <a:solidFill>
                <a:srgbClr val="FF9900"/>
              </a:solidFill>
              <a:prstDash val="dash"/>
              <a:headEnd type="none" w="med" len="med"/>
              <a:tailEnd type="none" w="med" len="med"/>
            </a:ln>
          </p:spPr>
        </p:sp>
        <p:grpSp>
          <p:nvGrpSpPr>
            <p:cNvPr id="29710" name="Group 90"/>
            <p:cNvGrpSpPr/>
            <p:nvPr/>
          </p:nvGrpSpPr>
          <p:grpSpPr>
            <a:xfrm>
              <a:off x="835" y="2112"/>
              <a:ext cx="1421" cy="343"/>
              <a:chOff x="835" y="2112"/>
              <a:chExt cx="1421" cy="343"/>
            </a:xfrm>
          </p:grpSpPr>
          <p:sp>
            <p:nvSpPr>
              <p:cNvPr id="29762" name="Text Box 72"/>
              <p:cNvSpPr txBox="1"/>
              <p:nvPr/>
            </p:nvSpPr>
            <p:spPr>
              <a:xfrm>
                <a:off x="835" y="2112"/>
                <a:ext cx="188" cy="343"/>
              </a:xfrm>
              <a:prstGeom prst="rect">
                <a:avLst/>
              </a:prstGeom>
              <a:noFill/>
              <a:ln w="9525">
                <a:noFill/>
              </a:ln>
            </p:spPr>
            <p:txBody>
              <a:bodyPr wrap="none">
                <a:spAutoFit/>
              </a:bodyPr>
              <a:p>
                <a:pPr algn="ct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9763" name="Line 87"/>
              <p:cNvSpPr/>
              <p:nvPr/>
            </p:nvSpPr>
            <p:spPr>
              <a:xfrm>
                <a:off x="1056" y="2352"/>
                <a:ext cx="384" cy="0"/>
              </a:xfrm>
              <a:prstGeom prst="line">
                <a:avLst/>
              </a:prstGeom>
              <a:ln w="38100" cap="flat" cmpd="sng">
                <a:solidFill>
                  <a:srgbClr val="FF0000"/>
                </a:solidFill>
                <a:prstDash val="solid"/>
                <a:headEnd type="none" w="med" len="med"/>
                <a:tailEnd type="none" w="med" len="med"/>
              </a:ln>
            </p:spPr>
          </p:sp>
          <p:sp>
            <p:nvSpPr>
              <p:cNvPr id="29764" name="Line 88"/>
              <p:cNvSpPr/>
              <p:nvPr/>
            </p:nvSpPr>
            <p:spPr>
              <a:xfrm flipV="1">
                <a:off x="1440" y="2112"/>
                <a:ext cx="0" cy="240"/>
              </a:xfrm>
              <a:prstGeom prst="line">
                <a:avLst/>
              </a:prstGeom>
              <a:ln w="38100" cap="flat" cmpd="sng">
                <a:solidFill>
                  <a:srgbClr val="FF0000"/>
                </a:solidFill>
                <a:prstDash val="solid"/>
                <a:headEnd type="none" w="med" len="med"/>
                <a:tailEnd type="none" w="med" len="med"/>
              </a:ln>
            </p:spPr>
          </p:sp>
          <p:sp>
            <p:nvSpPr>
              <p:cNvPr id="29765" name="Line 89"/>
              <p:cNvSpPr/>
              <p:nvPr/>
            </p:nvSpPr>
            <p:spPr>
              <a:xfrm>
                <a:off x="1440" y="2112"/>
                <a:ext cx="816" cy="0"/>
              </a:xfrm>
              <a:prstGeom prst="line">
                <a:avLst/>
              </a:prstGeom>
              <a:ln w="38100" cap="flat" cmpd="sng">
                <a:solidFill>
                  <a:srgbClr val="FF0000"/>
                </a:solidFill>
                <a:prstDash val="solid"/>
                <a:headEnd type="none" w="med" len="med"/>
                <a:tailEnd type="none" w="med" len="med"/>
              </a:ln>
            </p:spPr>
          </p:sp>
        </p:grpSp>
        <p:grpSp>
          <p:nvGrpSpPr>
            <p:cNvPr id="29711" name="Group 103"/>
            <p:cNvGrpSpPr/>
            <p:nvPr/>
          </p:nvGrpSpPr>
          <p:grpSpPr>
            <a:xfrm>
              <a:off x="835" y="2443"/>
              <a:ext cx="1565" cy="367"/>
              <a:chOff x="835" y="2443"/>
              <a:chExt cx="1565" cy="367"/>
            </a:xfrm>
          </p:grpSpPr>
          <p:sp>
            <p:nvSpPr>
              <p:cNvPr id="29757" name="Text Box 83"/>
              <p:cNvSpPr txBox="1"/>
              <p:nvPr/>
            </p:nvSpPr>
            <p:spPr>
              <a:xfrm>
                <a:off x="835" y="2467"/>
                <a:ext cx="188" cy="343"/>
              </a:xfrm>
              <a:prstGeom prst="rect">
                <a:avLst/>
              </a:prstGeom>
              <a:noFill/>
              <a:ln w="9525">
                <a:noFill/>
              </a:ln>
            </p:spPr>
            <p:txBody>
              <a:bodyPr wrap="none">
                <a:spAutoFit/>
              </a:bodyPr>
              <a:p>
                <a:pPr algn="ct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9758" name="Line 85"/>
              <p:cNvSpPr/>
              <p:nvPr/>
            </p:nvSpPr>
            <p:spPr>
              <a:xfrm>
                <a:off x="864" y="2500"/>
                <a:ext cx="122" cy="0"/>
              </a:xfrm>
              <a:prstGeom prst="line">
                <a:avLst/>
              </a:prstGeom>
              <a:ln w="19050" cap="flat" cmpd="sng">
                <a:solidFill>
                  <a:schemeClr val="accent2"/>
                </a:solidFill>
                <a:prstDash val="solid"/>
                <a:headEnd type="none" w="med" len="med"/>
                <a:tailEnd type="none" w="med" len="med"/>
              </a:ln>
            </p:spPr>
          </p:sp>
          <p:sp>
            <p:nvSpPr>
              <p:cNvPr id="29759" name="Line 93"/>
              <p:cNvSpPr/>
              <p:nvPr/>
            </p:nvSpPr>
            <p:spPr>
              <a:xfrm>
                <a:off x="1056" y="2448"/>
                <a:ext cx="519" cy="0"/>
              </a:xfrm>
              <a:prstGeom prst="line">
                <a:avLst/>
              </a:prstGeom>
              <a:ln w="38100" cap="flat" cmpd="sng">
                <a:solidFill>
                  <a:schemeClr val="accent2"/>
                </a:solidFill>
                <a:prstDash val="solid"/>
                <a:headEnd type="none" w="med" len="med"/>
                <a:tailEnd type="none" w="med" len="med"/>
              </a:ln>
            </p:spPr>
          </p:sp>
          <p:sp>
            <p:nvSpPr>
              <p:cNvPr id="29760" name="Line 94"/>
              <p:cNvSpPr/>
              <p:nvPr/>
            </p:nvSpPr>
            <p:spPr>
              <a:xfrm flipV="1">
                <a:off x="1584" y="2443"/>
                <a:ext cx="0" cy="240"/>
              </a:xfrm>
              <a:prstGeom prst="line">
                <a:avLst/>
              </a:prstGeom>
              <a:ln w="38100" cap="flat" cmpd="sng">
                <a:solidFill>
                  <a:schemeClr val="accent2"/>
                </a:solidFill>
                <a:prstDash val="solid"/>
                <a:headEnd type="none" w="med" len="med"/>
                <a:tailEnd type="none" w="med" len="med"/>
              </a:ln>
            </p:spPr>
          </p:sp>
          <p:sp>
            <p:nvSpPr>
              <p:cNvPr id="29761" name="Line 95"/>
              <p:cNvSpPr/>
              <p:nvPr/>
            </p:nvSpPr>
            <p:spPr>
              <a:xfrm>
                <a:off x="1584" y="2688"/>
                <a:ext cx="816" cy="0"/>
              </a:xfrm>
              <a:prstGeom prst="line">
                <a:avLst/>
              </a:prstGeom>
              <a:ln w="38100" cap="flat" cmpd="sng">
                <a:solidFill>
                  <a:schemeClr val="accent2"/>
                </a:solidFill>
                <a:prstDash val="solid"/>
                <a:headEnd type="none" w="med" len="med"/>
                <a:tailEnd type="none" w="med" len="med"/>
              </a:ln>
            </p:spPr>
          </p:sp>
        </p:grpSp>
        <p:grpSp>
          <p:nvGrpSpPr>
            <p:cNvPr id="29712" name="Group 111"/>
            <p:cNvGrpSpPr/>
            <p:nvPr/>
          </p:nvGrpSpPr>
          <p:grpSpPr>
            <a:xfrm>
              <a:off x="842" y="2755"/>
              <a:ext cx="1560" cy="343"/>
              <a:chOff x="842" y="2755"/>
              <a:chExt cx="1560" cy="343"/>
            </a:xfrm>
          </p:grpSpPr>
          <p:sp>
            <p:nvSpPr>
              <p:cNvPr id="29753" name="Text Box 73"/>
              <p:cNvSpPr txBox="1"/>
              <p:nvPr/>
            </p:nvSpPr>
            <p:spPr>
              <a:xfrm>
                <a:off x="842" y="2755"/>
                <a:ext cx="236" cy="343"/>
              </a:xfrm>
              <a:prstGeom prst="rect">
                <a:avLst/>
              </a:prstGeom>
              <a:noFill/>
              <a:ln w="9525">
                <a:noFill/>
              </a:ln>
            </p:spPr>
            <p:txBody>
              <a:bodyPr wrap="none">
                <a:spAutoFit/>
              </a:bodyPr>
              <a:p>
                <a:pPr algn="ct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P</a:t>
                </a:r>
                <a:r>
                  <a:rPr lang="en-US" altLang="zh-CN" sz="1800" baseline="-25000" dirty="0">
                    <a:solidFill>
                      <a:schemeClr val="tx1"/>
                    </a:solidFill>
                    <a:latin typeface="黑体" panose="02010609060101010101" pitchFamily="49" charset="-122"/>
                    <a:ea typeface="黑体" panose="02010609060101010101" pitchFamily="49" charset="-122"/>
                  </a:rPr>
                  <a:t>1</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29754" name="Line 100"/>
              <p:cNvSpPr/>
              <p:nvPr/>
            </p:nvSpPr>
            <p:spPr>
              <a:xfrm>
                <a:off x="1058" y="3024"/>
                <a:ext cx="519" cy="0"/>
              </a:xfrm>
              <a:prstGeom prst="line">
                <a:avLst/>
              </a:prstGeom>
              <a:ln w="38100" cap="flat" cmpd="sng">
                <a:solidFill>
                  <a:srgbClr val="FF49FF"/>
                </a:solidFill>
                <a:prstDash val="solid"/>
                <a:headEnd type="none" w="med" len="med"/>
                <a:tailEnd type="none" w="med" len="med"/>
              </a:ln>
            </p:spPr>
          </p:sp>
          <p:sp>
            <p:nvSpPr>
              <p:cNvPr id="29755" name="Line 101"/>
              <p:cNvSpPr/>
              <p:nvPr/>
            </p:nvSpPr>
            <p:spPr>
              <a:xfrm flipV="1">
                <a:off x="1586" y="2784"/>
                <a:ext cx="0" cy="240"/>
              </a:xfrm>
              <a:prstGeom prst="line">
                <a:avLst/>
              </a:prstGeom>
              <a:ln w="38100" cap="flat" cmpd="sng">
                <a:solidFill>
                  <a:srgbClr val="FF49FF"/>
                </a:solidFill>
                <a:prstDash val="solid"/>
                <a:headEnd type="none" w="med" len="med"/>
                <a:tailEnd type="none" w="med" len="med"/>
              </a:ln>
            </p:spPr>
          </p:sp>
          <p:sp>
            <p:nvSpPr>
              <p:cNvPr id="29756" name="Line 102"/>
              <p:cNvSpPr/>
              <p:nvPr/>
            </p:nvSpPr>
            <p:spPr>
              <a:xfrm>
                <a:off x="1586" y="2784"/>
                <a:ext cx="816" cy="0"/>
              </a:xfrm>
              <a:prstGeom prst="line">
                <a:avLst/>
              </a:prstGeom>
              <a:ln w="38100" cap="flat" cmpd="sng">
                <a:solidFill>
                  <a:srgbClr val="FF49FF"/>
                </a:solidFill>
                <a:prstDash val="solid"/>
                <a:headEnd type="none" w="med" len="med"/>
                <a:tailEnd type="none" w="med" len="med"/>
              </a:ln>
            </p:spPr>
          </p:sp>
        </p:grpSp>
        <p:grpSp>
          <p:nvGrpSpPr>
            <p:cNvPr id="29713" name="Group 128"/>
            <p:cNvGrpSpPr/>
            <p:nvPr/>
          </p:nvGrpSpPr>
          <p:grpSpPr>
            <a:xfrm>
              <a:off x="842" y="3091"/>
              <a:ext cx="1716" cy="343"/>
              <a:chOff x="842" y="3091"/>
              <a:chExt cx="1716" cy="343"/>
            </a:xfrm>
          </p:grpSpPr>
          <p:sp>
            <p:nvSpPr>
              <p:cNvPr id="29749" name="Text Box 74"/>
              <p:cNvSpPr txBox="1"/>
              <p:nvPr/>
            </p:nvSpPr>
            <p:spPr>
              <a:xfrm>
                <a:off x="842" y="3091"/>
                <a:ext cx="236" cy="343"/>
              </a:xfrm>
              <a:prstGeom prst="rect">
                <a:avLst/>
              </a:prstGeom>
              <a:noFill/>
              <a:ln w="9525">
                <a:noFill/>
              </a:ln>
            </p:spPr>
            <p:txBody>
              <a:bodyPr wrap="none">
                <a:spAutoFit/>
              </a:bodyPr>
              <a:p>
                <a:pPr algn="ct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P</a:t>
                </a:r>
                <a:r>
                  <a:rPr lang="en-US" altLang="zh-CN" sz="1800" baseline="-25000" dirty="0">
                    <a:solidFill>
                      <a:schemeClr val="tx1"/>
                    </a:solidFill>
                    <a:latin typeface="黑体" panose="02010609060101010101" pitchFamily="49" charset="-122"/>
                    <a:ea typeface="黑体" panose="02010609060101010101" pitchFamily="49" charset="-122"/>
                  </a:rPr>
                  <a:t>2</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29750" name="Line 107"/>
              <p:cNvSpPr/>
              <p:nvPr/>
            </p:nvSpPr>
            <p:spPr>
              <a:xfrm>
                <a:off x="1056" y="3125"/>
                <a:ext cx="678" cy="0"/>
              </a:xfrm>
              <a:prstGeom prst="line">
                <a:avLst/>
              </a:prstGeom>
              <a:ln w="38100" cap="flat" cmpd="sng">
                <a:solidFill>
                  <a:srgbClr val="00966F"/>
                </a:solidFill>
                <a:prstDash val="solid"/>
                <a:headEnd type="none" w="med" len="med"/>
                <a:tailEnd type="none" w="med" len="med"/>
              </a:ln>
            </p:spPr>
          </p:sp>
          <p:sp>
            <p:nvSpPr>
              <p:cNvPr id="29751" name="Line 108"/>
              <p:cNvSpPr/>
              <p:nvPr/>
            </p:nvSpPr>
            <p:spPr>
              <a:xfrm flipV="1">
                <a:off x="1742" y="3120"/>
                <a:ext cx="0" cy="240"/>
              </a:xfrm>
              <a:prstGeom prst="line">
                <a:avLst/>
              </a:prstGeom>
              <a:ln w="38100" cap="flat" cmpd="sng">
                <a:solidFill>
                  <a:srgbClr val="00966F"/>
                </a:solidFill>
                <a:prstDash val="solid"/>
                <a:headEnd type="none" w="med" len="med"/>
                <a:tailEnd type="none" w="med" len="med"/>
              </a:ln>
            </p:spPr>
          </p:sp>
          <p:sp>
            <p:nvSpPr>
              <p:cNvPr id="29752" name="Line 109"/>
              <p:cNvSpPr/>
              <p:nvPr/>
            </p:nvSpPr>
            <p:spPr>
              <a:xfrm>
                <a:off x="1742" y="3365"/>
                <a:ext cx="816" cy="0"/>
              </a:xfrm>
              <a:prstGeom prst="line">
                <a:avLst/>
              </a:prstGeom>
              <a:ln w="38100" cap="flat" cmpd="sng">
                <a:solidFill>
                  <a:srgbClr val="00966F"/>
                </a:solidFill>
                <a:prstDash val="solid"/>
                <a:headEnd type="none" w="med" len="med"/>
                <a:tailEnd type="none" w="med" len="med"/>
              </a:ln>
            </p:spPr>
          </p:sp>
        </p:grpSp>
        <p:grpSp>
          <p:nvGrpSpPr>
            <p:cNvPr id="29714" name="Group 130"/>
            <p:cNvGrpSpPr/>
            <p:nvPr/>
          </p:nvGrpSpPr>
          <p:grpSpPr>
            <a:xfrm>
              <a:off x="848" y="3427"/>
              <a:ext cx="1869" cy="343"/>
              <a:chOff x="848" y="3427"/>
              <a:chExt cx="1869" cy="343"/>
            </a:xfrm>
          </p:grpSpPr>
          <p:sp>
            <p:nvSpPr>
              <p:cNvPr id="29743" name="Text Box 75"/>
              <p:cNvSpPr txBox="1"/>
              <p:nvPr/>
            </p:nvSpPr>
            <p:spPr>
              <a:xfrm>
                <a:off x="848" y="3427"/>
                <a:ext cx="236" cy="343"/>
              </a:xfrm>
              <a:prstGeom prst="rect">
                <a:avLst/>
              </a:prstGeom>
              <a:noFill/>
              <a:ln w="9525">
                <a:noFill/>
              </a:ln>
            </p:spPr>
            <p:txBody>
              <a:bodyPr wrap="none">
                <a:spAutoFit/>
              </a:bodyPr>
              <a:p>
                <a:pPr algn="ct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P</a:t>
                </a:r>
                <a:r>
                  <a:rPr lang="en-US" altLang="zh-CN" sz="1800" baseline="-25000" dirty="0">
                    <a:solidFill>
                      <a:schemeClr val="tx1"/>
                    </a:solidFill>
                    <a:latin typeface="黑体" panose="02010609060101010101" pitchFamily="49" charset="-122"/>
                    <a:ea typeface="黑体" panose="02010609060101010101" pitchFamily="49" charset="-122"/>
                  </a:rPr>
                  <a:t>3</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29744" name="Line 114"/>
              <p:cNvSpPr/>
              <p:nvPr/>
            </p:nvSpPr>
            <p:spPr>
              <a:xfrm>
                <a:off x="1056" y="3696"/>
                <a:ext cx="701" cy="0"/>
              </a:xfrm>
              <a:prstGeom prst="line">
                <a:avLst/>
              </a:prstGeom>
              <a:ln w="38100" cap="flat" cmpd="sng">
                <a:solidFill>
                  <a:srgbClr val="FF9900"/>
                </a:solidFill>
                <a:prstDash val="solid"/>
                <a:headEnd type="none" w="med" len="med"/>
                <a:tailEnd type="none" w="med" len="med"/>
              </a:ln>
            </p:spPr>
          </p:sp>
          <p:sp>
            <p:nvSpPr>
              <p:cNvPr id="29745" name="Line 115"/>
              <p:cNvSpPr/>
              <p:nvPr/>
            </p:nvSpPr>
            <p:spPr>
              <a:xfrm flipV="1">
                <a:off x="1752" y="3456"/>
                <a:ext cx="0" cy="240"/>
              </a:xfrm>
              <a:prstGeom prst="line">
                <a:avLst/>
              </a:prstGeom>
              <a:ln w="38100" cap="flat" cmpd="sng">
                <a:solidFill>
                  <a:srgbClr val="FF9900"/>
                </a:solidFill>
                <a:prstDash val="solid"/>
                <a:headEnd type="none" w="med" len="med"/>
                <a:tailEnd type="none" w="med" len="med"/>
              </a:ln>
            </p:spPr>
          </p:sp>
          <p:sp>
            <p:nvSpPr>
              <p:cNvPr id="29746" name="Line 116"/>
              <p:cNvSpPr/>
              <p:nvPr/>
            </p:nvSpPr>
            <p:spPr>
              <a:xfrm>
                <a:off x="1752" y="3456"/>
                <a:ext cx="147" cy="0"/>
              </a:xfrm>
              <a:prstGeom prst="line">
                <a:avLst/>
              </a:prstGeom>
              <a:ln w="38100" cap="flat" cmpd="sng">
                <a:solidFill>
                  <a:srgbClr val="FF9900"/>
                </a:solidFill>
                <a:prstDash val="solid"/>
                <a:headEnd type="none" w="med" len="med"/>
                <a:tailEnd type="none" w="med" len="med"/>
              </a:ln>
            </p:spPr>
          </p:sp>
          <p:sp>
            <p:nvSpPr>
              <p:cNvPr id="29747" name="Line 117"/>
              <p:cNvSpPr/>
              <p:nvPr/>
            </p:nvSpPr>
            <p:spPr>
              <a:xfrm flipV="1">
                <a:off x="1908" y="3456"/>
                <a:ext cx="0" cy="240"/>
              </a:xfrm>
              <a:prstGeom prst="line">
                <a:avLst/>
              </a:prstGeom>
              <a:ln w="38100" cap="flat" cmpd="sng">
                <a:solidFill>
                  <a:srgbClr val="FF9900"/>
                </a:solidFill>
                <a:prstDash val="solid"/>
                <a:headEnd type="none" w="med" len="med"/>
                <a:tailEnd type="none" w="med" len="med"/>
              </a:ln>
            </p:spPr>
          </p:sp>
          <p:sp>
            <p:nvSpPr>
              <p:cNvPr id="29748" name="Line 118"/>
              <p:cNvSpPr/>
              <p:nvPr/>
            </p:nvSpPr>
            <p:spPr>
              <a:xfrm>
                <a:off x="1903" y="3696"/>
                <a:ext cx="814" cy="0"/>
              </a:xfrm>
              <a:prstGeom prst="line">
                <a:avLst/>
              </a:prstGeom>
              <a:ln w="38100" cap="flat" cmpd="sng">
                <a:solidFill>
                  <a:srgbClr val="FF9900"/>
                </a:solidFill>
                <a:prstDash val="solid"/>
                <a:headEnd type="none" w="med" len="med"/>
                <a:tailEnd type="none" w="med" len="med"/>
              </a:ln>
            </p:spPr>
          </p:sp>
        </p:grpSp>
        <p:grpSp>
          <p:nvGrpSpPr>
            <p:cNvPr id="29715" name="Group 155"/>
            <p:cNvGrpSpPr/>
            <p:nvPr/>
          </p:nvGrpSpPr>
          <p:grpSpPr>
            <a:xfrm>
              <a:off x="834" y="3763"/>
              <a:ext cx="1730" cy="343"/>
              <a:chOff x="834" y="3763"/>
              <a:chExt cx="1730" cy="343"/>
            </a:xfrm>
          </p:grpSpPr>
          <p:sp>
            <p:nvSpPr>
              <p:cNvPr id="29735" name="Text Box 76"/>
              <p:cNvSpPr txBox="1"/>
              <p:nvPr/>
            </p:nvSpPr>
            <p:spPr>
              <a:xfrm>
                <a:off x="834" y="3763"/>
                <a:ext cx="188" cy="343"/>
              </a:xfrm>
              <a:prstGeom prst="rect">
                <a:avLst/>
              </a:prstGeom>
              <a:noFill/>
              <a:ln w="9525">
                <a:noFill/>
              </a:ln>
            </p:spPr>
            <p:txBody>
              <a:bodyPr wrap="none">
                <a:spAutoFit/>
              </a:bodyPr>
              <a:p>
                <a:pPr algn="ct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F</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9736" name="Line 120"/>
              <p:cNvSpPr/>
              <p:nvPr/>
            </p:nvSpPr>
            <p:spPr>
              <a:xfrm>
                <a:off x="1056" y="3792"/>
                <a:ext cx="694" cy="0"/>
              </a:xfrm>
              <a:prstGeom prst="line">
                <a:avLst/>
              </a:prstGeom>
              <a:ln w="38100" cap="flat" cmpd="sng">
                <a:solidFill>
                  <a:srgbClr val="993300"/>
                </a:solidFill>
                <a:prstDash val="solid"/>
                <a:headEnd type="none" w="med" len="med"/>
                <a:tailEnd type="none" w="med" len="med"/>
              </a:ln>
            </p:spPr>
          </p:sp>
          <p:sp>
            <p:nvSpPr>
              <p:cNvPr id="29737" name="Line 121"/>
              <p:cNvSpPr/>
              <p:nvPr/>
            </p:nvSpPr>
            <p:spPr>
              <a:xfrm>
                <a:off x="1752" y="3792"/>
                <a:ext cx="0" cy="238"/>
              </a:xfrm>
              <a:prstGeom prst="line">
                <a:avLst/>
              </a:prstGeom>
              <a:ln w="38100" cap="flat" cmpd="sng">
                <a:solidFill>
                  <a:srgbClr val="993300"/>
                </a:solidFill>
                <a:prstDash val="solid"/>
                <a:headEnd type="none" w="med" len="med"/>
                <a:tailEnd type="none" w="med" len="med"/>
              </a:ln>
            </p:spPr>
          </p:sp>
          <p:sp>
            <p:nvSpPr>
              <p:cNvPr id="29738" name="Line 122"/>
              <p:cNvSpPr/>
              <p:nvPr/>
            </p:nvSpPr>
            <p:spPr>
              <a:xfrm>
                <a:off x="1752" y="4020"/>
                <a:ext cx="159" cy="0"/>
              </a:xfrm>
              <a:prstGeom prst="line">
                <a:avLst/>
              </a:prstGeom>
              <a:ln w="38100" cap="flat" cmpd="sng">
                <a:solidFill>
                  <a:srgbClr val="993300"/>
                </a:solidFill>
                <a:prstDash val="solid"/>
                <a:headEnd type="none" w="med" len="med"/>
                <a:tailEnd type="none" w="med" len="med"/>
              </a:ln>
            </p:spPr>
          </p:sp>
          <p:sp>
            <p:nvSpPr>
              <p:cNvPr id="29739" name="Line 123"/>
              <p:cNvSpPr/>
              <p:nvPr/>
            </p:nvSpPr>
            <p:spPr>
              <a:xfrm>
                <a:off x="1908" y="3792"/>
                <a:ext cx="0" cy="238"/>
              </a:xfrm>
              <a:prstGeom prst="line">
                <a:avLst/>
              </a:prstGeom>
              <a:ln w="38100" cap="flat" cmpd="sng">
                <a:solidFill>
                  <a:srgbClr val="993300"/>
                </a:solidFill>
                <a:prstDash val="solid"/>
                <a:headEnd type="none" w="med" len="med"/>
                <a:tailEnd type="none" w="med" len="med"/>
              </a:ln>
            </p:spPr>
          </p:sp>
          <p:sp>
            <p:nvSpPr>
              <p:cNvPr id="29740" name="Line 124"/>
              <p:cNvSpPr/>
              <p:nvPr/>
            </p:nvSpPr>
            <p:spPr>
              <a:xfrm>
                <a:off x="1907" y="3792"/>
                <a:ext cx="159" cy="0"/>
              </a:xfrm>
              <a:prstGeom prst="line">
                <a:avLst/>
              </a:prstGeom>
              <a:ln w="38100" cap="flat" cmpd="sng">
                <a:solidFill>
                  <a:srgbClr val="993300"/>
                </a:solidFill>
                <a:prstDash val="solid"/>
                <a:headEnd type="none" w="med" len="med"/>
                <a:tailEnd type="none" w="med" len="med"/>
              </a:ln>
            </p:spPr>
          </p:sp>
          <p:sp>
            <p:nvSpPr>
              <p:cNvPr id="29741" name="Line 125"/>
              <p:cNvSpPr/>
              <p:nvPr/>
            </p:nvSpPr>
            <p:spPr>
              <a:xfrm>
                <a:off x="2052" y="3792"/>
                <a:ext cx="0" cy="238"/>
              </a:xfrm>
              <a:prstGeom prst="line">
                <a:avLst/>
              </a:prstGeom>
              <a:ln w="38100" cap="flat" cmpd="sng">
                <a:solidFill>
                  <a:srgbClr val="993300"/>
                </a:solidFill>
                <a:prstDash val="solid"/>
                <a:headEnd type="none" w="med" len="med"/>
                <a:tailEnd type="none" w="med" len="med"/>
              </a:ln>
            </p:spPr>
          </p:sp>
          <p:sp>
            <p:nvSpPr>
              <p:cNvPr id="29742" name="Line 126"/>
              <p:cNvSpPr/>
              <p:nvPr/>
            </p:nvSpPr>
            <p:spPr>
              <a:xfrm>
                <a:off x="2052" y="4020"/>
                <a:ext cx="512" cy="0"/>
              </a:xfrm>
              <a:prstGeom prst="line">
                <a:avLst/>
              </a:prstGeom>
              <a:ln w="38100" cap="flat" cmpd="sng">
                <a:solidFill>
                  <a:srgbClr val="993300"/>
                </a:solidFill>
                <a:prstDash val="solid"/>
                <a:headEnd type="none" w="med" len="med"/>
                <a:tailEnd type="none" w="med" len="med"/>
              </a:ln>
            </p:spPr>
          </p:sp>
        </p:grpSp>
        <p:grpSp>
          <p:nvGrpSpPr>
            <p:cNvPr id="29716" name="Group 138"/>
            <p:cNvGrpSpPr/>
            <p:nvPr/>
          </p:nvGrpSpPr>
          <p:grpSpPr>
            <a:xfrm>
              <a:off x="2256" y="2112"/>
              <a:ext cx="1043" cy="240"/>
              <a:chOff x="2256" y="2112"/>
              <a:chExt cx="1043" cy="240"/>
            </a:xfrm>
          </p:grpSpPr>
          <p:sp>
            <p:nvSpPr>
              <p:cNvPr id="29733" name="Line 135"/>
              <p:cNvSpPr/>
              <p:nvPr/>
            </p:nvSpPr>
            <p:spPr>
              <a:xfrm flipV="1">
                <a:off x="2258" y="2112"/>
                <a:ext cx="0" cy="240"/>
              </a:xfrm>
              <a:prstGeom prst="line">
                <a:avLst/>
              </a:prstGeom>
              <a:ln w="38100" cap="flat" cmpd="sng">
                <a:solidFill>
                  <a:srgbClr val="FF0000"/>
                </a:solidFill>
                <a:prstDash val="solid"/>
                <a:headEnd type="none" w="med" len="med"/>
                <a:tailEnd type="none" w="med" len="med"/>
              </a:ln>
            </p:spPr>
          </p:sp>
          <p:sp>
            <p:nvSpPr>
              <p:cNvPr id="29734" name="Line 136"/>
              <p:cNvSpPr/>
              <p:nvPr/>
            </p:nvSpPr>
            <p:spPr>
              <a:xfrm>
                <a:off x="2256" y="2352"/>
                <a:ext cx="1043" cy="0"/>
              </a:xfrm>
              <a:prstGeom prst="line">
                <a:avLst/>
              </a:prstGeom>
              <a:ln w="38100" cap="flat" cmpd="sng">
                <a:solidFill>
                  <a:srgbClr val="FF0000"/>
                </a:solidFill>
                <a:prstDash val="solid"/>
                <a:headEnd type="none" w="med" len="med"/>
                <a:tailEnd type="none" w="med" len="med"/>
              </a:ln>
            </p:spPr>
          </p:sp>
        </p:grpSp>
        <p:grpSp>
          <p:nvGrpSpPr>
            <p:cNvPr id="29717" name="Group 142"/>
            <p:cNvGrpSpPr/>
            <p:nvPr/>
          </p:nvGrpSpPr>
          <p:grpSpPr>
            <a:xfrm>
              <a:off x="2401" y="2448"/>
              <a:ext cx="907" cy="240"/>
              <a:chOff x="2401" y="2448"/>
              <a:chExt cx="907" cy="240"/>
            </a:xfrm>
          </p:grpSpPr>
          <p:sp>
            <p:nvSpPr>
              <p:cNvPr id="29731" name="Line 140"/>
              <p:cNvSpPr/>
              <p:nvPr/>
            </p:nvSpPr>
            <p:spPr>
              <a:xfrm flipV="1">
                <a:off x="2403" y="2448"/>
                <a:ext cx="0" cy="240"/>
              </a:xfrm>
              <a:prstGeom prst="line">
                <a:avLst/>
              </a:prstGeom>
              <a:ln w="38100" cap="flat" cmpd="sng">
                <a:solidFill>
                  <a:schemeClr val="accent2"/>
                </a:solidFill>
                <a:prstDash val="solid"/>
                <a:headEnd type="none" w="med" len="med"/>
                <a:tailEnd type="none" w="med" len="med"/>
              </a:ln>
            </p:spPr>
          </p:sp>
          <p:sp>
            <p:nvSpPr>
              <p:cNvPr id="29732" name="Line 141"/>
              <p:cNvSpPr/>
              <p:nvPr/>
            </p:nvSpPr>
            <p:spPr>
              <a:xfrm>
                <a:off x="2401" y="2448"/>
                <a:ext cx="907" cy="0"/>
              </a:xfrm>
              <a:prstGeom prst="line">
                <a:avLst/>
              </a:prstGeom>
              <a:ln w="38100" cap="flat" cmpd="sng">
                <a:solidFill>
                  <a:schemeClr val="accent2"/>
                </a:solidFill>
                <a:prstDash val="solid"/>
                <a:headEnd type="none" w="med" len="med"/>
                <a:tailEnd type="none" w="med" len="med"/>
              </a:ln>
            </p:spPr>
          </p:sp>
        </p:grpSp>
        <p:grpSp>
          <p:nvGrpSpPr>
            <p:cNvPr id="29718" name="Group 165"/>
            <p:cNvGrpSpPr/>
            <p:nvPr/>
          </p:nvGrpSpPr>
          <p:grpSpPr>
            <a:xfrm>
              <a:off x="2549" y="3132"/>
              <a:ext cx="771" cy="240"/>
              <a:chOff x="2561" y="3132"/>
              <a:chExt cx="771" cy="240"/>
            </a:xfrm>
          </p:grpSpPr>
          <p:sp>
            <p:nvSpPr>
              <p:cNvPr id="29729" name="Line 148"/>
              <p:cNvSpPr/>
              <p:nvPr/>
            </p:nvSpPr>
            <p:spPr>
              <a:xfrm flipV="1">
                <a:off x="2563" y="3132"/>
                <a:ext cx="0" cy="240"/>
              </a:xfrm>
              <a:prstGeom prst="line">
                <a:avLst/>
              </a:prstGeom>
              <a:ln w="38100" cap="flat" cmpd="sng">
                <a:solidFill>
                  <a:srgbClr val="00966F"/>
                </a:solidFill>
                <a:prstDash val="solid"/>
                <a:headEnd type="none" w="med" len="med"/>
                <a:tailEnd type="none" w="med" len="med"/>
              </a:ln>
            </p:spPr>
          </p:sp>
          <p:sp>
            <p:nvSpPr>
              <p:cNvPr id="29730" name="Line 149"/>
              <p:cNvSpPr/>
              <p:nvPr/>
            </p:nvSpPr>
            <p:spPr>
              <a:xfrm>
                <a:off x="2561" y="3132"/>
                <a:ext cx="771" cy="0"/>
              </a:xfrm>
              <a:prstGeom prst="line">
                <a:avLst/>
              </a:prstGeom>
              <a:ln w="38100" cap="flat" cmpd="sng">
                <a:solidFill>
                  <a:srgbClr val="00966F"/>
                </a:solidFill>
                <a:prstDash val="solid"/>
                <a:headEnd type="none" w="med" len="med"/>
                <a:tailEnd type="none" w="med" len="med"/>
              </a:ln>
            </p:spPr>
          </p:sp>
        </p:grpSp>
        <p:sp>
          <p:nvSpPr>
            <p:cNvPr id="29719" name="Line 154"/>
            <p:cNvSpPr/>
            <p:nvPr/>
          </p:nvSpPr>
          <p:spPr>
            <a:xfrm>
              <a:off x="2677" y="3696"/>
              <a:ext cx="635" cy="0"/>
            </a:xfrm>
            <a:prstGeom prst="line">
              <a:avLst/>
            </a:prstGeom>
            <a:ln w="38100" cap="flat" cmpd="sng">
              <a:solidFill>
                <a:srgbClr val="FF9900"/>
              </a:solidFill>
              <a:prstDash val="solid"/>
              <a:headEnd type="none" w="med" len="med"/>
              <a:tailEnd type="none" w="med" len="med"/>
            </a:ln>
          </p:spPr>
        </p:sp>
        <p:sp>
          <p:nvSpPr>
            <p:cNvPr id="29720" name="Line 159"/>
            <p:cNvSpPr/>
            <p:nvPr/>
          </p:nvSpPr>
          <p:spPr>
            <a:xfrm>
              <a:off x="2256" y="2304"/>
              <a:ext cx="1" cy="1724"/>
            </a:xfrm>
            <a:prstGeom prst="line">
              <a:avLst/>
            </a:prstGeom>
            <a:ln w="9525" cap="flat" cmpd="sng">
              <a:solidFill>
                <a:srgbClr val="FF0000"/>
              </a:solidFill>
              <a:prstDash val="dash"/>
              <a:headEnd type="none" w="med" len="med"/>
              <a:tailEnd type="none" w="med" len="med"/>
            </a:ln>
          </p:spPr>
        </p:sp>
        <p:sp>
          <p:nvSpPr>
            <p:cNvPr id="29721" name="Line 160"/>
            <p:cNvSpPr/>
            <p:nvPr/>
          </p:nvSpPr>
          <p:spPr>
            <a:xfrm>
              <a:off x="2400" y="2621"/>
              <a:ext cx="1" cy="1407"/>
            </a:xfrm>
            <a:prstGeom prst="line">
              <a:avLst/>
            </a:prstGeom>
            <a:ln w="9525" cap="flat" cmpd="sng">
              <a:solidFill>
                <a:schemeClr val="accent2"/>
              </a:solidFill>
              <a:prstDash val="dash"/>
              <a:headEnd type="none" w="med" len="med"/>
              <a:tailEnd type="none" w="med" len="med"/>
            </a:ln>
          </p:spPr>
        </p:sp>
        <p:sp>
          <p:nvSpPr>
            <p:cNvPr id="29722" name="Line 161"/>
            <p:cNvSpPr/>
            <p:nvPr/>
          </p:nvSpPr>
          <p:spPr>
            <a:xfrm>
              <a:off x="2547" y="3284"/>
              <a:ext cx="9" cy="713"/>
            </a:xfrm>
            <a:prstGeom prst="line">
              <a:avLst/>
            </a:prstGeom>
            <a:ln w="9525" cap="flat" cmpd="sng">
              <a:solidFill>
                <a:srgbClr val="00966F"/>
              </a:solidFill>
              <a:prstDash val="dash"/>
              <a:headEnd type="none" w="med" len="med"/>
              <a:tailEnd type="none" w="med" len="med"/>
            </a:ln>
          </p:spPr>
        </p:sp>
        <p:grpSp>
          <p:nvGrpSpPr>
            <p:cNvPr id="29723" name="Group 146"/>
            <p:cNvGrpSpPr/>
            <p:nvPr/>
          </p:nvGrpSpPr>
          <p:grpSpPr>
            <a:xfrm>
              <a:off x="2400" y="2784"/>
              <a:ext cx="907" cy="240"/>
              <a:chOff x="2400" y="2784"/>
              <a:chExt cx="907" cy="240"/>
            </a:xfrm>
          </p:grpSpPr>
          <p:sp>
            <p:nvSpPr>
              <p:cNvPr id="29727" name="Line 144"/>
              <p:cNvSpPr/>
              <p:nvPr/>
            </p:nvSpPr>
            <p:spPr>
              <a:xfrm flipV="1">
                <a:off x="2402" y="2784"/>
                <a:ext cx="0" cy="240"/>
              </a:xfrm>
              <a:prstGeom prst="line">
                <a:avLst/>
              </a:prstGeom>
              <a:ln w="38100" cap="flat" cmpd="sng">
                <a:solidFill>
                  <a:srgbClr val="FF49FF"/>
                </a:solidFill>
                <a:prstDash val="solid"/>
                <a:headEnd type="none" w="med" len="med"/>
                <a:tailEnd type="none" w="med" len="med"/>
              </a:ln>
            </p:spPr>
          </p:sp>
          <p:sp>
            <p:nvSpPr>
              <p:cNvPr id="29728" name="Line 145"/>
              <p:cNvSpPr/>
              <p:nvPr/>
            </p:nvSpPr>
            <p:spPr>
              <a:xfrm>
                <a:off x="2400" y="3024"/>
                <a:ext cx="907" cy="0"/>
              </a:xfrm>
              <a:prstGeom prst="line">
                <a:avLst/>
              </a:prstGeom>
              <a:ln w="38100" cap="flat" cmpd="sng">
                <a:solidFill>
                  <a:srgbClr val="FF49FF"/>
                </a:solidFill>
                <a:prstDash val="solid"/>
                <a:headEnd type="none" w="med" len="med"/>
                <a:tailEnd type="none" w="med" len="med"/>
              </a:ln>
            </p:spPr>
          </p:sp>
        </p:grpSp>
        <p:grpSp>
          <p:nvGrpSpPr>
            <p:cNvPr id="29724" name="Group 166"/>
            <p:cNvGrpSpPr/>
            <p:nvPr/>
          </p:nvGrpSpPr>
          <p:grpSpPr>
            <a:xfrm>
              <a:off x="2556" y="3792"/>
              <a:ext cx="771" cy="240"/>
              <a:chOff x="2556" y="3792"/>
              <a:chExt cx="771" cy="240"/>
            </a:xfrm>
          </p:grpSpPr>
          <p:sp>
            <p:nvSpPr>
              <p:cNvPr id="29725" name="Line 157"/>
              <p:cNvSpPr/>
              <p:nvPr/>
            </p:nvSpPr>
            <p:spPr>
              <a:xfrm flipV="1">
                <a:off x="2558" y="3792"/>
                <a:ext cx="0" cy="240"/>
              </a:xfrm>
              <a:prstGeom prst="line">
                <a:avLst/>
              </a:prstGeom>
              <a:ln w="38100" cap="flat" cmpd="sng">
                <a:solidFill>
                  <a:srgbClr val="993300"/>
                </a:solidFill>
                <a:prstDash val="solid"/>
                <a:headEnd type="none" w="med" len="med"/>
                <a:tailEnd type="none" w="med" len="med"/>
              </a:ln>
            </p:spPr>
          </p:sp>
          <p:sp>
            <p:nvSpPr>
              <p:cNvPr id="29726" name="Line 158"/>
              <p:cNvSpPr/>
              <p:nvPr/>
            </p:nvSpPr>
            <p:spPr>
              <a:xfrm>
                <a:off x="2556" y="3792"/>
                <a:ext cx="771" cy="0"/>
              </a:xfrm>
              <a:prstGeom prst="line">
                <a:avLst/>
              </a:prstGeom>
              <a:ln w="38100" cap="flat" cmpd="sng">
                <a:solidFill>
                  <a:srgbClr val="993300"/>
                </a:solidFill>
                <a:prstDash val="solid"/>
                <a:headEnd type="none" w="med" len="med"/>
                <a:tailEnd type="none" w="med" len="med"/>
              </a:ln>
            </p:spPr>
          </p:sp>
        </p:grpSp>
      </p:grpSp>
      <p:pic>
        <p:nvPicPr>
          <p:cNvPr id="4" name="图片 3"/>
          <p:cNvPicPr>
            <a:picLocks noChangeAspect="1"/>
          </p:cNvPicPr>
          <p:nvPr/>
        </p:nvPicPr>
        <p:blipFill>
          <a:blip r:embed="rId1"/>
          <a:stretch>
            <a:fillRect/>
          </a:stretch>
        </p:blipFill>
        <p:spPr>
          <a:xfrm>
            <a:off x="1150620" y="421640"/>
            <a:ext cx="6209030" cy="51625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59"/>
                                        </p:tgtEl>
                                        <p:attrNameLst>
                                          <p:attrName>style.visibility</p:attrName>
                                        </p:attrNameLst>
                                      </p:cBhvr>
                                      <p:to>
                                        <p:strVal val="visible"/>
                                      </p:to>
                                    </p:set>
                                    <p:animEffect transition="in" filter="fade">
                                      <p:cBhvr>
                                        <p:cTn id="7" dur="500"/>
                                        <p:tgtEl>
                                          <p:spTgt spid="23559"/>
                                        </p:tgtEl>
                                      </p:cBhvr>
                                    </p:animEffect>
                                  </p:childTnLst>
                                </p:cTn>
                              </p:par>
                              <p:par>
                                <p:cTn id="8" presetID="10" presetClass="entr" presetSubtype="0" fill="hold" nodeType="withEffect">
                                  <p:stCondLst>
                                    <p:cond delay="0"/>
                                  </p:stCondLst>
                                  <p:childTnLst>
                                    <p:set>
                                      <p:cBhvr>
                                        <p:cTn id="9" dur="1" fill="hold">
                                          <p:stCondLst>
                                            <p:cond delay="0"/>
                                          </p:stCondLst>
                                        </p:cTn>
                                        <p:tgtEl>
                                          <p:spTgt spid="23609"/>
                                        </p:tgtEl>
                                        <p:attrNameLst>
                                          <p:attrName>style.visibility</p:attrName>
                                        </p:attrNameLst>
                                      </p:cBhvr>
                                      <p:to>
                                        <p:strVal val="visible"/>
                                      </p:to>
                                    </p:set>
                                    <p:animEffect transition="in" filter="fade">
                                      <p:cBhvr>
                                        <p:cTn id="10" dur="500"/>
                                        <p:tgtEl>
                                          <p:spTgt spid="23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3"/>
          <p:cNvSpPr>
            <a:spLocks noGrp="1"/>
          </p:cNvSpPr>
          <p:nvPr>
            <p:ph type="title"/>
          </p:nvPr>
        </p:nvSpPr>
        <p:spPr>
          <a:xfrm>
            <a:off x="500063" y="573088"/>
            <a:ext cx="7772400" cy="434975"/>
          </a:xfrm>
          <a:noFill/>
          <a:ln>
            <a:noFill/>
          </a:ln>
        </p:spPr>
        <p:txBody>
          <a:bodyPr/>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3</a:t>
            </a:r>
            <a:r>
              <a:rPr lang="zh-CN" altLang="en-US" sz="2000" b="1" dirty="0">
                <a:solidFill>
                  <a:srgbClr val="FF0000"/>
                </a:solidFill>
                <a:latin typeface="华文新魏" panose="02010800040101010101" pitchFamily="2" charset="-122"/>
                <a:ea typeface="华文新魏" panose="02010800040101010101" pitchFamily="2" charset="-122"/>
              </a:rPr>
              <a:t>.险象的判别 （</a:t>
            </a:r>
            <a:r>
              <a:rPr lang="en-US" altLang="zh-CN" sz="2000" b="1" dirty="0">
                <a:solidFill>
                  <a:srgbClr val="FF0000"/>
                </a:solidFill>
                <a:latin typeface="华文新魏" panose="02010800040101010101" pitchFamily="2" charset="-122"/>
                <a:ea typeface="华文新魏" panose="02010800040101010101" pitchFamily="2" charset="-122"/>
              </a:rPr>
              <a:t>Finding Static Hazards </a:t>
            </a:r>
            <a:r>
              <a:rPr lang="zh-CN" altLang="en-US" sz="2000" b="1" dirty="0">
                <a:solidFill>
                  <a:srgbClr val="FF0000"/>
                </a:solidFill>
                <a:latin typeface="华文新魏" panose="02010800040101010101" pitchFamily="2" charset="-122"/>
                <a:ea typeface="华文新魏" panose="02010800040101010101" pitchFamily="2" charset="-122"/>
              </a:rPr>
              <a:t>）</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22531" name="Text Box 7"/>
          <p:cNvSpPr txBox="1"/>
          <p:nvPr/>
        </p:nvSpPr>
        <p:spPr>
          <a:xfrm>
            <a:off x="466725" y="1219200"/>
            <a:ext cx="8558530" cy="3644265"/>
          </a:xfrm>
          <a:prstGeom prst="rect">
            <a:avLst/>
          </a:prstGeom>
          <a:noFill/>
          <a:ln w="9525">
            <a:noFill/>
          </a:ln>
        </p:spPr>
        <p:txBody>
          <a:bodyPr wrap="square">
            <a:spAutoFit/>
          </a:bodyPr>
          <a:p>
            <a:pPr marL="171450" indent="-171450" defTabSz="685800" eaLnBrk="1" hangingPunct="1">
              <a:lnSpc>
                <a:spcPct val="90000"/>
              </a:lnSpc>
              <a:spcBef>
                <a:spcPts val="1200"/>
              </a:spcBef>
            </a:pPr>
            <a:r>
              <a:rPr lang="en-US" altLang="zh-CN" sz="1800" b="1" dirty="0">
                <a:solidFill>
                  <a:srgbClr val="FF0000"/>
                </a:solidFill>
                <a:latin typeface="华文新魏" panose="02010800040101010101" pitchFamily="2" charset="-122"/>
                <a:ea typeface="华文新魏" panose="02010800040101010101" pitchFamily="2" charset="-122"/>
                <a:sym typeface="+mn-ea"/>
              </a:rPr>
              <a:t>1</a:t>
            </a:r>
            <a:r>
              <a:rPr lang="zh-CN" altLang="en-US" sz="1800" b="1" dirty="0">
                <a:solidFill>
                  <a:srgbClr val="FF0000"/>
                </a:solidFill>
                <a:latin typeface="华文新魏" panose="02010800040101010101" pitchFamily="2" charset="-122"/>
                <a:ea typeface="华文新魏" panose="02010800040101010101" pitchFamily="2" charset="-122"/>
                <a:sym typeface="+mn-ea"/>
              </a:rPr>
              <a:t>）卡诺图判别法 </a:t>
            </a:r>
            <a:r>
              <a:rPr lang="en-US" altLang="zh-CN" sz="1800" b="1" i="1" dirty="0">
                <a:solidFill>
                  <a:srgbClr val="FF0000"/>
                </a:solidFill>
                <a:latin typeface="华文新魏" panose="02010800040101010101" pitchFamily="2" charset="-122"/>
                <a:ea typeface="华文新魏" panose="02010800040101010101" pitchFamily="2" charset="-122"/>
                <a:sym typeface="+mn-ea"/>
              </a:rPr>
              <a:t>Using Maps</a:t>
            </a:r>
            <a:endParaRPr lang="en-US" altLang="zh-CN" sz="1800" b="1" i="1" dirty="0">
              <a:solidFill>
                <a:srgbClr val="FF0000"/>
              </a:solidFill>
              <a:latin typeface="华文新魏" panose="02010800040101010101" pitchFamily="2" charset="-122"/>
              <a:ea typeface="华文新魏" panose="02010800040101010101" pitchFamily="2" charset="-122"/>
              <a:sym typeface="+mn-ea"/>
            </a:endParaRPr>
          </a:p>
          <a:p>
            <a:pPr marL="171450" indent="-171450" defTabSz="685800" eaLnBrk="1" hangingPunct="1">
              <a:lnSpc>
                <a:spcPct val="90000"/>
              </a:lnSpc>
              <a:spcBef>
                <a:spcPts val="1200"/>
              </a:spcBef>
            </a:pPr>
            <a:r>
              <a:rPr lang="en-US" altLang="zh-CN" sz="1800" dirty="0">
                <a:solidFill>
                  <a:schemeClr val="tx1"/>
                </a:solidFill>
                <a:latin typeface="华文新魏" panose="02010800040101010101" pitchFamily="2" charset="-122"/>
                <a:ea typeface="华文新魏" panose="02010800040101010101" pitchFamily="2" charset="-122"/>
                <a:sym typeface="+mn-ea"/>
              </a:rPr>
              <a:t>   </a:t>
            </a:r>
            <a:r>
              <a:rPr lang="zh-CN" altLang="en-US" sz="1800" b="1" dirty="0">
                <a:solidFill>
                  <a:schemeClr val="tx1"/>
                </a:solidFill>
                <a:latin typeface="华文新魏" panose="02010800040101010101" pitchFamily="2" charset="-122"/>
                <a:ea typeface="华文新魏" panose="02010800040101010101" pitchFamily="2" charset="-122"/>
                <a:sym typeface="+mn-ea"/>
              </a:rPr>
              <a:t>用卡诺图可以判别出</a:t>
            </a:r>
            <a:r>
              <a:rPr lang="zh-CN" altLang="en-US" sz="1800" b="1" dirty="0">
                <a:solidFill>
                  <a:srgbClr val="0000FF"/>
                </a:solidFill>
                <a:latin typeface="华文新魏" panose="02010800040101010101" pitchFamily="2" charset="-122"/>
                <a:ea typeface="华文新魏" panose="02010800040101010101" pitchFamily="2" charset="-122"/>
                <a:sym typeface="+mn-ea"/>
              </a:rPr>
              <a:t>两级</a:t>
            </a:r>
            <a:r>
              <a:rPr lang="en-US" altLang="zh-CN" sz="1800" b="1" dirty="0">
                <a:solidFill>
                  <a:schemeClr val="tx1"/>
                </a:solidFill>
                <a:latin typeface="华文新魏" panose="02010800040101010101" pitchFamily="2" charset="-122"/>
                <a:ea typeface="华文新魏" panose="02010800040101010101" pitchFamily="2" charset="-122"/>
                <a:sym typeface="+mn-ea"/>
              </a:rPr>
              <a:t>“</a:t>
            </a:r>
            <a:r>
              <a:rPr lang="zh-CN" altLang="en-US" sz="1800" b="1" u="sng" dirty="0">
                <a:solidFill>
                  <a:schemeClr val="tx1"/>
                </a:solidFill>
                <a:latin typeface="华文新魏" panose="02010800040101010101" pitchFamily="2" charset="-122"/>
                <a:ea typeface="华文新魏" panose="02010800040101010101" pitchFamily="2" charset="-122"/>
                <a:sym typeface="+mn-ea"/>
              </a:rPr>
              <a:t>与或电路</a:t>
            </a:r>
            <a:r>
              <a:rPr lang="en-US" altLang="zh-CN" sz="1800" b="1" u="sng" dirty="0">
                <a:solidFill>
                  <a:schemeClr val="tx1"/>
                </a:solidFill>
                <a:latin typeface="华文新魏" panose="02010800040101010101" pitchFamily="2" charset="-122"/>
                <a:ea typeface="华文新魏" panose="02010800040101010101" pitchFamily="2" charset="-122"/>
                <a:sym typeface="+mn-ea"/>
              </a:rPr>
              <a:t>”</a:t>
            </a:r>
            <a:r>
              <a:rPr lang="zh-CN" altLang="en-US" sz="1800" b="1" dirty="0">
                <a:solidFill>
                  <a:schemeClr val="tx1"/>
                </a:solidFill>
                <a:latin typeface="华文新魏" panose="02010800040101010101" pitchFamily="2" charset="-122"/>
                <a:ea typeface="华文新魏" panose="02010800040101010101" pitchFamily="2" charset="-122"/>
                <a:sym typeface="+mn-ea"/>
              </a:rPr>
              <a:t>和</a:t>
            </a:r>
            <a:r>
              <a:rPr lang="zh-CN" altLang="en-US" sz="1800" b="1" dirty="0">
                <a:solidFill>
                  <a:srgbClr val="0000FF"/>
                </a:solidFill>
                <a:latin typeface="华文新魏" panose="02010800040101010101" pitchFamily="2" charset="-122"/>
                <a:ea typeface="华文新魏" panose="02010800040101010101" pitchFamily="2" charset="-122"/>
                <a:sym typeface="+mn-ea"/>
              </a:rPr>
              <a:t>两级</a:t>
            </a:r>
            <a:r>
              <a:rPr lang="en-US" altLang="zh-CN" sz="1800" b="1" dirty="0">
                <a:solidFill>
                  <a:schemeClr val="tx1"/>
                </a:solidFill>
                <a:latin typeface="华文新魏" panose="02010800040101010101" pitchFamily="2" charset="-122"/>
                <a:ea typeface="华文新魏" panose="02010800040101010101" pitchFamily="2" charset="-122"/>
                <a:sym typeface="+mn-ea"/>
              </a:rPr>
              <a:t>“</a:t>
            </a:r>
            <a:r>
              <a:rPr lang="zh-CN" altLang="en-US" sz="1800" b="1" u="sng" dirty="0">
                <a:solidFill>
                  <a:schemeClr val="tx1"/>
                </a:solidFill>
                <a:latin typeface="华文新魏" panose="02010800040101010101" pitchFamily="2" charset="-122"/>
                <a:ea typeface="华文新魏" panose="02010800040101010101" pitchFamily="2" charset="-122"/>
                <a:sym typeface="+mn-ea"/>
              </a:rPr>
              <a:t>或与电路</a:t>
            </a:r>
            <a:r>
              <a:rPr lang="en-US" altLang="zh-CN" sz="1800" b="1" u="sng" dirty="0">
                <a:solidFill>
                  <a:schemeClr val="tx1"/>
                </a:solidFill>
                <a:latin typeface="华文新魏" panose="02010800040101010101" pitchFamily="2" charset="-122"/>
                <a:ea typeface="华文新魏" panose="02010800040101010101" pitchFamily="2" charset="-122"/>
                <a:sym typeface="+mn-ea"/>
              </a:rPr>
              <a:t>”</a:t>
            </a:r>
            <a:r>
              <a:rPr lang="zh-CN" altLang="en-US" sz="1800" b="1" dirty="0">
                <a:solidFill>
                  <a:schemeClr val="tx1"/>
                </a:solidFill>
                <a:latin typeface="华文新魏" panose="02010800040101010101" pitchFamily="2" charset="-122"/>
                <a:ea typeface="华文新魏" panose="02010800040101010101" pitchFamily="2" charset="-122"/>
                <a:sym typeface="+mn-ea"/>
              </a:rPr>
              <a:t>是否存在静态险象。</a:t>
            </a:r>
            <a:endParaRPr lang="zh-CN" altLang="en-US" sz="1800" b="1" dirty="0">
              <a:solidFill>
                <a:schemeClr val="tx1"/>
              </a:solidFill>
              <a:latin typeface="华文新魏" panose="02010800040101010101" pitchFamily="2" charset="-122"/>
              <a:ea typeface="华文新魏" panose="02010800040101010101" pitchFamily="2" charset="-122"/>
              <a:sym typeface="+mn-ea"/>
            </a:endParaRPr>
          </a:p>
          <a:p>
            <a:pPr marL="171450" indent="-171450" defTabSz="685800" eaLnBrk="1" hangingPunct="1">
              <a:lnSpc>
                <a:spcPct val="90000"/>
              </a:lnSpc>
              <a:spcBef>
                <a:spcPts val="1200"/>
              </a:spcBef>
            </a:pPr>
            <a:endParaRPr lang="zh-CN" altLang="en-US" sz="1800" b="1" dirty="0">
              <a:solidFill>
                <a:schemeClr val="tx1"/>
              </a:solidFill>
              <a:latin typeface="华文新魏" panose="02010800040101010101" pitchFamily="2" charset="-122"/>
              <a:ea typeface="华文新魏" panose="02010800040101010101" pitchFamily="2" charset="-122"/>
            </a:endParaRPr>
          </a:p>
          <a:p>
            <a:pPr marL="171450" indent="-171450" defTabSz="685800" eaLnBrk="1" hangingPunct="1">
              <a:lnSpc>
                <a:spcPct val="80000"/>
              </a:lnSpc>
              <a:spcBef>
                <a:spcPts val="1200"/>
              </a:spcBef>
              <a:buFont typeface="Arial" panose="020B0604020202020204" pitchFamily="34" charset="0"/>
            </a:pPr>
            <a:r>
              <a:rPr lang="en-US" altLang="en-US"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1</a:t>
            </a:r>
            <a:r>
              <a:rPr lang="en-US" altLang="en-US" sz="1800" b="1" dirty="0">
                <a:solidFill>
                  <a:srgbClr val="FF0000"/>
                </a:solidFill>
                <a:latin typeface="华文新魏" panose="02010800040101010101" pitchFamily="2" charset="-122"/>
                <a:ea typeface="华文新魏" panose="02010800040101010101" pitchFamily="2" charset="-122"/>
              </a:rPr>
              <a:t>）静态 </a:t>
            </a:r>
            <a:r>
              <a:rPr lang="en-US" altLang="zh-CN" sz="1800" b="1" dirty="0">
                <a:solidFill>
                  <a:srgbClr val="FF0000"/>
                </a:solidFill>
                <a:latin typeface="华文新魏" panose="02010800040101010101" pitchFamily="2" charset="-122"/>
                <a:ea typeface="华文新魏" panose="02010800040101010101" pitchFamily="2" charset="-122"/>
              </a:rPr>
              <a:t>1 </a:t>
            </a:r>
            <a:r>
              <a:rPr lang="en-US" altLang="en-US" sz="1800" b="1" dirty="0">
                <a:solidFill>
                  <a:srgbClr val="FF0000"/>
                </a:solidFill>
                <a:latin typeface="华文新魏" panose="02010800040101010101" pitchFamily="2" charset="-122"/>
                <a:ea typeface="华文新魏" panose="02010800040101010101" pitchFamily="2" charset="-122"/>
              </a:rPr>
              <a:t>险象判别</a:t>
            </a:r>
            <a:endParaRPr lang="en-US" altLang="en-US" sz="1800" b="1" dirty="0">
              <a:solidFill>
                <a:srgbClr val="FF0000"/>
              </a:solidFill>
              <a:latin typeface="华文新魏" panose="02010800040101010101" pitchFamily="2" charset="-122"/>
              <a:ea typeface="华文新魏" panose="02010800040101010101" pitchFamily="2" charset="-122"/>
            </a:endParaRPr>
          </a:p>
          <a:p>
            <a:pPr marL="171450" indent="-171450" defTabSz="685800" eaLnBrk="1" hangingPunct="1">
              <a:lnSpc>
                <a:spcPct val="150000"/>
              </a:lnSpc>
              <a:spcBef>
                <a:spcPts val="1200"/>
              </a:spcBef>
              <a:buFont typeface="Arial" panose="020B0604020202020204" pitchFamily="34" charset="0"/>
            </a:pPr>
            <a:r>
              <a:rPr lang="en-US" altLang="en-US" sz="1800" b="1" dirty="0">
                <a:solidFill>
                  <a:schemeClr val="tx1"/>
                </a:solidFill>
                <a:latin typeface="华文新魏" panose="02010800040101010101" pitchFamily="2" charset="-122"/>
                <a:ea typeface="华文新魏" panose="02010800040101010101" pitchFamily="2" charset="-122"/>
              </a:rPr>
              <a:t>  在</a:t>
            </a:r>
            <a:r>
              <a:rPr lang="en-US" altLang="en-US" sz="1800" b="1" dirty="0">
                <a:solidFill>
                  <a:srgbClr val="FF0000"/>
                </a:solidFill>
                <a:latin typeface="华文新魏" panose="02010800040101010101" pitchFamily="2" charset="-122"/>
                <a:ea typeface="华文新魏" panose="02010800040101010101" pitchFamily="2" charset="-122"/>
              </a:rPr>
              <a:t>两级“与或”</a:t>
            </a:r>
            <a:r>
              <a:rPr lang="en-US" altLang="en-US" sz="1800" b="1" dirty="0">
                <a:solidFill>
                  <a:schemeClr val="tx1"/>
                </a:solidFill>
                <a:latin typeface="华文新魏" panose="02010800040101010101" pitchFamily="2" charset="-122"/>
                <a:ea typeface="华文新魏" panose="02010800040101010101" pitchFamily="2" charset="-122"/>
              </a:rPr>
              <a:t>电路或</a:t>
            </a:r>
            <a:r>
              <a:rPr lang="en-US" altLang="en-US" sz="1800" b="1" dirty="0">
                <a:solidFill>
                  <a:srgbClr val="FF0000"/>
                </a:solidFill>
                <a:latin typeface="华文新魏" panose="02010800040101010101" pitchFamily="2" charset="-122"/>
                <a:ea typeface="华文新魏" panose="02010800040101010101" pitchFamily="2" charset="-122"/>
              </a:rPr>
              <a:t>两级“</a:t>
            </a:r>
            <a:r>
              <a:rPr lang="en-US" altLang="en-US" sz="1800" b="1" dirty="0">
                <a:solidFill>
                  <a:srgbClr val="FF0000"/>
                </a:solidFill>
                <a:latin typeface="华文新魏" panose="02010800040101010101" pitchFamily="2" charset="-122"/>
                <a:ea typeface="华文新魏" panose="02010800040101010101" pitchFamily="2" charset="-122"/>
              </a:rPr>
              <a:t>与非-与非</a:t>
            </a:r>
            <a:r>
              <a:rPr lang="en-US" altLang="en-US" sz="1800" b="1" dirty="0">
                <a:solidFill>
                  <a:srgbClr val="FF0000"/>
                </a:solidFill>
                <a:latin typeface="黑体" panose="02010609060101010101" pitchFamily="49" charset="-122"/>
                <a:ea typeface="华文新魏" panose="02010800040101010101" pitchFamily="2" charset="-122"/>
              </a:rPr>
              <a:t>”</a:t>
            </a:r>
            <a:r>
              <a:rPr lang="en-US" altLang="en-US" sz="1800" b="1" dirty="0">
                <a:solidFill>
                  <a:schemeClr val="tx1"/>
                </a:solidFill>
                <a:latin typeface="华文新魏" panose="02010800040101010101" pitchFamily="2" charset="-122"/>
                <a:ea typeface="华文新魏" panose="02010800040101010101" pitchFamily="2" charset="-122"/>
              </a:rPr>
              <a:t>电路中只可能出现静态 </a:t>
            </a:r>
            <a:r>
              <a:rPr lang="en-US" altLang="zh-CN" sz="1800" b="1" dirty="0">
                <a:solidFill>
                  <a:schemeClr val="tx1"/>
                </a:solidFill>
                <a:latin typeface="华文新魏" panose="02010800040101010101" pitchFamily="2" charset="-122"/>
                <a:ea typeface="华文新魏" panose="02010800040101010101" pitchFamily="2" charset="-122"/>
              </a:rPr>
              <a:t>1 </a:t>
            </a:r>
            <a:r>
              <a:rPr lang="en-US" altLang="en-US" sz="1800" b="1" dirty="0">
                <a:solidFill>
                  <a:schemeClr val="tx1"/>
                </a:solidFill>
                <a:latin typeface="华文新魏" panose="02010800040101010101" pitchFamily="2" charset="-122"/>
                <a:ea typeface="华文新魏" panose="02010800040101010101" pitchFamily="2" charset="-122"/>
              </a:rPr>
              <a:t>险象。</a:t>
            </a:r>
            <a:r>
              <a:rPr lang="en-US" altLang="zh-CN" sz="1800" b="1" dirty="0">
                <a:solidFill>
                  <a:srgbClr val="C55A11"/>
                </a:solidFill>
                <a:latin typeface="华文新魏" panose="02010800040101010101" pitchFamily="2" charset="-122"/>
                <a:ea typeface="华文新魏" panose="02010800040101010101" pitchFamily="2" charset="-122"/>
              </a:rPr>
              <a:t>(</a:t>
            </a:r>
            <a:r>
              <a:rPr lang="en-US" altLang="en-US" sz="1800" b="1" dirty="0">
                <a:solidFill>
                  <a:srgbClr val="C55A11"/>
                </a:solidFill>
                <a:latin typeface="华文新魏" panose="02010800040101010101" pitchFamily="2" charset="-122"/>
                <a:ea typeface="华文新魏" panose="02010800040101010101" pitchFamily="2" charset="-122"/>
              </a:rPr>
              <a:t>思考题</a:t>
            </a:r>
            <a:r>
              <a:rPr lang="en-US" altLang="zh-CN" sz="1800" b="1" dirty="0">
                <a:solidFill>
                  <a:srgbClr val="C55A11"/>
                </a:solidFill>
                <a:latin typeface="华文新魏" panose="02010800040101010101" pitchFamily="2" charset="-122"/>
                <a:ea typeface="华文新魏" panose="02010800040101010101" pitchFamily="2" charset="-122"/>
              </a:rPr>
              <a:t>)</a:t>
            </a:r>
            <a:endParaRPr lang="en-US" altLang="zh-CN" sz="1800" b="1" dirty="0">
              <a:solidFill>
                <a:srgbClr val="C55A11"/>
              </a:solidFill>
              <a:latin typeface="华文新魏" panose="02010800040101010101" pitchFamily="2" charset="-122"/>
              <a:ea typeface="华文新魏" panose="02010800040101010101" pitchFamily="2" charset="-122"/>
            </a:endParaRPr>
          </a:p>
          <a:p>
            <a:pPr marL="171450" indent="-171450" defTabSz="685800" eaLnBrk="1" hangingPunct="1">
              <a:lnSpc>
                <a:spcPct val="150000"/>
              </a:lnSpc>
              <a:spcBef>
                <a:spcPts val="1200"/>
              </a:spcBef>
              <a:buFont typeface="Arial" panose="020B0604020202020204" pitchFamily="34" charset="0"/>
            </a:pPr>
            <a:r>
              <a:rPr lang="en-US" altLang="en-US" sz="1800" b="1" dirty="0">
                <a:solidFill>
                  <a:schemeClr val="tx1"/>
                </a:solidFill>
                <a:latin typeface="华文新魏" panose="02010800040101010101" pitchFamily="2" charset="-122"/>
                <a:ea typeface="华文新魏" panose="02010800040101010101" pitchFamily="2" charset="-122"/>
                <a:sym typeface="+mn-ea"/>
              </a:rPr>
              <a:t>  在卡诺图中，与或式中的</a:t>
            </a:r>
            <a:r>
              <a:rPr lang="en-US" altLang="en-US" sz="1800" b="1" dirty="0">
                <a:solidFill>
                  <a:srgbClr val="FF0000"/>
                </a:solidFill>
                <a:latin typeface="华文新魏" panose="02010800040101010101" pitchFamily="2" charset="-122"/>
                <a:ea typeface="华文新魏" panose="02010800040101010101" pitchFamily="2" charset="-122"/>
                <a:sym typeface="+mn-ea"/>
              </a:rPr>
              <a:t>每个与项</a:t>
            </a:r>
            <a:r>
              <a:rPr lang="en-US" altLang="en-US" sz="1800" b="1" dirty="0">
                <a:solidFill>
                  <a:schemeClr val="tx1"/>
                </a:solidFill>
                <a:latin typeface="华文新魏" panose="02010800040101010101" pitchFamily="2" charset="-122"/>
                <a:ea typeface="华文新魏" panose="02010800040101010101" pitchFamily="2" charset="-122"/>
                <a:sym typeface="+mn-ea"/>
              </a:rPr>
              <a:t>对应于一个</a:t>
            </a:r>
            <a:r>
              <a:rPr lang="en-US" altLang="en-US" sz="1800" b="1" dirty="0">
                <a:solidFill>
                  <a:srgbClr val="FF0000"/>
                </a:solidFill>
                <a:latin typeface="华文新魏" panose="02010800040101010101" pitchFamily="2" charset="-122"/>
                <a:ea typeface="华文新魏" panose="02010800040101010101" pitchFamily="2" charset="-122"/>
                <a:sym typeface="+mn-ea"/>
              </a:rPr>
              <a:t>卡诺圈</a:t>
            </a:r>
            <a:r>
              <a:rPr lang="en-US" altLang="en-US" sz="1800" b="1" dirty="0">
                <a:solidFill>
                  <a:schemeClr val="tx1"/>
                </a:solidFill>
                <a:latin typeface="华文新魏" panose="02010800040101010101" pitchFamily="2" charset="-122"/>
                <a:ea typeface="华文新魏" panose="02010800040101010101" pitchFamily="2" charset="-122"/>
                <a:sym typeface="+mn-ea"/>
              </a:rPr>
              <a:t>，如果两个卡诺圈存</a:t>
            </a:r>
            <a:endParaRPr lang="en-US" altLang="en-US" sz="1800" b="1" dirty="0">
              <a:solidFill>
                <a:schemeClr val="tx1"/>
              </a:solidFill>
              <a:latin typeface="华文新魏" panose="02010800040101010101" pitchFamily="2" charset="-122"/>
              <a:ea typeface="华文新魏" panose="02010800040101010101" pitchFamily="2" charset="-122"/>
              <a:sym typeface="+mn-ea"/>
            </a:endParaRPr>
          </a:p>
          <a:p>
            <a:pPr marL="171450" indent="-171450" defTabSz="685800" eaLnBrk="1" hangingPunct="1">
              <a:lnSpc>
                <a:spcPct val="150000"/>
              </a:lnSpc>
              <a:spcBef>
                <a:spcPts val="1200"/>
              </a:spcBef>
              <a:buFont typeface="Arial" panose="020B0604020202020204" pitchFamily="34" charset="0"/>
            </a:pPr>
            <a:r>
              <a:rPr lang="en-US" altLang="en-US" sz="1800" b="1" dirty="0">
                <a:solidFill>
                  <a:schemeClr val="tx1"/>
                </a:solidFill>
                <a:latin typeface="华文新魏" panose="02010800040101010101" pitchFamily="2" charset="-122"/>
                <a:ea typeface="华文新魏" panose="02010800040101010101" pitchFamily="2" charset="-122"/>
                <a:sym typeface="+mn-ea"/>
              </a:rPr>
              <a:t>在着</a:t>
            </a:r>
            <a:r>
              <a:rPr lang="en-US" altLang="en-US" sz="1800" b="1" dirty="0">
                <a:solidFill>
                  <a:srgbClr val="FF0000"/>
                </a:solidFill>
                <a:latin typeface="华文新魏" panose="02010800040101010101" pitchFamily="2" charset="-122"/>
                <a:ea typeface="华文新魏" panose="02010800040101010101" pitchFamily="2" charset="-122"/>
                <a:sym typeface="+mn-ea"/>
              </a:rPr>
              <a:t>部分“相切”，</a:t>
            </a:r>
            <a:r>
              <a:rPr lang="en-US" altLang="en-US" sz="1800" b="1" dirty="0">
                <a:solidFill>
                  <a:schemeClr val="tx1"/>
                </a:solidFill>
                <a:latin typeface="华文新魏" panose="02010800040101010101" pitchFamily="2" charset="-122"/>
                <a:ea typeface="华文新魏" panose="02010800040101010101" pitchFamily="2" charset="-122"/>
                <a:sym typeface="+mn-ea"/>
              </a:rPr>
              <a:t>而这个“相切”的部分又没有被另外的卡诺圈所</a:t>
            </a:r>
            <a:r>
              <a:rPr lang="en-US" altLang="en-US" sz="1800" b="1" dirty="0">
                <a:solidFill>
                  <a:srgbClr val="FF0000"/>
                </a:solidFill>
                <a:latin typeface="华文新魏" panose="02010800040101010101" pitchFamily="2" charset="-122"/>
                <a:ea typeface="华文新魏" panose="02010800040101010101" pitchFamily="2" charset="-122"/>
                <a:sym typeface="+mn-ea"/>
              </a:rPr>
              <a:t>包含</a:t>
            </a:r>
            <a:r>
              <a:rPr lang="en-US" altLang="en-US" sz="1800" b="1" dirty="0">
                <a:solidFill>
                  <a:schemeClr val="tx1"/>
                </a:solidFill>
                <a:latin typeface="华文新魏" panose="02010800040101010101" pitchFamily="2" charset="-122"/>
                <a:ea typeface="华文新魏" panose="02010800040101010101" pitchFamily="2" charset="-122"/>
                <a:sym typeface="+mn-ea"/>
              </a:rPr>
              <a:t>，则该电路必然存在静态 </a:t>
            </a:r>
            <a:r>
              <a:rPr lang="en-US" altLang="zh-CN" sz="1800" b="1" dirty="0">
                <a:solidFill>
                  <a:schemeClr val="tx1"/>
                </a:solidFill>
                <a:latin typeface="华文新魏" panose="02010800040101010101" pitchFamily="2" charset="-122"/>
                <a:ea typeface="华文新魏" panose="02010800040101010101" pitchFamily="2" charset="-122"/>
                <a:sym typeface="+mn-ea"/>
              </a:rPr>
              <a:t>1 </a:t>
            </a:r>
            <a:r>
              <a:rPr lang="en-US" altLang="en-US" sz="1800" b="1" dirty="0">
                <a:solidFill>
                  <a:schemeClr val="tx1"/>
                </a:solidFill>
                <a:latin typeface="华文新魏" panose="02010800040101010101" pitchFamily="2" charset="-122"/>
                <a:ea typeface="华文新魏" panose="02010800040101010101" pitchFamily="2" charset="-122"/>
                <a:sym typeface="+mn-ea"/>
              </a:rPr>
              <a:t>险象。</a:t>
            </a:r>
            <a:endParaRPr lang="en-US" altLang="en-US" sz="18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577"/>
                                        </p:tgtEl>
                                        <p:attrNameLst>
                                          <p:attrName>style.visibility</p:attrName>
                                        </p:attrNameLst>
                                      </p:cBhvr>
                                      <p:to>
                                        <p:strVal val="visible"/>
                                      </p:to>
                                    </p:set>
                                    <p:animEffect transition="in" filter="fade">
                                      <p:cBhvr>
                                        <p:cTn id="7" dur="500"/>
                                        <p:tgtEl>
                                          <p:spTgt spid="2457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531">
                                            <p:txEl>
                                              <p:charRg st="0" end="20"/>
                                            </p:txEl>
                                          </p:spTgt>
                                        </p:tgtEl>
                                        <p:attrNameLst>
                                          <p:attrName>style.visibility</p:attrName>
                                        </p:attrNameLst>
                                      </p:cBhvr>
                                      <p:to>
                                        <p:strVal val="visible"/>
                                      </p:to>
                                    </p:set>
                                    <p:animEffect transition="in" filter="fade">
                                      <p:cBhvr>
                                        <p:cTn id="12" dur="500"/>
                                        <p:tgtEl>
                                          <p:spTgt spid="22531">
                                            <p:txEl>
                                              <p:charRg st="0" end="2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2531">
                                            <p:txEl>
                                              <p:charRg st="20" end="58"/>
                                            </p:txEl>
                                          </p:spTgt>
                                        </p:tgtEl>
                                        <p:attrNameLst>
                                          <p:attrName>style.visibility</p:attrName>
                                        </p:attrNameLst>
                                      </p:cBhvr>
                                      <p:to>
                                        <p:strVal val="visible"/>
                                      </p:to>
                                    </p:set>
                                    <p:animEffect transition="in" filter="fade">
                                      <p:cBhvr>
                                        <p:cTn id="15" dur="500"/>
                                        <p:tgtEl>
                                          <p:spTgt spid="22531">
                                            <p:txEl>
                                              <p:charRg st="20" end="58"/>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2531">
                                            <p:txEl>
                                              <p:charRg st="59" end="73"/>
                                            </p:txEl>
                                          </p:spTgt>
                                        </p:tgtEl>
                                        <p:attrNameLst>
                                          <p:attrName>style.visibility</p:attrName>
                                        </p:attrNameLst>
                                      </p:cBhvr>
                                      <p:to>
                                        <p:strVal val="visible"/>
                                      </p:to>
                                    </p:set>
                                    <p:animEffect transition="in" filter="fade">
                                      <p:cBhvr>
                                        <p:cTn id="20" dur="500"/>
                                        <p:tgtEl>
                                          <p:spTgt spid="22531">
                                            <p:txEl>
                                              <p:charRg st="59" end="7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22531">
                                            <p:txEl>
                                              <p:charRg st="73" end="114"/>
                                            </p:txEl>
                                          </p:spTgt>
                                        </p:tgtEl>
                                        <p:attrNameLst>
                                          <p:attrName>style.visibility</p:attrName>
                                        </p:attrNameLst>
                                      </p:cBhvr>
                                      <p:to>
                                        <p:strVal val="visible"/>
                                      </p:to>
                                    </p:set>
                                    <p:animEffect transition="in" filter="fade">
                                      <p:cBhvr>
                                        <p:cTn id="23" dur="500"/>
                                        <p:tgtEl>
                                          <p:spTgt spid="22531">
                                            <p:txEl>
                                              <p:charRg st="73" end="11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2531">
                                            <p:txEl>
                                              <p:charRg st="114" end="152"/>
                                            </p:txEl>
                                          </p:spTgt>
                                        </p:tgtEl>
                                        <p:attrNameLst>
                                          <p:attrName>style.visibility</p:attrName>
                                        </p:attrNameLst>
                                      </p:cBhvr>
                                      <p:to>
                                        <p:strVal val="visible"/>
                                      </p:to>
                                    </p:set>
                                    <p:animEffect transition="in" filter="fade">
                                      <p:cBhvr>
                                        <p:cTn id="28" dur="500"/>
                                        <p:tgtEl>
                                          <p:spTgt spid="22531">
                                            <p:txEl>
                                              <p:charRg st="114" end="152"/>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2531">
                                            <p:txEl>
                                              <p:charRg st="152" end="188"/>
                                            </p:txEl>
                                          </p:spTgt>
                                        </p:tgtEl>
                                        <p:attrNameLst>
                                          <p:attrName>style.visibility</p:attrName>
                                        </p:attrNameLst>
                                      </p:cBhvr>
                                      <p:to>
                                        <p:strVal val="visible"/>
                                      </p:to>
                                    </p:set>
                                    <p:animEffect transition="in" filter="fade">
                                      <p:cBhvr>
                                        <p:cTn id="31" dur="500"/>
                                        <p:tgtEl>
                                          <p:spTgt spid="22531">
                                            <p:txEl>
                                              <p:charRg st="152" end="18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3"/>
          <p:cNvSpPr>
            <a:spLocks noGrp="1"/>
          </p:cNvSpPr>
          <p:nvPr>
            <p:ph type="title"/>
          </p:nvPr>
        </p:nvSpPr>
        <p:spPr>
          <a:xfrm>
            <a:off x="428625" y="717550"/>
            <a:ext cx="8424863" cy="344488"/>
          </a:xfrm>
          <a:noFill/>
          <a:ln>
            <a:noFill/>
          </a:ln>
        </p:spPr>
        <p:txBody>
          <a:bodyPr/>
          <a:p>
            <a:pPr eaLnBrk="1" hangingPunct="1"/>
            <a:r>
              <a:rPr lang="zh-CN" altLang="en-US" sz="1800" b="1" dirty="0">
                <a:latin typeface="华文新魏" panose="02010800040101010101" pitchFamily="2" charset="-122"/>
                <a:ea typeface="华文新魏" panose="02010800040101010101" pitchFamily="2" charset="-122"/>
              </a:rPr>
              <a:t>例  静态 </a:t>
            </a:r>
            <a:r>
              <a:rPr lang="en-US" altLang="zh-CN" sz="1800" b="1" dirty="0">
                <a:latin typeface="华文新魏" panose="02010800040101010101" pitchFamily="2" charset="-122"/>
                <a:ea typeface="华文新魏" panose="02010800040101010101" pitchFamily="2" charset="-122"/>
              </a:rPr>
              <a:t>1 </a:t>
            </a:r>
            <a:r>
              <a:rPr lang="zh-CN" altLang="en-US" sz="1800" b="1" dirty="0">
                <a:latin typeface="华文新魏" panose="02010800040101010101" pitchFamily="2" charset="-122"/>
                <a:ea typeface="华文新魏" panose="02010800040101010101" pitchFamily="2" charset="-122"/>
              </a:rPr>
              <a:t>险象的判别与消除电路</a:t>
            </a:r>
            <a:r>
              <a:rPr lang="en-US" altLang="zh-CN" sz="1800" b="1" dirty="0">
                <a:latin typeface="华文新魏" panose="02010800040101010101" pitchFamily="2" charset="-122"/>
                <a:ea typeface="华文新魏" panose="02010800040101010101" pitchFamily="2" charset="-122"/>
              </a:rPr>
              <a:t>(only logic?)</a:t>
            </a:r>
            <a:endParaRPr lang="en-US" altLang="zh-CN" sz="1800" b="1" dirty="0">
              <a:latin typeface="华文新魏" panose="02010800040101010101" pitchFamily="2" charset="-122"/>
              <a:ea typeface="华文新魏" panose="02010800040101010101" pitchFamily="2" charset="-122"/>
            </a:endParaRPr>
          </a:p>
        </p:txBody>
      </p:sp>
      <p:sp>
        <p:nvSpPr>
          <p:cNvPr id="31748" name="Line 43"/>
          <p:cNvSpPr/>
          <p:nvPr/>
        </p:nvSpPr>
        <p:spPr>
          <a:xfrm>
            <a:off x="2225675" y="1089025"/>
            <a:ext cx="212725" cy="1588"/>
          </a:xfrm>
          <a:prstGeom prst="line">
            <a:avLst/>
          </a:prstGeom>
          <a:ln w="9525" cap="flat" cmpd="sng">
            <a:solidFill>
              <a:schemeClr val="bg1"/>
            </a:solidFill>
            <a:prstDash val="solid"/>
            <a:headEnd type="none" w="med" len="med"/>
            <a:tailEnd type="none" w="med" len="med"/>
          </a:ln>
        </p:spPr>
      </p:sp>
      <p:grpSp>
        <p:nvGrpSpPr>
          <p:cNvPr id="25604" name="Group 196"/>
          <p:cNvGrpSpPr/>
          <p:nvPr/>
        </p:nvGrpSpPr>
        <p:grpSpPr>
          <a:xfrm>
            <a:off x="479425" y="3538538"/>
            <a:ext cx="852488" cy="469900"/>
            <a:chOff x="288" y="2714"/>
            <a:chExt cx="537" cy="396"/>
          </a:xfrm>
        </p:grpSpPr>
        <p:sp>
          <p:nvSpPr>
            <p:cNvPr id="31859" name="Line 94"/>
            <p:cNvSpPr/>
            <p:nvPr/>
          </p:nvSpPr>
          <p:spPr>
            <a:xfrm>
              <a:off x="394" y="2770"/>
              <a:ext cx="192" cy="240"/>
            </a:xfrm>
            <a:prstGeom prst="line">
              <a:avLst/>
            </a:prstGeom>
            <a:ln w="9525" cap="flat" cmpd="sng">
              <a:solidFill>
                <a:schemeClr val="bg1"/>
              </a:solidFill>
              <a:prstDash val="solid"/>
              <a:headEnd type="none" w="med" len="med"/>
              <a:tailEnd type="none" w="med" len="med"/>
            </a:ln>
          </p:spPr>
        </p:sp>
        <p:sp>
          <p:nvSpPr>
            <p:cNvPr id="31860" name="Text Box 95"/>
            <p:cNvSpPr txBox="1"/>
            <p:nvPr/>
          </p:nvSpPr>
          <p:spPr>
            <a:xfrm>
              <a:off x="528" y="2714"/>
              <a:ext cx="297" cy="309"/>
            </a:xfrm>
            <a:prstGeom prst="rect">
              <a:avLst/>
            </a:prstGeom>
            <a:noFill/>
            <a:ln w="9525">
              <a:noFill/>
            </a:ln>
          </p:spPr>
          <p:txBody>
            <a:bodyPr wrap="none">
              <a:spAutoFit/>
            </a:bodyPr>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AB</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31861" name="Text Box 96"/>
            <p:cNvSpPr txBox="1"/>
            <p:nvPr/>
          </p:nvSpPr>
          <p:spPr>
            <a:xfrm>
              <a:off x="288" y="2801"/>
              <a:ext cx="211" cy="309"/>
            </a:xfrm>
            <a:prstGeom prst="rect">
              <a:avLst/>
            </a:prstGeom>
            <a:noFill/>
            <a:ln w="9525">
              <a:noFill/>
            </a:ln>
          </p:spPr>
          <p:txBody>
            <a:bodyPr wrap="none">
              <a:spAutoFit/>
            </a:bodyPr>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C</a:t>
              </a:r>
              <a:endParaRPr lang="en-US" altLang="zh-CN" sz="1800" dirty="0">
                <a:solidFill>
                  <a:schemeClr val="tx1"/>
                </a:solidFill>
                <a:latin typeface="华文新魏" panose="02010800040101010101" pitchFamily="2" charset="-122"/>
                <a:ea typeface="华文新魏" panose="02010800040101010101" pitchFamily="2" charset="-122"/>
              </a:endParaRPr>
            </a:p>
          </p:txBody>
        </p:sp>
      </p:grpSp>
      <p:graphicFrame>
        <p:nvGraphicFramePr>
          <p:cNvPr id="131267" name="Group 195"/>
          <p:cNvGraphicFramePr>
            <a:graphicFrameLocks noGrp="1"/>
          </p:cNvGraphicFramePr>
          <p:nvPr>
            <p:custDataLst>
              <p:tags r:id="rId1"/>
            </p:custDataLst>
          </p:nvPr>
        </p:nvGraphicFramePr>
        <p:xfrm>
          <a:off x="990600" y="3906838"/>
          <a:ext cx="2362200" cy="781050"/>
        </p:xfrm>
        <a:graphic>
          <a:graphicData uri="http://schemas.openxmlformats.org/drawingml/2006/table">
            <a:tbl>
              <a:tblPr/>
              <a:tblGrid>
                <a:gridCol w="590550"/>
                <a:gridCol w="590550"/>
                <a:gridCol w="590550"/>
                <a:gridCol w="590550"/>
              </a:tblGrid>
              <a:tr h="39052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9052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25663" name="Rectangle 197"/>
          <p:cNvSpPr/>
          <p:nvPr/>
        </p:nvSpPr>
        <p:spPr>
          <a:xfrm>
            <a:off x="2286000" y="3963988"/>
            <a:ext cx="914400" cy="28575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5664" name="Rectangle 198"/>
          <p:cNvSpPr/>
          <p:nvPr/>
        </p:nvSpPr>
        <p:spPr>
          <a:xfrm>
            <a:off x="1752600" y="4364038"/>
            <a:ext cx="914400" cy="28575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0747" name="Text Box 283"/>
          <p:cNvSpPr txBox="1"/>
          <p:nvPr/>
        </p:nvSpPr>
        <p:spPr>
          <a:xfrm>
            <a:off x="4427855" y="3695700"/>
            <a:ext cx="3839210" cy="1198880"/>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增加的与项</a:t>
            </a:r>
            <a:r>
              <a:rPr lang="en-US" altLang="zh-CN" sz="1800" b="1" dirty="0">
                <a:solidFill>
                  <a:schemeClr val="tx1"/>
                </a:solidFill>
                <a:latin typeface="华文新魏" panose="02010800040101010101" pitchFamily="2" charset="-122"/>
                <a:ea typeface="华文新魏" panose="02010800040101010101" pitchFamily="2" charset="-122"/>
              </a:rPr>
              <a:t>AB</a:t>
            </a:r>
            <a:r>
              <a:rPr lang="zh-CN" altLang="en-US" sz="1800" b="1" dirty="0">
                <a:solidFill>
                  <a:schemeClr val="tx1"/>
                </a:solidFill>
                <a:latin typeface="华文新魏" panose="02010800040101010101" pitchFamily="2" charset="-122"/>
                <a:ea typeface="华文新魏" panose="02010800040101010101" pitchFamily="2" charset="-122"/>
              </a:rPr>
              <a:t>，当</a:t>
            </a:r>
            <a:r>
              <a:rPr lang="en-US" altLang="zh-CN" sz="1800" b="1" dirty="0">
                <a:solidFill>
                  <a:schemeClr val="tx1"/>
                </a:solidFill>
                <a:latin typeface="华文新魏" panose="02010800040101010101" pitchFamily="2" charset="-122"/>
                <a:ea typeface="华文新魏" panose="02010800040101010101" pitchFamily="2" charset="-122"/>
              </a:rPr>
              <a:t>AB=11</a:t>
            </a:r>
            <a:r>
              <a:rPr lang="zh-CN" altLang="en-US" sz="1800" b="1" dirty="0">
                <a:solidFill>
                  <a:schemeClr val="tx1"/>
                </a:solidFill>
                <a:latin typeface="华文新魏" panose="02010800040101010101" pitchFamily="2" charset="-122"/>
                <a:ea typeface="华文新魏" panose="02010800040101010101" pitchFamily="2" charset="-122"/>
              </a:rPr>
              <a:t>时，</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无论 </a:t>
            </a:r>
            <a:r>
              <a:rPr lang="en-US" altLang="zh-CN" sz="1800" b="1" dirty="0">
                <a:solidFill>
                  <a:schemeClr val="tx1"/>
                </a:solidFill>
                <a:latin typeface="华文新魏" panose="02010800040101010101" pitchFamily="2" charset="-122"/>
                <a:ea typeface="华文新魏" panose="02010800040101010101" pitchFamily="2" charset="-122"/>
              </a:rPr>
              <a:t>C </a:t>
            </a:r>
            <a:r>
              <a:rPr lang="zh-CN" altLang="en-US" sz="1800" b="1" dirty="0">
                <a:solidFill>
                  <a:schemeClr val="tx1"/>
                </a:solidFill>
                <a:latin typeface="华文新魏" panose="02010800040101010101" pitchFamily="2" charset="-122"/>
                <a:ea typeface="华文新魏" panose="02010800040101010101" pitchFamily="2" charset="-122"/>
              </a:rPr>
              <a:t>如何变化，使输出</a:t>
            </a:r>
            <a:r>
              <a:rPr lang="en-US" altLang="zh-CN" sz="1800" b="1" dirty="0">
                <a:solidFill>
                  <a:schemeClr val="tx1"/>
                </a:solidFill>
                <a:latin typeface="华文新魏" panose="02010800040101010101" pitchFamily="2" charset="-122"/>
                <a:ea typeface="华文新魏" panose="02010800040101010101" pitchFamily="2" charset="-122"/>
              </a:rPr>
              <a:t>F</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总是</a:t>
            </a:r>
            <a:r>
              <a:rPr lang="en-US" altLang="zh-CN" sz="1800" b="1" dirty="0">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，从而消除了险象。</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5715" name="Rectangle 223"/>
          <p:cNvSpPr/>
          <p:nvPr/>
        </p:nvSpPr>
        <p:spPr>
          <a:xfrm>
            <a:off x="2286000" y="3978275"/>
            <a:ext cx="422275" cy="642938"/>
          </a:xfrm>
          <a:prstGeom prst="rect">
            <a:avLst/>
          </a:prstGeom>
          <a:noFill/>
          <a:ln w="38100" cap="flat" cmpd="sng">
            <a:solidFill>
              <a:srgbClr val="FF00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0748" name="Line 118"/>
          <p:cNvSpPr/>
          <p:nvPr/>
        </p:nvSpPr>
        <p:spPr>
          <a:xfrm>
            <a:off x="717550" y="3641725"/>
            <a:ext cx="287338" cy="288925"/>
          </a:xfrm>
          <a:prstGeom prst="line">
            <a:avLst/>
          </a:prstGeom>
          <a:ln w="28575" cap="flat" cmpd="sng">
            <a:solidFill>
              <a:schemeClr val="tx1"/>
            </a:solidFill>
            <a:prstDash val="solid"/>
            <a:headEnd type="none" w="med" len="med"/>
            <a:tailEnd type="none" w="med" len="med"/>
          </a:ln>
        </p:spPr>
      </p:sp>
      <p:pic>
        <p:nvPicPr>
          <p:cNvPr id="2" name="图片 1"/>
          <p:cNvPicPr>
            <a:picLocks noChangeAspect="1"/>
          </p:cNvPicPr>
          <p:nvPr/>
        </p:nvPicPr>
        <p:blipFill>
          <a:blip r:embed="rId2"/>
          <a:stretch>
            <a:fillRect/>
          </a:stretch>
        </p:blipFill>
        <p:spPr>
          <a:xfrm>
            <a:off x="814705" y="1419860"/>
            <a:ext cx="3079750" cy="1943100"/>
          </a:xfrm>
          <a:prstGeom prst="rect">
            <a:avLst/>
          </a:prstGeom>
        </p:spPr>
      </p:pic>
      <p:pic>
        <p:nvPicPr>
          <p:cNvPr id="3" name="图片 2"/>
          <p:cNvPicPr>
            <a:picLocks noChangeAspect="1"/>
          </p:cNvPicPr>
          <p:nvPr/>
        </p:nvPicPr>
        <p:blipFill>
          <a:blip r:embed="rId3"/>
          <a:stretch>
            <a:fillRect/>
          </a:stretch>
        </p:blipFill>
        <p:spPr>
          <a:xfrm>
            <a:off x="4427855" y="1482090"/>
            <a:ext cx="3162300" cy="1841500"/>
          </a:xfrm>
          <a:prstGeom prst="rect">
            <a:avLst/>
          </a:prstGeom>
        </p:spPr>
      </p:pic>
      <p:pic>
        <p:nvPicPr>
          <p:cNvPr id="4" name="图片 3"/>
          <p:cNvPicPr>
            <a:picLocks noChangeAspect="1"/>
          </p:cNvPicPr>
          <p:nvPr/>
        </p:nvPicPr>
        <p:blipFill>
          <a:blip r:embed="rId4"/>
          <a:stretch>
            <a:fillRect/>
          </a:stretch>
        </p:blipFill>
        <p:spPr>
          <a:xfrm>
            <a:off x="817880" y="998855"/>
            <a:ext cx="3076575" cy="38671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5604"/>
                                        </p:tgtEl>
                                        <p:attrNameLst>
                                          <p:attrName>style.visibility</p:attrName>
                                        </p:attrNameLst>
                                      </p:cBhvr>
                                      <p:to>
                                        <p:strVal val="visible"/>
                                      </p:to>
                                    </p:set>
                                    <p:animEffect transition="in" filter="blinds(horizontal)">
                                      <p:cBhvr>
                                        <p:cTn id="17" dur="500"/>
                                        <p:tgtEl>
                                          <p:spTgt spid="25604"/>
                                        </p:tgtEl>
                                      </p:cBhvr>
                                    </p:animEffect>
                                  </p:childTnLst>
                                </p:cTn>
                              </p:par>
                              <p:par>
                                <p:cTn id="18" presetID="3" presetClass="entr" presetSubtype="10" fill="hold" nodeType="withEffect">
                                  <p:stCondLst>
                                    <p:cond delay="0"/>
                                  </p:stCondLst>
                                  <p:childTnLst>
                                    <p:set>
                                      <p:cBhvr>
                                        <p:cTn id="19" dur="1" fill="hold">
                                          <p:stCondLst>
                                            <p:cond delay="0"/>
                                          </p:stCondLst>
                                        </p:cTn>
                                        <p:tgtEl>
                                          <p:spTgt spid="131267"/>
                                        </p:tgtEl>
                                        <p:attrNameLst>
                                          <p:attrName>style.visibility</p:attrName>
                                        </p:attrNameLst>
                                      </p:cBhvr>
                                      <p:to>
                                        <p:strVal val="visible"/>
                                      </p:to>
                                    </p:set>
                                    <p:animEffect transition="in" filter="blinds(horizontal)">
                                      <p:cBhvr>
                                        <p:cTn id="20" dur="500"/>
                                        <p:tgtEl>
                                          <p:spTgt spid="131267"/>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5663"/>
                                        </p:tgtEl>
                                        <p:attrNameLst>
                                          <p:attrName>style.visibility</p:attrName>
                                        </p:attrNameLst>
                                      </p:cBhvr>
                                      <p:to>
                                        <p:strVal val="visible"/>
                                      </p:to>
                                    </p:set>
                                    <p:animEffect transition="in" filter="blinds(horizontal)">
                                      <p:cBhvr>
                                        <p:cTn id="23" dur="500"/>
                                        <p:tgtEl>
                                          <p:spTgt spid="25663"/>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5664"/>
                                        </p:tgtEl>
                                        <p:attrNameLst>
                                          <p:attrName>style.visibility</p:attrName>
                                        </p:attrNameLst>
                                      </p:cBhvr>
                                      <p:to>
                                        <p:strVal val="visible"/>
                                      </p:to>
                                    </p:set>
                                    <p:animEffect transition="in" filter="blinds(horizontal)">
                                      <p:cBhvr>
                                        <p:cTn id="26" dur="500"/>
                                        <p:tgtEl>
                                          <p:spTgt spid="25664"/>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25715"/>
                                        </p:tgtEl>
                                        <p:attrNameLst>
                                          <p:attrName>style.visibility</p:attrName>
                                        </p:attrNameLst>
                                      </p:cBhvr>
                                      <p:to>
                                        <p:strVal val="visible"/>
                                      </p:to>
                                    </p:set>
                                    <p:animEffect transition="in" filter="blinds(horizontal)">
                                      <p:cBhvr>
                                        <p:cTn id="29" dur="500"/>
                                        <p:tgtEl>
                                          <p:spTgt spid="25715"/>
                                        </p:tgtEl>
                                      </p:cBhvr>
                                    </p:animEffect>
                                  </p:childTnLst>
                                </p:cTn>
                              </p:par>
                              <p:par>
                                <p:cTn id="30" presetID="3" presetClass="entr" presetSubtype="10" fill="hold" nodeType="withEffect">
                                  <p:stCondLst>
                                    <p:cond delay="0"/>
                                  </p:stCondLst>
                                  <p:childTnLst>
                                    <p:set>
                                      <p:cBhvr>
                                        <p:cTn id="31" dur="1" fill="hold">
                                          <p:stCondLst>
                                            <p:cond delay="0"/>
                                          </p:stCondLst>
                                        </p:cTn>
                                        <p:tgtEl>
                                          <p:spTgt spid="30748"/>
                                        </p:tgtEl>
                                        <p:attrNameLst>
                                          <p:attrName>style.visibility</p:attrName>
                                        </p:attrNameLst>
                                      </p:cBhvr>
                                      <p:to>
                                        <p:strVal val="visible"/>
                                      </p:to>
                                    </p:set>
                                    <p:animEffect transition="in" filter="blinds(horizontal)">
                                      <p:cBhvr>
                                        <p:cTn id="32" dur="500"/>
                                        <p:tgtEl>
                                          <p:spTgt spid="3074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blinds(horizontal)">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0747"/>
                                        </p:tgtEl>
                                        <p:attrNameLst>
                                          <p:attrName>style.visibility</p:attrName>
                                        </p:attrNameLst>
                                      </p:cBhvr>
                                      <p:to>
                                        <p:strVal val="visible"/>
                                      </p:to>
                                    </p:set>
                                    <p:animEffect transition="in" filter="blinds(horizontal)">
                                      <p:cBhvr>
                                        <p:cTn id="42" dur="500"/>
                                        <p:tgtEl>
                                          <p:spTgt spid="30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63" grpId="0" animBg="1"/>
      <p:bldP spid="25664" grpId="0" animBg="1"/>
      <p:bldP spid="25715" grpId="0" animBg="1"/>
      <p:bldP spid="3074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2"/>
          <p:cNvSpPr>
            <a:spLocks noGrp="1"/>
          </p:cNvSpPr>
          <p:nvPr>
            <p:ph type="title"/>
          </p:nvPr>
        </p:nvSpPr>
        <p:spPr>
          <a:xfrm>
            <a:off x="467995" y="825500"/>
            <a:ext cx="7721600" cy="457200"/>
          </a:xfrm>
          <a:noFill/>
          <a:ln>
            <a:noFill/>
          </a:ln>
        </p:spPr>
        <p:txBody>
          <a:bodyPr/>
          <a:p>
            <a:pPr eaLnBrk="1" hangingPunct="1"/>
            <a:r>
              <a:rPr lang="zh-CN" altLang="en-US"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2</a:t>
            </a:r>
            <a:r>
              <a:rPr lang="zh-CN" altLang="en-US" sz="1800" b="1" dirty="0">
                <a:solidFill>
                  <a:srgbClr val="FF0000"/>
                </a:solidFill>
                <a:latin typeface="华文新魏" panose="02010800040101010101" pitchFamily="2" charset="-122"/>
                <a:ea typeface="华文新魏" panose="02010800040101010101" pitchFamily="2" charset="-122"/>
              </a:rPr>
              <a:t>）静态 </a:t>
            </a:r>
            <a:r>
              <a:rPr lang="en-US" altLang="zh-CN" sz="1800" b="1" dirty="0">
                <a:solidFill>
                  <a:srgbClr val="FF0000"/>
                </a:solidFill>
                <a:latin typeface="华文新魏" panose="02010800040101010101" pitchFamily="2" charset="-122"/>
                <a:ea typeface="华文新魏" panose="02010800040101010101" pitchFamily="2" charset="-122"/>
              </a:rPr>
              <a:t>0 </a:t>
            </a:r>
            <a:r>
              <a:rPr lang="zh-CN" altLang="en-US" sz="1800" b="1" dirty="0">
                <a:solidFill>
                  <a:srgbClr val="FF0000"/>
                </a:solidFill>
                <a:latin typeface="华文新魏" panose="02010800040101010101" pitchFamily="2" charset="-122"/>
                <a:ea typeface="华文新魏" panose="02010800040101010101" pitchFamily="2" charset="-122"/>
              </a:rPr>
              <a:t>险象判别</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
        <p:nvSpPr>
          <p:cNvPr id="28674" name="Rectangle 3"/>
          <p:cNvSpPr>
            <a:spLocks noGrp="1"/>
          </p:cNvSpPr>
          <p:nvPr>
            <p:ph idx="1"/>
          </p:nvPr>
        </p:nvSpPr>
        <p:spPr>
          <a:xfrm>
            <a:off x="196850" y="1456055"/>
            <a:ext cx="8877300" cy="1701800"/>
          </a:xfrm>
          <a:noFill/>
          <a:ln>
            <a:noFill/>
          </a:ln>
        </p:spPr>
        <p:txBody>
          <a:bodyPr/>
          <a:p>
            <a:pPr marL="0" indent="0" eaLnBrk="1" hangingPunct="1">
              <a:lnSpc>
                <a:spcPct val="120000"/>
              </a:lnSpc>
              <a:spcBef>
                <a:spcPct val="50000"/>
              </a:spcBef>
              <a:buNone/>
            </a:pPr>
            <a:r>
              <a:rPr lang="zh-CN" altLang="en-US" sz="1800" b="1" dirty="0">
                <a:latin typeface="华文新魏" panose="02010800040101010101" pitchFamily="2" charset="-122"/>
                <a:ea typeface="华文新魏" panose="02010800040101010101" pitchFamily="2" charset="-122"/>
              </a:rPr>
              <a:t>在</a:t>
            </a:r>
            <a:r>
              <a:rPr lang="zh-CN" altLang="en-US" sz="1800" b="1" dirty="0">
                <a:solidFill>
                  <a:srgbClr val="FF0000"/>
                </a:solidFill>
                <a:latin typeface="华文新魏" panose="02010800040101010101" pitchFamily="2" charset="-122"/>
                <a:ea typeface="华文新魏" panose="02010800040101010101" pitchFamily="2" charset="-122"/>
              </a:rPr>
              <a:t>两级</a:t>
            </a:r>
            <a:r>
              <a:rPr lang="en-US" altLang="zh-CN" sz="1800" b="1" dirty="0">
                <a:solidFill>
                  <a:srgbClr val="FF0000"/>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或与</a:t>
            </a:r>
            <a:r>
              <a:rPr lang="en-US" altLang="zh-CN" sz="1800" b="1" dirty="0">
                <a:solidFill>
                  <a:srgbClr val="FF0000"/>
                </a:solidFill>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电路或</a:t>
            </a:r>
            <a:r>
              <a:rPr lang="zh-CN" altLang="en-US" sz="1800" b="1" dirty="0">
                <a:solidFill>
                  <a:srgbClr val="FF0000"/>
                </a:solidFill>
                <a:latin typeface="华文新魏" panose="02010800040101010101" pitchFamily="2" charset="-122"/>
                <a:ea typeface="华文新魏" panose="02010800040101010101" pitchFamily="2" charset="-122"/>
              </a:rPr>
              <a:t>两级</a:t>
            </a:r>
            <a:r>
              <a:rPr lang="zh-CN" altLang="en-US" sz="1800" b="1" dirty="0">
                <a:solidFill>
                  <a:srgbClr val="FF0000"/>
                </a:solidFill>
                <a:latin typeface="黑体" panose="02010609060101010101" pitchFamily="49"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或非</a:t>
            </a:r>
            <a:r>
              <a:rPr lang="en-US" altLang="zh-CN" sz="1800" b="1" dirty="0">
                <a:solidFill>
                  <a:srgbClr val="FF0000"/>
                </a:solidFill>
                <a:latin typeface="黑体" panose="02010609060101010101" pitchFamily="49"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或非</a:t>
            </a:r>
            <a:r>
              <a:rPr lang="zh-CN" altLang="en-US" sz="1800" b="1" dirty="0">
                <a:latin typeface="黑体" panose="02010609060101010101" pitchFamily="49"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电路中</a:t>
            </a:r>
            <a:r>
              <a:rPr lang="zh-CN" altLang="en-US" sz="1800" b="1" dirty="0">
                <a:solidFill>
                  <a:srgbClr val="FF0000"/>
                </a:solidFill>
                <a:latin typeface="华文新魏" panose="02010800040101010101" pitchFamily="2" charset="-122"/>
                <a:ea typeface="华文新魏" panose="02010800040101010101" pitchFamily="2" charset="-122"/>
              </a:rPr>
              <a:t>只可能</a:t>
            </a:r>
            <a:r>
              <a:rPr lang="zh-CN" altLang="en-US" sz="1800" b="1" dirty="0">
                <a:latin typeface="华文新魏" panose="02010800040101010101" pitchFamily="2" charset="-122"/>
                <a:ea typeface="华文新魏" panose="02010800040101010101" pitchFamily="2" charset="-122"/>
              </a:rPr>
              <a:t>出现静态 </a:t>
            </a:r>
            <a:r>
              <a:rPr lang="en-US" altLang="zh-CN" sz="1800" b="1" dirty="0">
                <a:latin typeface="华文新魏" panose="02010800040101010101" pitchFamily="2" charset="-122"/>
                <a:ea typeface="华文新魏" panose="02010800040101010101" pitchFamily="2" charset="-122"/>
              </a:rPr>
              <a:t>0 </a:t>
            </a:r>
            <a:r>
              <a:rPr lang="zh-CN" altLang="en-US" sz="1800" b="1" dirty="0">
                <a:latin typeface="华文新魏" panose="02010800040101010101" pitchFamily="2" charset="-122"/>
                <a:ea typeface="华文新魏" panose="02010800040101010101" pitchFamily="2" charset="-122"/>
              </a:rPr>
              <a:t>险象。</a:t>
            </a:r>
            <a:r>
              <a:rPr lang="zh-CN" altLang="en-US" sz="1800" b="1" dirty="0">
                <a:solidFill>
                  <a:srgbClr val="C55A11"/>
                </a:solidFill>
                <a:latin typeface="华文新魏" panose="02010800040101010101" pitchFamily="2" charset="-122"/>
                <a:ea typeface="华文新魏" panose="02010800040101010101" pitchFamily="2" charset="-122"/>
              </a:rPr>
              <a:t>（思考题）</a:t>
            </a:r>
            <a:endParaRPr lang="zh-CN" altLang="en-US" sz="1800" b="1" dirty="0">
              <a:solidFill>
                <a:srgbClr val="C55A11"/>
              </a:solidFill>
              <a:latin typeface="华文新魏" panose="02010800040101010101" pitchFamily="2" charset="-122"/>
              <a:ea typeface="华文新魏" panose="02010800040101010101" pitchFamily="2" charset="-122"/>
            </a:endParaRPr>
          </a:p>
          <a:p>
            <a:pPr marL="0" indent="0" eaLnBrk="1" latinLnBrk="0" hangingPunct="1">
              <a:lnSpc>
                <a:spcPct val="170000"/>
              </a:lnSpc>
              <a:spcBef>
                <a:spcPts val="0"/>
              </a:spcBef>
              <a:buNone/>
            </a:pPr>
            <a:r>
              <a:rPr lang="en-US" altLang="en-US" sz="1800" b="1" dirty="0">
                <a:latin typeface="华文新魏" panose="02010800040101010101" pitchFamily="2" charset="-122"/>
                <a:ea typeface="华文新魏" panose="02010800040101010101" pitchFamily="2" charset="-122"/>
                <a:sym typeface="+mn-ea"/>
              </a:rPr>
              <a:t>在卡诺图中，按照圈</a:t>
            </a:r>
            <a:r>
              <a:rPr lang="en-US" altLang="zh-CN" sz="1800" b="1" dirty="0">
                <a:latin typeface="华文新魏" panose="02010800040101010101" pitchFamily="2" charset="-122"/>
                <a:ea typeface="华文新魏" panose="02010800040101010101" pitchFamily="2" charset="-122"/>
                <a:sym typeface="+mn-ea"/>
              </a:rPr>
              <a:t>0</a:t>
            </a:r>
            <a:r>
              <a:rPr lang="en-US" altLang="en-US" sz="1800" b="1" dirty="0">
                <a:latin typeface="华文新魏" panose="02010800040101010101" pitchFamily="2" charset="-122"/>
                <a:ea typeface="华文新魏" panose="02010800040101010101" pitchFamily="2" charset="-122"/>
                <a:sym typeface="+mn-ea"/>
              </a:rPr>
              <a:t>单元的</a:t>
            </a:r>
            <a:r>
              <a:rPr lang="en-US" altLang="en-US" sz="1800" b="1" dirty="0">
                <a:solidFill>
                  <a:srgbClr val="FF0000"/>
                </a:solidFill>
                <a:latin typeface="华文新魏" panose="02010800040101010101" pitchFamily="2" charset="-122"/>
                <a:ea typeface="华文新魏" panose="02010800040101010101" pitchFamily="2" charset="-122"/>
                <a:sym typeface="+mn-ea"/>
              </a:rPr>
              <a:t>卡诺圈</a:t>
            </a:r>
            <a:r>
              <a:rPr lang="en-US" altLang="en-US" sz="1800" b="1" dirty="0">
                <a:latin typeface="华文新魏" panose="02010800040101010101" pitchFamily="2" charset="-122"/>
                <a:ea typeface="华文新魏" panose="02010800040101010101" pitchFamily="2" charset="-122"/>
                <a:sym typeface="+mn-ea"/>
              </a:rPr>
              <a:t>是否存在着</a:t>
            </a:r>
            <a:r>
              <a:rPr lang="en-US" altLang="en-US" sz="1800" b="1" dirty="0">
                <a:solidFill>
                  <a:srgbClr val="FF0000"/>
                </a:solidFill>
                <a:latin typeface="华文新魏" panose="02010800040101010101" pitchFamily="2" charset="-122"/>
                <a:ea typeface="华文新魏" panose="02010800040101010101" pitchFamily="2" charset="-122"/>
                <a:sym typeface="+mn-ea"/>
              </a:rPr>
              <a:t>部分相切</a:t>
            </a:r>
            <a:r>
              <a:rPr lang="en-US" altLang="en-US" sz="1800" b="1" dirty="0">
                <a:latin typeface="华文新魏" panose="02010800040101010101" pitchFamily="2" charset="-122"/>
                <a:ea typeface="华文新魏" panose="02010800040101010101" pitchFamily="2" charset="-122"/>
                <a:sym typeface="+mn-ea"/>
              </a:rPr>
              <a:t>，而这个相切的部分又没有被另外的卡诺圈所</a:t>
            </a:r>
            <a:r>
              <a:rPr lang="en-US" altLang="en-US" sz="1800" b="1" dirty="0">
                <a:solidFill>
                  <a:srgbClr val="FF0000"/>
                </a:solidFill>
                <a:latin typeface="华文新魏" panose="02010800040101010101" pitchFamily="2" charset="-122"/>
                <a:ea typeface="华文新魏" panose="02010800040101010101" pitchFamily="2" charset="-122"/>
                <a:sym typeface="+mn-ea"/>
              </a:rPr>
              <a:t>包含</a:t>
            </a:r>
            <a:r>
              <a:rPr lang="en-US" altLang="en-US" sz="1800" b="1" dirty="0">
                <a:latin typeface="华文新魏" panose="02010800040101010101" pitchFamily="2" charset="-122"/>
                <a:ea typeface="华文新魏" panose="02010800040101010101" pitchFamily="2" charset="-122"/>
                <a:sym typeface="+mn-ea"/>
              </a:rPr>
              <a:t>，则该电路必然存在静态 </a:t>
            </a:r>
            <a:r>
              <a:rPr lang="en-US" altLang="zh-CN" sz="1800" b="1" dirty="0">
                <a:latin typeface="华文新魏" panose="02010800040101010101" pitchFamily="2" charset="-122"/>
                <a:ea typeface="华文新魏" panose="02010800040101010101" pitchFamily="2" charset="-122"/>
                <a:sym typeface="+mn-ea"/>
              </a:rPr>
              <a:t>0 </a:t>
            </a:r>
            <a:r>
              <a:rPr lang="en-US" altLang="en-US" sz="1800" b="1" dirty="0">
                <a:latin typeface="华文新魏" panose="02010800040101010101" pitchFamily="2" charset="-122"/>
                <a:ea typeface="华文新魏" panose="02010800040101010101" pitchFamily="2" charset="-122"/>
                <a:sym typeface="+mn-ea"/>
              </a:rPr>
              <a:t>险象。</a:t>
            </a:r>
            <a:endParaRPr lang="en-US" altLang="en-US" sz="1800" b="1" dirty="0">
              <a:latin typeface="华文新魏" panose="02010800040101010101" pitchFamily="2" charset="-122"/>
              <a:ea typeface="华文新魏" panose="02010800040101010101" pitchFamily="2" charset="-122"/>
            </a:endParaRPr>
          </a:p>
        </p:txBody>
      </p:sp>
      <p:grpSp>
        <p:nvGrpSpPr>
          <p:cNvPr id="4" name="组合 3"/>
          <p:cNvGrpSpPr/>
          <p:nvPr/>
        </p:nvGrpSpPr>
        <p:grpSpPr>
          <a:xfrm>
            <a:off x="799465" y="3633470"/>
            <a:ext cx="5825490" cy="641350"/>
            <a:chOff x="1259" y="5722"/>
            <a:chExt cx="9174" cy="1010"/>
          </a:xfrm>
        </p:grpSpPr>
        <p:sp>
          <p:nvSpPr>
            <p:cNvPr id="31749" name="Line 10"/>
            <p:cNvSpPr/>
            <p:nvPr/>
          </p:nvSpPr>
          <p:spPr>
            <a:xfrm>
              <a:off x="6064" y="5750"/>
              <a:ext cx="228" cy="0"/>
            </a:xfrm>
            <a:prstGeom prst="line">
              <a:avLst/>
            </a:prstGeom>
            <a:ln w="19050" cap="flat" cmpd="sng">
              <a:solidFill>
                <a:schemeClr val="tx1"/>
              </a:solidFill>
              <a:prstDash val="solid"/>
              <a:headEnd type="none" w="med" len="med"/>
              <a:tailEnd type="none" w="med" len="med"/>
            </a:ln>
          </p:spPr>
        </p:sp>
        <p:sp>
          <p:nvSpPr>
            <p:cNvPr id="31750" name="Line 11"/>
            <p:cNvSpPr/>
            <p:nvPr/>
          </p:nvSpPr>
          <p:spPr>
            <a:xfrm>
              <a:off x="7745" y="5750"/>
              <a:ext cx="227" cy="0"/>
            </a:xfrm>
            <a:prstGeom prst="line">
              <a:avLst/>
            </a:prstGeom>
            <a:ln w="19050" cap="flat" cmpd="sng">
              <a:solidFill>
                <a:schemeClr val="tx1"/>
              </a:solidFill>
              <a:prstDash val="solid"/>
              <a:headEnd type="none" w="med" len="med"/>
              <a:tailEnd type="none" w="med" len="med"/>
            </a:ln>
          </p:spPr>
        </p:sp>
        <p:sp>
          <p:nvSpPr>
            <p:cNvPr id="31751" name="Line 12"/>
            <p:cNvSpPr/>
            <p:nvPr/>
          </p:nvSpPr>
          <p:spPr>
            <a:xfrm>
              <a:off x="8182" y="5750"/>
              <a:ext cx="227" cy="0"/>
            </a:xfrm>
            <a:prstGeom prst="line">
              <a:avLst/>
            </a:prstGeom>
            <a:ln w="19050" cap="flat" cmpd="sng">
              <a:solidFill>
                <a:schemeClr val="tx1"/>
              </a:solidFill>
              <a:prstDash val="solid"/>
              <a:headEnd type="none" w="med" len="med"/>
              <a:tailEnd type="none" w="med" len="med"/>
            </a:ln>
          </p:spPr>
        </p:sp>
        <p:grpSp>
          <p:nvGrpSpPr>
            <p:cNvPr id="3" name="组合 2"/>
            <p:cNvGrpSpPr/>
            <p:nvPr/>
          </p:nvGrpSpPr>
          <p:grpSpPr>
            <a:xfrm>
              <a:off x="1259" y="5722"/>
              <a:ext cx="9174" cy="1010"/>
              <a:chOff x="1259" y="5722"/>
              <a:chExt cx="9174" cy="1010"/>
            </a:xfrm>
          </p:grpSpPr>
          <p:grpSp>
            <p:nvGrpSpPr>
              <p:cNvPr id="26627" name="Group 79"/>
              <p:cNvGrpSpPr/>
              <p:nvPr/>
            </p:nvGrpSpPr>
            <p:grpSpPr>
              <a:xfrm>
                <a:off x="1283" y="5893"/>
                <a:ext cx="9151" cy="579"/>
                <a:chOff x="336" y="2208"/>
                <a:chExt cx="4944" cy="308"/>
              </a:xfrm>
            </p:grpSpPr>
            <p:sp>
              <p:nvSpPr>
                <p:cNvPr id="32776" name="Text Box 6"/>
                <p:cNvSpPr txBox="1"/>
                <p:nvPr/>
              </p:nvSpPr>
              <p:spPr>
                <a:xfrm>
                  <a:off x="336" y="2208"/>
                  <a:ext cx="4944" cy="308"/>
                </a:xfrm>
                <a:prstGeom prst="rect">
                  <a:avLst/>
                </a:prstGeom>
                <a:noFill/>
                <a:ln w="9525">
                  <a:noFill/>
                </a:ln>
              </p:spPr>
              <p:txBody>
                <a:bodyPr>
                  <a:spAutoFit/>
                </a:bodyPr>
                <a:p>
                  <a:pPr eaLnBrk="1" hangingPunct="1">
                    <a:spcBef>
                      <a:spcPct val="2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例  如图所示电路  </a:t>
                  </a:r>
                  <a:r>
                    <a:rPr lang="en-US" altLang="zh-CN" sz="1800" b="1" dirty="0">
                      <a:solidFill>
                        <a:schemeClr val="tx1"/>
                      </a:solidFill>
                      <a:latin typeface="华文新魏" panose="02010800040101010101" pitchFamily="2" charset="-122"/>
                      <a:ea typeface="华文新魏" panose="02010800040101010101" pitchFamily="2" charset="-122"/>
                    </a:rPr>
                    <a:t>F = (A+B+C) (C+D) (B+D)</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32777" name="Line 9"/>
                <p:cNvSpPr/>
                <p:nvPr/>
              </p:nvSpPr>
              <p:spPr>
                <a:xfrm>
                  <a:off x="3195" y="2256"/>
                  <a:ext cx="144" cy="0"/>
                </a:xfrm>
                <a:prstGeom prst="line">
                  <a:avLst/>
                </a:prstGeom>
                <a:ln w="9525" cap="flat" cmpd="sng">
                  <a:solidFill>
                    <a:schemeClr val="bg1"/>
                  </a:solidFill>
                  <a:prstDash val="solid"/>
                  <a:headEnd type="none" w="med" len="med"/>
                  <a:tailEnd type="none" w="med" len="med"/>
                </a:ln>
              </p:spPr>
            </p:sp>
            <p:sp>
              <p:nvSpPr>
                <p:cNvPr id="32778" name="Line 10"/>
                <p:cNvSpPr/>
                <p:nvPr/>
              </p:nvSpPr>
              <p:spPr>
                <a:xfrm>
                  <a:off x="4131" y="2258"/>
                  <a:ext cx="144" cy="0"/>
                </a:xfrm>
                <a:prstGeom prst="line">
                  <a:avLst/>
                </a:prstGeom>
                <a:ln w="9525" cap="flat" cmpd="sng">
                  <a:solidFill>
                    <a:schemeClr val="bg1"/>
                  </a:solidFill>
                  <a:prstDash val="solid"/>
                  <a:headEnd type="none" w="med" len="med"/>
                  <a:tailEnd type="none" w="med" len="med"/>
                </a:ln>
              </p:spPr>
            </p:sp>
            <p:sp>
              <p:nvSpPr>
                <p:cNvPr id="32779" name="Line 11"/>
                <p:cNvSpPr/>
                <p:nvPr/>
              </p:nvSpPr>
              <p:spPr>
                <a:xfrm>
                  <a:off x="4443" y="2256"/>
                  <a:ext cx="144" cy="0"/>
                </a:xfrm>
                <a:prstGeom prst="line">
                  <a:avLst/>
                </a:prstGeom>
                <a:ln w="9525" cap="flat" cmpd="sng">
                  <a:solidFill>
                    <a:schemeClr val="bg1"/>
                  </a:solidFill>
                  <a:prstDash val="solid"/>
                  <a:headEnd type="none" w="med" len="med"/>
                  <a:tailEnd type="none" w="med" len="med"/>
                </a:ln>
              </p:spPr>
            </p:sp>
          </p:grpSp>
          <p:pic>
            <p:nvPicPr>
              <p:cNvPr id="2" name="图片 1"/>
              <p:cNvPicPr>
                <a:picLocks noChangeAspect="1"/>
              </p:cNvPicPr>
              <p:nvPr/>
            </p:nvPicPr>
            <p:blipFill>
              <a:blip r:embed="rId1"/>
              <a:stretch>
                <a:fillRect/>
              </a:stretch>
            </p:blipFill>
            <p:spPr>
              <a:xfrm>
                <a:off x="1259" y="5722"/>
                <a:ext cx="8040" cy="1010"/>
              </a:xfrm>
              <a:prstGeom prst="rect">
                <a:avLst/>
              </a:prstGeom>
            </p:spPr>
          </p:pic>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625"/>
                                        </p:tgtEl>
                                        <p:attrNameLst>
                                          <p:attrName>style.visibility</p:attrName>
                                        </p:attrNameLst>
                                      </p:cBhvr>
                                      <p:to>
                                        <p:strVal val="visible"/>
                                      </p:to>
                                    </p:set>
                                    <p:animEffect transition="in" filter="fade">
                                      <p:cBhvr>
                                        <p:cTn id="7" dur="500"/>
                                        <p:tgtEl>
                                          <p:spTgt spid="266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674">
                                            <p:txEl>
                                              <p:charRg st="0" end="42"/>
                                            </p:txEl>
                                          </p:spTgt>
                                        </p:tgtEl>
                                        <p:attrNameLst>
                                          <p:attrName>style.visibility</p:attrName>
                                        </p:attrNameLst>
                                      </p:cBhvr>
                                      <p:to>
                                        <p:strVal val="visible"/>
                                      </p:to>
                                    </p:set>
                                    <p:animEffect transition="in" filter="fade">
                                      <p:cBhvr>
                                        <p:cTn id="12" dur="500"/>
                                        <p:tgtEl>
                                          <p:spTgt spid="28674">
                                            <p:txEl>
                                              <p:charRg st="0" end="4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674">
                                            <p:txEl>
                                              <p:charRg st="42" end="110"/>
                                            </p:txEl>
                                          </p:spTgt>
                                        </p:tgtEl>
                                        <p:attrNameLst>
                                          <p:attrName>style.visibility</p:attrName>
                                        </p:attrNameLst>
                                      </p:cBhvr>
                                      <p:to>
                                        <p:strVal val="visible"/>
                                      </p:to>
                                    </p:set>
                                    <p:animEffect transition="in" filter="fade">
                                      <p:cBhvr>
                                        <p:cTn id="17" dur="500"/>
                                        <p:tgtEl>
                                          <p:spTgt spid="28674">
                                            <p:txEl>
                                              <p:charRg st="42" end="11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ppt_x"/>
                                          </p:val>
                                        </p:tav>
                                        <p:tav tm="100000">
                                          <p:val>
                                            <p:strVal val="#ppt_x"/>
                                          </p:val>
                                        </p:tav>
                                      </p:tavLst>
                                    </p:anim>
                                    <p:anim calcmode="lin" valueType="num">
                                      <p:cBhvr additive="base">
                                        <p:cTn id="2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日期占位符 3"/>
          <p:cNvSpPr txBox="1">
            <a:spLocks noGrp="1"/>
          </p:cNvSpPr>
          <p:nvPr/>
        </p:nvSpPr>
        <p:spPr>
          <a:xfrm>
            <a:off x="0" y="123825"/>
            <a:ext cx="900113" cy="158750"/>
          </a:xfrm>
          <a:prstGeom prst="rect">
            <a:avLst/>
          </a:prstGeom>
          <a:solidFill>
            <a:srgbClr val="00CCFF"/>
          </a:solidFill>
          <a:ln w="9525">
            <a:noFill/>
          </a:ln>
        </p:spPr>
        <p:txBody>
          <a:bodyPr tIns="10800"/>
          <a:p>
            <a:pPr eaLnBrk="1" hangingPunct="1">
              <a:lnSpc>
                <a:spcPct val="90000"/>
              </a:lnSpc>
              <a:buFont typeface="Arial" panose="020B0604020202020204" pitchFamily="34" charset="0"/>
            </a:pPr>
            <a:fld id="{BB962C8B-B14F-4D97-AF65-F5344CB8AC3E}" type="datetime11">
              <a:rPr lang="zh-CN" altLang="en-US" sz="900" b="1" dirty="0">
                <a:solidFill>
                  <a:schemeClr val="tx1"/>
                </a:solidFill>
                <a:latin typeface="Calibri" panose="020F0502020204030204" pitchFamily="34" charset="0"/>
              </a:rPr>
            </a:fld>
            <a:endParaRPr lang="zh-CN" altLang="en-US" sz="900" b="1" dirty="0">
              <a:solidFill>
                <a:schemeClr val="tx1"/>
              </a:solidFill>
              <a:latin typeface="Calibri" panose="020F0502020204030204" pitchFamily="34" charset="0"/>
            </a:endParaRPr>
          </a:p>
        </p:txBody>
      </p:sp>
      <p:sp>
        <p:nvSpPr>
          <p:cNvPr id="33795" name="灯片编号占位符 5"/>
          <p:cNvSpPr txBox="1">
            <a:spLocks noGrp="1"/>
          </p:cNvSpPr>
          <p:nvPr/>
        </p:nvSpPr>
        <p:spPr>
          <a:xfrm>
            <a:off x="8604250" y="4892675"/>
            <a:ext cx="431800" cy="142875"/>
          </a:xfrm>
          <a:prstGeom prst="rect">
            <a:avLst/>
          </a:prstGeom>
          <a:solidFill>
            <a:srgbClr val="00CCFF"/>
          </a:solidFill>
          <a:ln w="9525">
            <a:noFill/>
          </a:ln>
        </p:spPr>
        <p:txBody>
          <a:bodyPr lIns="18000" tIns="0"/>
          <a:p>
            <a:pPr algn="r" eaLnBrk="1" hangingPunct="1">
              <a:lnSpc>
                <a:spcPct val="90000"/>
              </a:lnSpc>
              <a:buFont typeface="Arial" panose="020B0604020202020204" pitchFamily="34" charset="0"/>
            </a:pPr>
            <a:fld id="{9A0DB2DC-4C9A-4742-B13C-FB6460FD3503}" type="slidenum">
              <a:rPr lang="en-US" altLang="zh-CN" sz="900" b="1" dirty="0">
                <a:solidFill>
                  <a:schemeClr val="tx1"/>
                </a:solidFill>
                <a:latin typeface="Calibri" panose="020F0502020204030204" pitchFamily="34" charset="0"/>
              </a:rPr>
            </a:fld>
            <a:endParaRPr lang="en-US" altLang="zh-CN" sz="900" b="1" dirty="0">
              <a:solidFill>
                <a:schemeClr val="tx1"/>
              </a:solidFill>
              <a:latin typeface="Calibri" panose="020F0502020204030204" pitchFamily="34" charset="0"/>
            </a:endParaRPr>
          </a:p>
        </p:txBody>
      </p:sp>
      <p:grpSp>
        <p:nvGrpSpPr>
          <p:cNvPr id="33796" name="Group 304"/>
          <p:cNvGrpSpPr/>
          <p:nvPr/>
        </p:nvGrpSpPr>
        <p:grpSpPr>
          <a:xfrm>
            <a:off x="4781550" y="944563"/>
            <a:ext cx="3886200" cy="2614612"/>
            <a:chOff x="192" y="96"/>
            <a:chExt cx="2448" cy="2196"/>
          </a:xfrm>
        </p:grpSpPr>
        <p:sp>
          <p:nvSpPr>
            <p:cNvPr id="33857" name="Line 147"/>
            <p:cNvSpPr/>
            <p:nvPr/>
          </p:nvSpPr>
          <p:spPr>
            <a:xfrm>
              <a:off x="1212" y="518"/>
              <a:ext cx="136" cy="1"/>
            </a:xfrm>
            <a:prstGeom prst="line">
              <a:avLst/>
            </a:prstGeom>
            <a:ln w="9525" cap="flat" cmpd="sng">
              <a:solidFill>
                <a:schemeClr val="tx1"/>
              </a:solidFill>
              <a:prstDash val="solid"/>
              <a:headEnd type="none" w="med" len="med"/>
              <a:tailEnd type="none" w="med" len="med"/>
            </a:ln>
          </p:spPr>
        </p:sp>
        <p:sp>
          <p:nvSpPr>
            <p:cNvPr id="33858" name="Text Box 148"/>
            <p:cNvSpPr txBox="1"/>
            <p:nvPr/>
          </p:nvSpPr>
          <p:spPr>
            <a:xfrm>
              <a:off x="192" y="576"/>
              <a:ext cx="232"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C</a:t>
              </a:r>
              <a:endParaRPr lang="en-US" altLang="zh-CN" sz="1500" b="1" dirty="0">
                <a:solidFill>
                  <a:schemeClr val="tx1"/>
                </a:solidFill>
                <a:latin typeface="Arial" panose="020B0604020202020204" pitchFamily="34" charset="0"/>
              </a:endParaRPr>
            </a:p>
          </p:txBody>
        </p:sp>
        <p:sp>
          <p:nvSpPr>
            <p:cNvPr id="33859" name="Line 149"/>
            <p:cNvSpPr/>
            <p:nvPr/>
          </p:nvSpPr>
          <p:spPr>
            <a:xfrm>
              <a:off x="420" y="240"/>
              <a:ext cx="932" cy="0"/>
            </a:xfrm>
            <a:prstGeom prst="line">
              <a:avLst/>
            </a:prstGeom>
            <a:ln w="12700" cap="flat" cmpd="sng">
              <a:solidFill>
                <a:schemeClr val="tx1"/>
              </a:solidFill>
              <a:prstDash val="solid"/>
              <a:headEnd type="none" w="med" len="med"/>
              <a:tailEnd type="none" w="med" len="med"/>
            </a:ln>
          </p:spPr>
        </p:sp>
        <p:sp>
          <p:nvSpPr>
            <p:cNvPr id="33860" name="Oval 150"/>
            <p:cNvSpPr/>
            <p:nvPr/>
          </p:nvSpPr>
          <p:spPr>
            <a:xfrm>
              <a:off x="498" y="356"/>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861" name="Line 151"/>
            <p:cNvSpPr/>
            <p:nvPr/>
          </p:nvSpPr>
          <p:spPr>
            <a:xfrm>
              <a:off x="396" y="700"/>
              <a:ext cx="367" cy="0"/>
            </a:xfrm>
            <a:prstGeom prst="line">
              <a:avLst/>
            </a:prstGeom>
            <a:ln w="9525" cap="flat" cmpd="sng">
              <a:solidFill>
                <a:schemeClr val="tx1"/>
              </a:solidFill>
              <a:prstDash val="solid"/>
              <a:headEnd type="none" w="med" len="med"/>
              <a:tailEnd type="none" w="med" len="med"/>
            </a:ln>
          </p:spPr>
        </p:sp>
        <p:sp>
          <p:nvSpPr>
            <p:cNvPr id="33862" name="Line 152"/>
            <p:cNvSpPr/>
            <p:nvPr/>
          </p:nvSpPr>
          <p:spPr>
            <a:xfrm>
              <a:off x="624" y="706"/>
              <a:ext cx="0" cy="265"/>
            </a:xfrm>
            <a:prstGeom prst="line">
              <a:avLst/>
            </a:prstGeom>
            <a:ln w="12700" cap="flat" cmpd="sng">
              <a:solidFill>
                <a:schemeClr val="tx1"/>
              </a:solidFill>
              <a:prstDash val="solid"/>
              <a:headEnd type="none" w="med" len="med"/>
              <a:tailEnd type="none" w="med" len="med"/>
            </a:ln>
          </p:spPr>
        </p:sp>
        <p:sp>
          <p:nvSpPr>
            <p:cNvPr id="33863" name="Line 153"/>
            <p:cNvSpPr/>
            <p:nvPr/>
          </p:nvSpPr>
          <p:spPr>
            <a:xfrm>
              <a:off x="1622" y="384"/>
              <a:ext cx="192" cy="0"/>
            </a:xfrm>
            <a:prstGeom prst="line">
              <a:avLst/>
            </a:prstGeom>
            <a:ln w="9525" cap="flat" cmpd="sng">
              <a:solidFill>
                <a:schemeClr val="tx1"/>
              </a:solidFill>
              <a:prstDash val="solid"/>
              <a:headEnd type="none" w="med" len="med"/>
              <a:tailEnd type="none" w="med" len="med"/>
            </a:ln>
          </p:spPr>
        </p:sp>
        <p:sp>
          <p:nvSpPr>
            <p:cNvPr id="33864" name="Line 154"/>
            <p:cNvSpPr/>
            <p:nvPr/>
          </p:nvSpPr>
          <p:spPr>
            <a:xfrm>
              <a:off x="1622" y="1766"/>
              <a:ext cx="192" cy="0"/>
            </a:xfrm>
            <a:prstGeom prst="line">
              <a:avLst/>
            </a:prstGeom>
            <a:ln w="9525" cap="flat" cmpd="sng">
              <a:solidFill>
                <a:schemeClr val="tx1"/>
              </a:solidFill>
              <a:prstDash val="solid"/>
              <a:headEnd type="none" w="med" len="med"/>
              <a:tailEnd type="none" w="med" len="med"/>
            </a:ln>
          </p:spPr>
        </p:sp>
        <p:sp>
          <p:nvSpPr>
            <p:cNvPr id="33865" name="Line 155"/>
            <p:cNvSpPr/>
            <p:nvPr/>
          </p:nvSpPr>
          <p:spPr>
            <a:xfrm>
              <a:off x="1815" y="380"/>
              <a:ext cx="0" cy="562"/>
            </a:xfrm>
            <a:prstGeom prst="line">
              <a:avLst/>
            </a:prstGeom>
            <a:ln w="9525" cap="flat" cmpd="sng">
              <a:solidFill>
                <a:schemeClr val="tx1"/>
              </a:solidFill>
              <a:prstDash val="solid"/>
              <a:headEnd type="none" w="med" len="med"/>
              <a:tailEnd type="none" w="med" len="med"/>
            </a:ln>
          </p:spPr>
        </p:sp>
        <p:sp>
          <p:nvSpPr>
            <p:cNvPr id="33866" name="Line 156"/>
            <p:cNvSpPr/>
            <p:nvPr/>
          </p:nvSpPr>
          <p:spPr>
            <a:xfrm>
              <a:off x="1809" y="1228"/>
              <a:ext cx="0" cy="540"/>
            </a:xfrm>
            <a:prstGeom prst="line">
              <a:avLst/>
            </a:prstGeom>
            <a:ln w="9525" cap="flat" cmpd="sng">
              <a:solidFill>
                <a:schemeClr val="tx1"/>
              </a:solidFill>
              <a:prstDash val="solid"/>
              <a:headEnd type="none" w="med" len="med"/>
              <a:tailEnd type="none" w="med" len="med"/>
            </a:ln>
          </p:spPr>
        </p:sp>
        <p:sp>
          <p:nvSpPr>
            <p:cNvPr id="33867" name="Line 157"/>
            <p:cNvSpPr/>
            <p:nvPr/>
          </p:nvSpPr>
          <p:spPr>
            <a:xfrm>
              <a:off x="1804" y="1224"/>
              <a:ext cx="192" cy="0"/>
            </a:xfrm>
            <a:prstGeom prst="line">
              <a:avLst/>
            </a:prstGeom>
            <a:ln w="9525" cap="flat" cmpd="sng">
              <a:solidFill>
                <a:schemeClr val="tx1"/>
              </a:solidFill>
              <a:prstDash val="solid"/>
              <a:headEnd type="none" w="med" len="med"/>
              <a:tailEnd type="none" w="med" len="med"/>
            </a:ln>
          </p:spPr>
        </p:sp>
        <p:sp>
          <p:nvSpPr>
            <p:cNvPr id="33868" name="Line 158"/>
            <p:cNvSpPr/>
            <p:nvPr/>
          </p:nvSpPr>
          <p:spPr>
            <a:xfrm>
              <a:off x="1814" y="940"/>
              <a:ext cx="192" cy="0"/>
            </a:xfrm>
            <a:prstGeom prst="line">
              <a:avLst/>
            </a:prstGeom>
            <a:ln w="9525" cap="flat" cmpd="sng">
              <a:solidFill>
                <a:schemeClr val="tx1"/>
              </a:solidFill>
              <a:prstDash val="solid"/>
              <a:headEnd type="none" w="med" len="med"/>
              <a:tailEnd type="none" w="med" len="med"/>
            </a:ln>
          </p:spPr>
        </p:sp>
        <p:sp>
          <p:nvSpPr>
            <p:cNvPr id="33869" name="Text Box 159"/>
            <p:cNvSpPr txBox="1"/>
            <p:nvPr/>
          </p:nvSpPr>
          <p:spPr>
            <a:xfrm>
              <a:off x="192" y="96"/>
              <a:ext cx="223"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A</a:t>
              </a:r>
              <a:endParaRPr lang="en-US" altLang="zh-CN" sz="1500" b="1" dirty="0">
                <a:solidFill>
                  <a:schemeClr val="tx1"/>
                </a:solidFill>
                <a:latin typeface="Arial" panose="020B0604020202020204" pitchFamily="34" charset="0"/>
              </a:endParaRPr>
            </a:p>
          </p:txBody>
        </p:sp>
        <p:sp>
          <p:nvSpPr>
            <p:cNvPr id="33870" name="Text Box 160"/>
            <p:cNvSpPr txBox="1"/>
            <p:nvPr/>
          </p:nvSpPr>
          <p:spPr>
            <a:xfrm>
              <a:off x="192" y="278"/>
              <a:ext cx="223"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B</a:t>
              </a:r>
              <a:endParaRPr lang="en-US" altLang="zh-CN" sz="1500" b="1" dirty="0">
                <a:solidFill>
                  <a:schemeClr val="tx1"/>
                </a:solidFill>
                <a:latin typeface="Arial" panose="020B0604020202020204" pitchFamily="34" charset="0"/>
              </a:endParaRPr>
            </a:p>
          </p:txBody>
        </p:sp>
        <p:sp>
          <p:nvSpPr>
            <p:cNvPr id="33871" name="Line 161"/>
            <p:cNvSpPr/>
            <p:nvPr/>
          </p:nvSpPr>
          <p:spPr>
            <a:xfrm>
              <a:off x="624" y="968"/>
              <a:ext cx="723" cy="0"/>
            </a:xfrm>
            <a:prstGeom prst="line">
              <a:avLst/>
            </a:prstGeom>
            <a:ln w="9525" cap="flat" cmpd="sng">
              <a:solidFill>
                <a:schemeClr val="tx1"/>
              </a:solidFill>
              <a:prstDash val="solid"/>
              <a:headEnd type="none" w="med" len="med"/>
              <a:tailEnd type="none" w="med" len="med"/>
            </a:ln>
          </p:spPr>
        </p:sp>
        <p:sp>
          <p:nvSpPr>
            <p:cNvPr id="33872" name="Line 162"/>
            <p:cNvSpPr/>
            <p:nvPr/>
          </p:nvSpPr>
          <p:spPr>
            <a:xfrm>
              <a:off x="528" y="2112"/>
              <a:ext cx="247" cy="0"/>
            </a:xfrm>
            <a:prstGeom prst="line">
              <a:avLst/>
            </a:prstGeom>
            <a:ln w="9525" cap="flat" cmpd="sng">
              <a:solidFill>
                <a:schemeClr val="tx1"/>
              </a:solidFill>
              <a:prstDash val="solid"/>
              <a:headEnd type="none" w="med" len="med"/>
              <a:tailEnd type="none" w="med" len="med"/>
            </a:ln>
          </p:spPr>
        </p:sp>
        <p:sp>
          <p:nvSpPr>
            <p:cNvPr id="33873" name="Text Box 163"/>
            <p:cNvSpPr txBox="1"/>
            <p:nvPr/>
          </p:nvSpPr>
          <p:spPr>
            <a:xfrm>
              <a:off x="1488" y="144"/>
              <a:ext cx="576" cy="250"/>
            </a:xfrm>
            <a:prstGeom prst="rect">
              <a:avLst/>
            </a:prstGeom>
            <a:noFill/>
            <a:ln w="9525">
              <a:noFill/>
            </a:ln>
          </p:spPr>
          <p:txBody>
            <a:bodyPr>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P</a:t>
              </a:r>
              <a:r>
                <a:rPr lang="en-US" altLang="zh-CN" sz="1500" b="1" baseline="-25000" dirty="0">
                  <a:solidFill>
                    <a:schemeClr val="tx1"/>
                  </a:solidFill>
                  <a:latin typeface="Arial" panose="020B0604020202020204" pitchFamily="34" charset="0"/>
                </a:rPr>
                <a:t>1</a:t>
              </a:r>
              <a:endParaRPr lang="en-US" altLang="zh-CN" sz="1500" b="1" baseline="-25000" dirty="0">
                <a:solidFill>
                  <a:schemeClr val="tx1"/>
                </a:solidFill>
                <a:latin typeface="Arial" panose="020B0604020202020204" pitchFamily="34" charset="0"/>
              </a:endParaRPr>
            </a:p>
          </p:txBody>
        </p:sp>
        <p:sp>
          <p:nvSpPr>
            <p:cNvPr id="33874" name="Line 164"/>
            <p:cNvSpPr/>
            <p:nvPr/>
          </p:nvSpPr>
          <p:spPr>
            <a:xfrm>
              <a:off x="1632" y="1086"/>
              <a:ext cx="384" cy="0"/>
            </a:xfrm>
            <a:prstGeom prst="line">
              <a:avLst/>
            </a:prstGeom>
            <a:ln w="9525" cap="flat" cmpd="sng">
              <a:solidFill>
                <a:schemeClr val="tx1"/>
              </a:solidFill>
              <a:prstDash val="solid"/>
              <a:headEnd type="none" w="med" len="med"/>
              <a:tailEnd type="none" w="med" len="med"/>
            </a:ln>
          </p:spPr>
        </p:sp>
        <p:sp>
          <p:nvSpPr>
            <p:cNvPr id="33875" name="Line 165"/>
            <p:cNvSpPr/>
            <p:nvPr/>
          </p:nvSpPr>
          <p:spPr>
            <a:xfrm>
              <a:off x="411" y="384"/>
              <a:ext cx="932" cy="0"/>
            </a:xfrm>
            <a:prstGeom prst="line">
              <a:avLst/>
            </a:prstGeom>
            <a:ln w="12700" cap="flat" cmpd="sng">
              <a:solidFill>
                <a:schemeClr val="tx1"/>
              </a:solidFill>
              <a:prstDash val="solid"/>
              <a:headEnd type="none" w="med" len="med"/>
              <a:tailEnd type="none" w="med" len="med"/>
            </a:ln>
          </p:spPr>
        </p:sp>
        <p:sp>
          <p:nvSpPr>
            <p:cNvPr id="33876" name="Line 166"/>
            <p:cNvSpPr/>
            <p:nvPr/>
          </p:nvSpPr>
          <p:spPr>
            <a:xfrm>
              <a:off x="1080" y="708"/>
              <a:ext cx="136" cy="1"/>
            </a:xfrm>
            <a:prstGeom prst="line">
              <a:avLst/>
            </a:prstGeom>
            <a:ln w="9525" cap="flat" cmpd="sng">
              <a:solidFill>
                <a:schemeClr val="tx1"/>
              </a:solidFill>
              <a:prstDash val="solid"/>
              <a:headEnd type="none" w="med" len="med"/>
              <a:tailEnd type="none" w="med" len="med"/>
            </a:ln>
          </p:spPr>
        </p:sp>
        <p:sp>
          <p:nvSpPr>
            <p:cNvPr id="33877" name="Line 167"/>
            <p:cNvSpPr/>
            <p:nvPr/>
          </p:nvSpPr>
          <p:spPr>
            <a:xfrm>
              <a:off x="1212" y="518"/>
              <a:ext cx="0" cy="192"/>
            </a:xfrm>
            <a:prstGeom prst="line">
              <a:avLst/>
            </a:prstGeom>
            <a:ln w="9525" cap="flat" cmpd="sng">
              <a:solidFill>
                <a:schemeClr val="tx1"/>
              </a:solidFill>
              <a:prstDash val="solid"/>
              <a:headEnd type="none" w="med" len="med"/>
              <a:tailEnd type="none" w="med" len="med"/>
            </a:ln>
          </p:spPr>
        </p:sp>
        <p:sp>
          <p:nvSpPr>
            <p:cNvPr id="33878" name="Oval 168"/>
            <p:cNvSpPr/>
            <p:nvPr/>
          </p:nvSpPr>
          <p:spPr>
            <a:xfrm>
              <a:off x="600" y="672"/>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879" name="Line 169"/>
            <p:cNvSpPr/>
            <p:nvPr/>
          </p:nvSpPr>
          <p:spPr>
            <a:xfrm>
              <a:off x="1096" y="1660"/>
              <a:ext cx="254" cy="0"/>
            </a:xfrm>
            <a:prstGeom prst="line">
              <a:avLst/>
            </a:prstGeom>
            <a:ln w="9525" cap="flat" cmpd="sng">
              <a:solidFill>
                <a:schemeClr val="tx1"/>
              </a:solidFill>
              <a:prstDash val="solid"/>
              <a:headEnd type="none" w="med" len="med"/>
              <a:tailEnd type="none" w="med" len="med"/>
            </a:ln>
          </p:spPr>
        </p:sp>
        <p:sp>
          <p:nvSpPr>
            <p:cNvPr id="33880" name="Line 170"/>
            <p:cNvSpPr/>
            <p:nvPr/>
          </p:nvSpPr>
          <p:spPr>
            <a:xfrm>
              <a:off x="1094" y="2082"/>
              <a:ext cx="118" cy="0"/>
            </a:xfrm>
            <a:prstGeom prst="line">
              <a:avLst/>
            </a:prstGeom>
            <a:ln w="9525" cap="flat" cmpd="sng">
              <a:solidFill>
                <a:schemeClr val="tx1"/>
              </a:solidFill>
              <a:prstDash val="solid"/>
              <a:headEnd type="none" w="med" len="med"/>
              <a:tailEnd type="none" w="med" len="med"/>
            </a:ln>
          </p:spPr>
        </p:sp>
        <p:sp>
          <p:nvSpPr>
            <p:cNvPr id="33881" name="Line 171"/>
            <p:cNvSpPr/>
            <p:nvPr/>
          </p:nvSpPr>
          <p:spPr>
            <a:xfrm>
              <a:off x="1210" y="1892"/>
              <a:ext cx="141" cy="0"/>
            </a:xfrm>
            <a:prstGeom prst="line">
              <a:avLst/>
            </a:prstGeom>
            <a:ln w="9525" cap="flat" cmpd="sng">
              <a:solidFill>
                <a:schemeClr val="tx1"/>
              </a:solidFill>
              <a:prstDash val="solid"/>
              <a:headEnd type="none" w="med" len="med"/>
              <a:tailEnd type="none" w="med" len="med"/>
            </a:ln>
          </p:spPr>
        </p:sp>
        <p:sp>
          <p:nvSpPr>
            <p:cNvPr id="33882" name="Line 172"/>
            <p:cNvSpPr/>
            <p:nvPr/>
          </p:nvSpPr>
          <p:spPr>
            <a:xfrm>
              <a:off x="1212" y="1898"/>
              <a:ext cx="0" cy="192"/>
            </a:xfrm>
            <a:prstGeom prst="line">
              <a:avLst/>
            </a:prstGeom>
            <a:ln w="9525" cap="flat" cmpd="sng">
              <a:solidFill>
                <a:schemeClr val="tx1"/>
              </a:solidFill>
              <a:prstDash val="solid"/>
              <a:headEnd type="none" w="med" len="med"/>
              <a:tailEnd type="none" w="med" len="med"/>
            </a:ln>
          </p:spPr>
        </p:sp>
        <p:sp>
          <p:nvSpPr>
            <p:cNvPr id="33883" name="Line 173"/>
            <p:cNvSpPr/>
            <p:nvPr/>
          </p:nvSpPr>
          <p:spPr>
            <a:xfrm>
              <a:off x="408" y="1200"/>
              <a:ext cx="932" cy="0"/>
            </a:xfrm>
            <a:prstGeom prst="line">
              <a:avLst/>
            </a:prstGeom>
            <a:ln w="12700" cap="flat" cmpd="sng">
              <a:solidFill>
                <a:schemeClr val="tx1"/>
              </a:solidFill>
              <a:prstDash val="solid"/>
              <a:headEnd type="none" w="med" len="med"/>
              <a:tailEnd type="none" w="med" len="med"/>
            </a:ln>
          </p:spPr>
        </p:sp>
        <p:sp>
          <p:nvSpPr>
            <p:cNvPr id="33884" name="Text Box 174"/>
            <p:cNvSpPr txBox="1"/>
            <p:nvPr/>
          </p:nvSpPr>
          <p:spPr>
            <a:xfrm>
              <a:off x="192" y="1056"/>
              <a:ext cx="232"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D</a:t>
              </a:r>
              <a:endParaRPr lang="en-US" altLang="zh-CN" sz="1500" b="1" dirty="0">
                <a:solidFill>
                  <a:schemeClr val="tx1"/>
                </a:solidFill>
                <a:latin typeface="Arial" panose="020B0604020202020204" pitchFamily="34" charset="0"/>
              </a:endParaRPr>
            </a:p>
          </p:txBody>
        </p:sp>
        <p:sp>
          <p:nvSpPr>
            <p:cNvPr id="33885" name="Line 175"/>
            <p:cNvSpPr/>
            <p:nvPr/>
          </p:nvSpPr>
          <p:spPr>
            <a:xfrm>
              <a:off x="528" y="384"/>
              <a:ext cx="0" cy="1725"/>
            </a:xfrm>
            <a:prstGeom prst="line">
              <a:avLst/>
            </a:prstGeom>
            <a:ln w="9525" cap="flat" cmpd="sng">
              <a:solidFill>
                <a:schemeClr val="tx1"/>
              </a:solidFill>
              <a:prstDash val="solid"/>
              <a:headEnd type="none" w="med" len="med"/>
              <a:tailEnd type="none" w="med" len="med"/>
            </a:ln>
          </p:spPr>
        </p:sp>
        <p:sp>
          <p:nvSpPr>
            <p:cNvPr id="33886" name="Line 176"/>
            <p:cNvSpPr/>
            <p:nvPr/>
          </p:nvSpPr>
          <p:spPr>
            <a:xfrm>
              <a:off x="643" y="1200"/>
              <a:ext cx="0" cy="469"/>
            </a:xfrm>
            <a:prstGeom prst="line">
              <a:avLst/>
            </a:prstGeom>
            <a:ln w="12700" cap="flat" cmpd="sng">
              <a:solidFill>
                <a:schemeClr val="tx1"/>
              </a:solidFill>
              <a:prstDash val="solid"/>
              <a:headEnd type="none" w="med" len="med"/>
              <a:tailEnd type="none" w="med" len="med"/>
            </a:ln>
          </p:spPr>
        </p:sp>
        <p:sp>
          <p:nvSpPr>
            <p:cNvPr id="33887" name="Line 177"/>
            <p:cNvSpPr/>
            <p:nvPr/>
          </p:nvSpPr>
          <p:spPr>
            <a:xfrm>
              <a:off x="648" y="1668"/>
              <a:ext cx="132" cy="2"/>
            </a:xfrm>
            <a:prstGeom prst="line">
              <a:avLst/>
            </a:prstGeom>
            <a:ln w="9525" cap="flat" cmpd="sng">
              <a:solidFill>
                <a:schemeClr val="tx1"/>
              </a:solidFill>
              <a:prstDash val="solid"/>
              <a:headEnd type="none" w="med" len="med"/>
              <a:tailEnd type="none" w="med" len="med"/>
            </a:ln>
          </p:spPr>
        </p:sp>
        <p:sp>
          <p:nvSpPr>
            <p:cNvPr id="33888" name="Oval 178"/>
            <p:cNvSpPr/>
            <p:nvPr/>
          </p:nvSpPr>
          <p:spPr>
            <a:xfrm>
              <a:off x="620" y="1172"/>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889" name="Text Box 179"/>
            <p:cNvSpPr txBox="1"/>
            <p:nvPr/>
          </p:nvSpPr>
          <p:spPr>
            <a:xfrm>
              <a:off x="1466" y="816"/>
              <a:ext cx="576" cy="250"/>
            </a:xfrm>
            <a:prstGeom prst="rect">
              <a:avLst/>
            </a:prstGeom>
            <a:noFill/>
            <a:ln w="9525">
              <a:noFill/>
            </a:ln>
          </p:spPr>
          <p:txBody>
            <a:bodyPr>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P</a:t>
              </a:r>
              <a:r>
                <a:rPr lang="en-US" altLang="zh-CN" sz="1500" b="1" baseline="-25000" dirty="0">
                  <a:solidFill>
                    <a:schemeClr val="tx1"/>
                  </a:solidFill>
                  <a:latin typeface="Arial" panose="020B0604020202020204" pitchFamily="34" charset="0"/>
                </a:rPr>
                <a:t>2</a:t>
              </a:r>
              <a:endParaRPr lang="en-US" altLang="zh-CN" sz="1500" b="1" baseline="-25000" dirty="0">
                <a:solidFill>
                  <a:srgbClr val="663300"/>
                </a:solidFill>
                <a:latin typeface="Arial" panose="020B0604020202020204" pitchFamily="34" charset="0"/>
              </a:endParaRPr>
            </a:p>
          </p:txBody>
        </p:sp>
        <p:sp>
          <p:nvSpPr>
            <p:cNvPr id="33890" name="Text Box 180"/>
            <p:cNvSpPr txBox="1"/>
            <p:nvPr/>
          </p:nvSpPr>
          <p:spPr>
            <a:xfrm>
              <a:off x="1536" y="1785"/>
              <a:ext cx="432" cy="250"/>
            </a:xfrm>
            <a:prstGeom prst="rect">
              <a:avLst/>
            </a:prstGeom>
            <a:noFill/>
            <a:ln w="9525">
              <a:noFill/>
            </a:ln>
          </p:spPr>
          <p:txBody>
            <a:bodyPr>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P</a:t>
              </a:r>
              <a:r>
                <a:rPr lang="en-US" altLang="zh-CN" sz="1500" b="1" baseline="-25000" dirty="0">
                  <a:solidFill>
                    <a:schemeClr val="tx1"/>
                  </a:solidFill>
                  <a:latin typeface="Arial" panose="020B0604020202020204" pitchFamily="34" charset="0"/>
                </a:rPr>
                <a:t>3</a:t>
              </a:r>
              <a:endParaRPr lang="en-US" altLang="zh-CN" sz="1500" b="1" baseline="-25000" dirty="0">
                <a:solidFill>
                  <a:schemeClr val="accent1"/>
                </a:solidFill>
                <a:latin typeface="Arial" panose="020B0604020202020204" pitchFamily="34" charset="0"/>
              </a:endParaRPr>
            </a:p>
          </p:txBody>
        </p:sp>
        <p:sp>
          <p:nvSpPr>
            <p:cNvPr id="33891" name="Line 181"/>
            <p:cNvSpPr/>
            <p:nvPr/>
          </p:nvSpPr>
          <p:spPr>
            <a:xfrm>
              <a:off x="2284" y="1104"/>
              <a:ext cx="240" cy="0"/>
            </a:xfrm>
            <a:prstGeom prst="line">
              <a:avLst/>
            </a:prstGeom>
            <a:ln w="9525" cap="flat" cmpd="sng">
              <a:solidFill>
                <a:schemeClr val="tx1"/>
              </a:solidFill>
              <a:prstDash val="solid"/>
              <a:headEnd type="none" w="med" len="med"/>
              <a:tailEnd type="none" w="med" len="med"/>
            </a:ln>
          </p:spPr>
        </p:sp>
        <p:sp>
          <p:nvSpPr>
            <p:cNvPr id="33892" name="Text Box 182"/>
            <p:cNvSpPr txBox="1"/>
            <p:nvPr/>
          </p:nvSpPr>
          <p:spPr>
            <a:xfrm>
              <a:off x="2400" y="816"/>
              <a:ext cx="240" cy="288"/>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700" b="1" dirty="0">
                  <a:solidFill>
                    <a:schemeClr val="tx1"/>
                  </a:solidFill>
                  <a:latin typeface="Calibri" panose="020F0502020204030204" pitchFamily="34" charset="0"/>
                </a:rPr>
                <a:t>F</a:t>
              </a:r>
              <a:endParaRPr lang="en-US" altLang="zh-CN" sz="1700" b="1" dirty="0">
                <a:solidFill>
                  <a:schemeClr val="tx1"/>
                </a:solidFill>
                <a:latin typeface="Calibri" panose="020F0502020204030204" pitchFamily="34" charset="0"/>
              </a:endParaRPr>
            </a:p>
          </p:txBody>
        </p:sp>
        <p:grpSp>
          <p:nvGrpSpPr>
            <p:cNvPr id="33893" name="Group 183"/>
            <p:cNvGrpSpPr/>
            <p:nvPr/>
          </p:nvGrpSpPr>
          <p:grpSpPr>
            <a:xfrm>
              <a:off x="1992" y="900"/>
              <a:ext cx="321" cy="384"/>
              <a:chOff x="0" y="0"/>
              <a:chExt cx="321" cy="384"/>
            </a:xfrm>
          </p:grpSpPr>
          <p:sp>
            <p:nvSpPr>
              <p:cNvPr id="33918" name="Rectangle 184"/>
              <p:cNvSpPr/>
              <p:nvPr/>
            </p:nvSpPr>
            <p:spPr>
              <a:xfrm>
                <a:off x="0"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919" name="Text Box 185"/>
              <p:cNvSpPr txBox="1"/>
              <p:nvPr/>
            </p:nvSpPr>
            <p:spPr>
              <a:xfrm>
                <a:off x="37" y="75"/>
                <a:ext cx="284" cy="231"/>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300" b="1" dirty="0">
                    <a:solidFill>
                      <a:schemeClr val="tx1"/>
                    </a:solidFill>
                    <a:latin typeface="Calibri" panose="020F0502020204030204" pitchFamily="34" charset="0"/>
                    <a:cs typeface="Times New Roman" panose="02020603050405020304" pitchFamily="18" charset="0"/>
                  </a:rPr>
                  <a:t>&amp;</a:t>
                </a:r>
                <a:endParaRPr lang="en-US" altLang="zh-CN" sz="1300" b="1" dirty="0">
                  <a:solidFill>
                    <a:schemeClr val="tx1"/>
                  </a:solidFill>
                  <a:latin typeface="Calibri" panose="020F0502020204030204" pitchFamily="34" charset="0"/>
                </a:endParaRPr>
              </a:p>
            </p:txBody>
          </p:sp>
        </p:grpSp>
        <p:grpSp>
          <p:nvGrpSpPr>
            <p:cNvPr id="33894" name="Group 186"/>
            <p:cNvGrpSpPr/>
            <p:nvPr/>
          </p:nvGrpSpPr>
          <p:grpSpPr>
            <a:xfrm>
              <a:off x="1344" y="1584"/>
              <a:ext cx="376" cy="384"/>
              <a:chOff x="0" y="0"/>
              <a:chExt cx="376" cy="384"/>
            </a:xfrm>
          </p:grpSpPr>
          <p:sp>
            <p:nvSpPr>
              <p:cNvPr id="33916" name="Rectangle 187"/>
              <p:cNvSpPr/>
              <p:nvPr/>
            </p:nvSpPr>
            <p:spPr>
              <a:xfrm>
                <a:off x="7"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917" name="Text Box 188"/>
              <p:cNvSpPr txBox="1"/>
              <p:nvPr/>
            </p:nvSpPr>
            <p:spPr>
              <a:xfrm>
                <a:off x="0" y="58"/>
                <a:ext cx="376" cy="212"/>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100" b="1" dirty="0">
                    <a:solidFill>
                      <a:schemeClr val="tx1"/>
                    </a:solidFill>
                    <a:latin typeface="Calibri" panose="020F0502020204030204" pitchFamily="34" charset="0"/>
                  </a:rPr>
                  <a:t>≥1</a:t>
                </a:r>
                <a:endParaRPr lang="en-US" altLang="zh-CN" sz="1100" b="1" dirty="0">
                  <a:solidFill>
                    <a:schemeClr val="tx1"/>
                  </a:solidFill>
                  <a:latin typeface="Calibri" panose="020F0502020204030204" pitchFamily="34" charset="0"/>
                </a:endParaRPr>
              </a:p>
            </p:txBody>
          </p:sp>
        </p:grpSp>
        <p:grpSp>
          <p:nvGrpSpPr>
            <p:cNvPr id="33895" name="Group 189"/>
            <p:cNvGrpSpPr/>
            <p:nvPr/>
          </p:nvGrpSpPr>
          <p:grpSpPr>
            <a:xfrm>
              <a:off x="1344" y="888"/>
              <a:ext cx="376" cy="384"/>
              <a:chOff x="0" y="0"/>
              <a:chExt cx="376" cy="384"/>
            </a:xfrm>
          </p:grpSpPr>
          <p:sp>
            <p:nvSpPr>
              <p:cNvPr id="33914" name="Rectangle 190"/>
              <p:cNvSpPr/>
              <p:nvPr/>
            </p:nvSpPr>
            <p:spPr>
              <a:xfrm>
                <a:off x="7"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915" name="Text Box 191"/>
              <p:cNvSpPr txBox="1"/>
              <p:nvPr/>
            </p:nvSpPr>
            <p:spPr>
              <a:xfrm>
                <a:off x="0" y="58"/>
                <a:ext cx="376" cy="212"/>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100" b="1" dirty="0">
                    <a:solidFill>
                      <a:schemeClr val="tx1"/>
                    </a:solidFill>
                    <a:latin typeface="Calibri" panose="020F0502020204030204" pitchFamily="34" charset="0"/>
                  </a:rPr>
                  <a:t>≥1</a:t>
                </a:r>
                <a:endParaRPr lang="en-US" altLang="zh-CN" sz="1100" b="1" dirty="0">
                  <a:solidFill>
                    <a:schemeClr val="tx1"/>
                  </a:solidFill>
                  <a:latin typeface="Calibri" panose="020F0502020204030204" pitchFamily="34" charset="0"/>
                </a:endParaRPr>
              </a:p>
            </p:txBody>
          </p:sp>
        </p:grpSp>
        <p:grpSp>
          <p:nvGrpSpPr>
            <p:cNvPr id="33896" name="Group 192"/>
            <p:cNvGrpSpPr/>
            <p:nvPr/>
          </p:nvGrpSpPr>
          <p:grpSpPr>
            <a:xfrm>
              <a:off x="768" y="1476"/>
              <a:ext cx="361" cy="384"/>
              <a:chOff x="0" y="0"/>
              <a:chExt cx="361" cy="384"/>
            </a:xfrm>
          </p:grpSpPr>
          <p:sp>
            <p:nvSpPr>
              <p:cNvPr id="33911" name="Rectangle 193"/>
              <p:cNvSpPr/>
              <p:nvPr/>
            </p:nvSpPr>
            <p:spPr>
              <a:xfrm>
                <a:off x="0"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912" name="Text Box 194"/>
              <p:cNvSpPr txBox="1"/>
              <p:nvPr/>
            </p:nvSpPr>
            <p:spPr>
              <a:xfrm>
                <a:off x="29" y="52"/>
                <a:ext cx="192" cy="231"/>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300" b="1" dirty="0">
                    <a:solidFill>
                      <a:schemeClr val="tx1"/>
                    </a:solidFill>
                    <a:latin typeface="Calibri" panose="020F0502020204030204" pitchFamily="34" charset="0"/>
                  </a:rPr>
                  <a:t>1</a:t>
                </a:r>
                <a:endParaRPr lang="en-US" altLang="zh-CN" sz="1300" b="1" dirty="0">
                  <a:solidFill>
                    <a:schemeClr val="tx1"/>
                  </a:solidFill>
                  <a:latin typeface="Calibri" panose="020F0502020204030204" pitchFamily="34" charset="0"/>
                </a:endParaRPr>
              </a:p>
            </p:txBody>
          </p:sp>
          <p:sp>
            <p:nvSpPr>
              <p:cNvPr id="33913" name="Oval 195"/>
              <p:cNvSpPr/>
              <p:nvPr/>
            </p:nvSpPr>
            <p:spPr>
              <a:xfrm>
                <a:off x="288" y="148"/>
                <a:ext cx="73" cy="73"/>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grpSp>
          <p:nvGrpSpPr>
            <p:cNvPr id="33897" name="Group 196"/>
            <p:cNvGrpSpPr/>
            <p:nvPr/>
          </p:nvGrpSpPr>
          <p:grpSpPr>
            <a:xfrm>
              <a:off x="768" y="528"/>
              <a:ext cx="361" cy="384"/>
              <a:chOff x="0" y="0"/>
              <a:chExt cx="361" cy="384"/>
            </a:xfrm>
          </p:grpSpPr>
          <p:sp>
            <p:nvSpPr>
              <p:cNvPr id="33908" name="Rectangle 197"/>
              <p:cNvSpPr/>
              <p:nvPr/>
            </p:nvSpPr>
            <p:spPr>
              <a:xfrm>
                <a:off x="0"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909" name="Text Box 198"/>
              <p:cNvSpPr txBox="1"/>
              <p:nvPr/>
            </p:nvSpPr>
            <p:spPr>
              <a:xfrm>
                <a:off x="29" y="52"/>
                <a:ext cx="192" cy="231"/>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300" b="1" dirty="0">
                    <a:solidFill>
                      <a:schemeClr val="tx1"/>
                    </a:solidFill>
                    <a:latin typeface="Calibri" panose="020F0502020204030204" pitchFamily="34" charset="0"/>
                  </a:rPr>
                  <a:t>1</a:t>
                </a:r>
                <a:endParaRPr lang="en-US" altLang="zh-CN" sz="1300" b="1" dirty="0">
                  <a:solidFill>
                    <a:schemeClr val="tx1"/>
                  </a:solidFill>
                  <a:latin typeface="Calibri" panose="020F0502020204030204" pitchFamily="34" charset="0"/>
                </a:endParaRPr>
              </a:p>
            </p:txBody>
          </p:sp>
          <p:sp>
            <p:nvSpPr>
              <p:cNvPr id="33910" name="Oval 199"/>
              <p:cNvSpPr/>
              <p:nvPr/>
            </p:nvSpPr>
            <p:spPr>
              <a:xfrm>
                <a:off x="288" y="148"/>
                <a:ext cx="73" cy="73"/>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grpSp>
          <p:nvGrpSpPr>
            <p:cNvPr id="33898" name="Group 200"/>
            <p:cNvGrpSpPr/>
            <p:nvPr/>
          </p:nvGrpSpPr>
          <p:grpSpPr>
            <a:xfrm>
              <a:off x="1344" y="180"/>
              <a:ext cx="376" cy="384"/>
              <a:chOff x="0" y="0"/>
              <a:chExt cx="376" cy="384"/>
            </a:xfrm>
          </p:grpSpPr>
          <p:sp>
            <p:nvSpPr>
              <p:cNvPr id="33906" name="Rectangle 201"/>
              <p:cNvSpPr/>
              <p:nvPr/>
            </p:nvSpPr>
            <p:spPr>
              <a:xfrm>
                <a:off x="7"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907" name="Text Box 202"/>
              <p:cNvSpPr txBox="1"/>
              <p:nvPr/>
            </p:nvSpPr>
            <p:spPr>
              <a:xfrm>
                <a:off x="0" y="58"/>
                <a:ext cx="376" cy="212"/>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100" b="1" dirty="0">
                    <a:solidFill>
                      <a:schemeClr val="tx1"/>
                    </a:solidFill>
                    <a:latin typeface="Calibri" panose="020F0502020204030204" pitchFamily="34" charset="0"/>
                  </a:rPr>
                  <a:t>≥1</a:t>
                </a:r>
                <a:endParaRPr lang="en-US" altLang="zh-CN" sz="1100" b="1" dirty="0">
                  <a:solidFill>
                    <a:schemeClr val="tx1"/>
                  </a:solidFill>
                  <a:latin typeface="Calibri" panose="020F0502020204030204" pitchFamily="34" charset="0"/>
                </a:endParaRPr>
              </a:p>
            </p:txBody>
          </p:sp>
        </p:grpSp>
        <p:grpSp>
          <p:nvGrpSpPr>
            <p:cNvPr id="33899" name="Group 203"/>
            <p:cNvGrpSpPr/>
            <p:nvPr/>
          </p:nvGrpSpPr>
          <p:grpSpPr>
            <a:xfrm>
              <a:off x="768" y="1908"/>
              <a:ext cx="361" cy="384"/>
              <a:chOff x="0" y="0"/>
              <a:chExt cx="361" cy="384"/>
            </a:xfrm>
          </p:grpSpPr>
          <p:sp>
            <p:nvSpPr>
              <p:cNvPr id="33903" name="Rectangle 204"/>
              <p:cNvSpPr/>
              <p:nvPr/>
            </p:nvSpPr>
            <p:spPr>
              <a:xfrm>
                <a:off x="0"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904" name="Text Box 205"/>
              <p:cNvSpPr txBox="1"/>
              <p:nvPr/>
            </p:nvSpPr>
            <p:spPr>
              <a:xfrm>
                <a:off x="29" y="52"/>
                <a:ext cx="192" cy="231"/>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300" b="1" dirty="0">
                    <a:solidFill>
                      <a:schemeClr val="tx1"/>
                    </a:solidFill>
                    <a:latin typeface="Calibri" panose="020F0502020204030204" pitchFamily="34" charset="0"/>
                  </a:rPr>
                  <a:t>1</a:t>
                </a:r>
                <a:endParaRPr lang="en-US" altLang="zh-CN" sz="1300" b="1" dirty="0">
                  <a:solidFill>
                    <a:schemeClr val="tx1"/>
                  </a:solidFill>
                  <a:latin typeface="Calibri" panose="020F0502020204030204" pitchFamily="34" charset="0"/>
                </a:endParaRPr>
              </a:p>
            </p:txBody>
          </p:sp>
          <p:sp>
            <p:nvSpPr>
              <p:cNvPr id="33905" name="Oval 206"/>
              <p:cNvSpPr/>
              <p:nvPr/>
            </p:nvSpPr>
            <p:spPr>
              <a:xfrm>
                <a:off x="288" y="148"/>
                <a:ext cx="73" cy="73"/>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grpSp>
          <p:nvGrpSpPr>
            <p:cNvPr id="33900" name="Group 207"/>
            <p:cNvGrpSpPr/>
            <p:nvPr/>
          </p:nvGrpSpPr>
          <p:grpSpPr>
            <a:xfrm>
              <a:off x="1112" y="1440"/>
              <a:ext cx="232" cy="250"/>
              <a:chOff x="0" y="0"/>
              <a:chExt cx="232" cy="250"/>
            </a:xfrm>
          </p:grpSpPr>
          <p:sp>
            <p:nvSpPr>
              <p:cNvPr id="33901" name="Text Box 208"/>
              <p:cNvSpPr txBox="1"/>
              <p:nvPr/>
            </p:nvSpPr>
            <p:spPr>
              <a:xfrm>
                <a:off x="0" y="0"/>
                <a:ext cx="232"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D</a:t>
                </a:r>
                <a:endParaRPr lang="en-US" altLang="zh-CN" sz="1500" b="1" dirty="0">
                  <a:solidFill>
                    <a:schemeClr val="tx1"/>
                  </a:solidFill>
                  <a:latin typeface="Arial" panose="020B0604020202020204" pitchFamily="34" charset="0"/>
                </a:endParaRPr>
              </a:p>
            </p:txBody>
          </p:sp>
          <p:sp>
            <p:nvSpPr>
              <p:cNvPr id="33902" name="Line 209"/>
              <p:cNvSpPr/>
              <p:nvPr/>
            </p:nvSpPr>
            <p:spPr>
              <a:xfrm>
                <a:off x="48" y="34"/>
                <a:ext cx="144" cy="0"/>
              </a:xfrm>
              <a:prstGeom prst="line">
                <a:avLst/>
              </a:prstGeom>
              <a:ln w="9525" cap="flat" cmpd="sng">
                <a:solidFill>
                  <a:schemeClr val="accent2"/>
                </a:solidFill>
                <a:prstDash val="solid"/>
                <a:headEnd type="none" w="med" len="med"/>
                <a:tailEnd type="none" w="med" len="med"/>
              </a:ln>
            </p:spPr>
          </p:sp>
        </p:grpSp>
      </p:grpSp>
      <p:grpSp>
        <p:nvGrpSpPr>
          <p:cNvPr id="33797" name="Group 216"/>
          <p:cNvGrpSpPr/>
          <p:nvPr/>
        </p:nvGrpSpPr>
        <p:grpSpPr>
          <a:xfrm>
            <a:off x="381000" y="769938"/>
            <a:ext cx="1012825" cy="579437"/>
            <a:chOff x="0" y="0"/>
            <a:chExt cx="638" cy="486"/>
          </a:xfrm>
        </p:grpSpPr>
        <p:sp>
          <p:nvSpPr>
            <p:cNvPr id="33854" name="Line 9"/>
            <p:cNvSpPr/>
            <p:nvPr/>
          </p:nvSpPr>
          <p:spPr>
            <a:xfrm>
              <a:off x="154" y="56"/>
              <a:ext cx="192" cy="240"/>
            </a:xfrm>
            <a:prstGeom prst="line">
              <a:avLst/>
            </a:prstGeom>
            <a:ln w="9525" cap="flat" cmpd="sng">
              <a:solidFill>
                <a:schemeClr val="tx1"/>
              </a:solidFill>
              <a:prstDash val="solid"/>
              <a:headEnd type="none" w="med" len="med"/>
              <a:tailEnd type="none" w="med" len="med"/>
            </a:ln>
          </p:spPr>
        </p:sp>
        <p:sp>
          <p:nvSpPr>
            <p:cNvPr id="33855" name="Text Box 10"/>
            <p:cNvSpPr txBox="1"/>
            <p:nvPr/>
          </p:nvSpPr>
          <p:spPr>
            <a:xfrm>
              <a:off x="288" y="0"/>
              <a:ext cx="350" cy="269"/>
            </a:xfrm>
            <a:prstGeom prst="rect">
              <a:avLst/>
            </a:prstGeom>
            <a:noFill/>
            <a:ln w="9525">
              <a:noFill/>
            </a:ln>
          </p:spPr>
          <p:txBody>
            <a:bodyPr wrap="none">
              <a:spAutoFit/>
            </a:bodyPr>
            <a:p>
              <a:pPr eaLnBrk="1" hangingPunct="1">
                <a:lnSpc>
                  <a:spcPct val="90000"/>
                </a:lnSpc>
                <a:buFont typeface="Arial" panose="020B0604020202020204" pitchFamily="34" charset="0"/>
              </a:pPr>
              <a:r>
                <a:rPr lang="en-US" altLang="zh-CN" sz="1600" b="1" dirty="0">
                  <a:solidFill>
                    <a:schemeClr val="tx1"/>
                  </a:solidFill>
                  <a:latin typeface="Arial" panose="020B0604020202020204" pitchFamily="34" charset="0"/>
                </a:rPr>
                <a:t>AB</a:t>
              </a:r>
              <a:endParaRPr lang="en-US" altLang="zh-CN" sz="1600" b="1" dirty="0">
                <a:solidFill>
                  <a:schemeClr val="tx1"/>
                </a:solidFill>
                <a:latin typeface="Arial" panose="020B0604020202020204" pitchFamily="34" charset="0"/>
              </a:endParaRPr>
            </a:p>
          </p:txBody>
        </p:sp>
        <p:sp>
          <p:nvSpPr>
            <p:cNvPr id="33856" name="Text Box 215"/>
            <p:cNvSpPr txBox="1"/>
            <p:nvPr/>
          </p:nvSpPr>
          <p:spPr>
            <a:xfrm>
              <a:off x="0" y="217"/>
              <a:ext cx="370" cy="269"/>
            </a:xfrm>
            <a:prstGeom prst="rect">
              <a:avLst/>
            </a:prstGeom>
            <a:noFill/>
            <a:ln w="9525">
              <a:noFill/>
            </a:ln>
          </p:spPr>
          <p:txBody>
            <a:bodyPr wrap="none">
              <a:spAutoFit/>
            </a:bodyPr>
            <a:p>
              <a:pPr eaLnBrk="1" hangingPunct="1">
                <a:lnSpc>
                  <a:spcPct val="90000"/>
                </a:lnSpc>
                <a:buFont typeface="Arial" panose="020B0604020202020204" pitchFamily="34" charset="0"/>
              </a:pPr>
              <a:r>
                <a:rPr lang="en-US" altLang="zh-CN" sz="1600" b="1" dirty="0">
                  <a:solidFill>
                    <a:schemeClr val="tx1"/>
                  </a:solidFill>
                  <a:latin typeface="Arial" panose="020B0604020202020204" pitchFamily="34" charset="0"/>
                </a:rPr>
                <a:t>CD</a:t>
              </a:r>
              <a:endParaRPr lang="en-US" altLang="zh-CN" sz="1600" b="1" dirty="0">
                <a:solidFill>
                  <a:schemeClr val="tx1"/>
                </a:solidFill>
                <a:latin typeface="Arial" panose="020B0604020202020204" pitchFamily="34" charset="0"/>
              </a:endParaRPr>
            </a:p>
          </p:txBody>
        </p:sp>
      </p:grpSp>
      <p:graphicFrame>
        <p:nvGraphicFramePr>
          <p:cNvPr id="110602" name="Group 77"/>
          <p:cNvGraphicFramePr>
            <a:graphicFrameLocks noGrp="1"/>
          </p:cNvGraphicFramePr>
          <p:nvPr/>
        </p:nvGraphicFramePr>
        <p:xfrm>
          <a:off x="900113" y="1092200"/>
          <a:ext cx="2133600" cy="1547813"/>
        </p:xfrm>
        <a:graphic>
          <a:graphicData uri="http://schemas.openxmlformats.org/drawingml/2006/table">
            <a:tbl>
              <a:tblPr/>
              <a:tblGrid>
                <a:gridCol w="533400"/>
                <a:gridCol w="533400"/>
                <a:gridCol w="533400"/>
                <a:gridCol w="533400"/>
              </a:tblGrid>
              <a:tr h="38695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695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 </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695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695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3825" name="Rectangle 244"/>
          <p:cNvSpPr/>
          <p:nvPr/>
        </p:nvSpPr>
        <p:spPr>
          <a:xfrm>
            <a:off x="990600" y="1131888"/>
            <a:ext cx="1981200" cy="228600"/>
          </a:xfrm>
          <a:prstGeom prst="rect">
            <a:avLst/>
          </a:prstGeom>
          <a:noFill/>
          <a:ln w="38100" cap="flat" cmpd="sng">
            <a:solidFill>
              <a:schemeClr val="accent2"/>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826" name="Rectangle 67"/>
          <p:cNvSpPr/>
          <p:nvPr/>
        </p:nvSpPr>
        <p:spPr>
          <a:xfrm>
            <a:off x="1524000" y="1541463"/>
            <a:ext cx="914400" cy="628650"/>
          </a:xfrm>
          <a:prstGeom prst="rect">
            <a:avLst/>
          </a:prstGeom>
          <a:noFill/>
          <a:ln w="28575" cap="flat" cmpd="sng">
            <a:solidFill>
              <a:schemeClr val="accent2"/>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827" name="Rectangle 68"/>
          <p:cNvSpPr/>
          <p:nvPr/>
        </p:nvSpPr>
        <p:spPr>
          <a:xfrm>
            <a:off x="990600" y="1927860"/>
            <a:ext cx="381000" cy="628650"/>
          </a:xfrm>
          <a:prstGeom prst="rect">
            <a:avLst/>
          </a:prstGeom>
          <a:noFill/>
          <a:ln w="28575" cap="flat" cmpd="sng">
            <a:solidFill>
              <a:schemeClr val="accent2"/>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828" name="Text Box 296"/>
          <p:cNvSpPr txBox="1"/>
          <p:nvPr/>
        </p:nvSpPr>
        <p:spPr>
          <a:xfrm>
            <a:off x="728663" y="2859088"/>
            <a:ext cx="4419600" cy="314325"/>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两圈相切于在变量</a:t>
            </a:r>
            <a:r>
              <a:rPr lang="en-US" altLang="zh-CN" sz="1600" b="1" dirty="0">
                <a:solidFill>
                  <a:schemeClr val="accent2"/>
                </a:solidFill>
                <a:latin typeface="华文新魏" panose="02010800040101010101" pitchFamily="2" charset="-122"/>
                <a:ea typeface="华文新魏" panose="02010800040101010101" pitchFamily="2" charset="-122"/>
              </a:rPr>
              <a:t>D</a:t>
            </a:r>
            <a:r>
              <a:rPr lang="zh-CN" altLang="en-US" sz="1600" b="1" dirty="0">
                <a:solidFill>
                  <a:schemeClr val="accent2"/>
                </a:solidFill>
                <a:latin typeface="华文新魏" panose="02010800040101010101" pitchFamily="2" charset="-122"/>
                <a:ea typeface="华文新魏" panose="02010800040101010101" pitchFamily="2" charset="-122"/>
              </a:rPr>
              <a:t>的交替面</a:t>
            </a:r>
            <a:endParaRPr lang="zh-CN" altLang="en-US" sz="1600" b="1" dirty="0">
              <a:solidFill>
                <a:schemeClr val="accent2"/>
              </a:solidFill>
              <a:latin typeface="华文新魏" panose="02010800040101010101" pitchFamily="2" charset="-122"/>
              <a:ea typeface="华文新魏" panose="02010800040101010101" pitchFamily="2" charset="-122"/>
            </a:endParaRPr>
          </a:p>
        </p:txBody>
      </p:sp>
      <p:sp>
        <p:nvSpPr>
          <p:cNvPr id="33829" name="Text Box 297"/>
          <p:cNvSpPr txBox="1"/>
          <p:nvPr/>
        </p:nvSpPr>
        <p:spPr>
          <a:xfrm>
            <a:off x="228600" y="4043363"/>
            <a:ext cx="8610600" cy="615950"/>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700" b="1" dirty="0">
                <a:solidFill>
                  <a:schemeClr val="tx1"/>
                </a:solidFill>
                <a:latin typeface="华文新魏" panose="02010800040101010101" pitchFamily="2" charset="-122"/>
                <a:ea typeface="华文新魏" panose="02010800040101010101" pitchFamily="2" charset="-122"/>
              </a:rPr>
              <a:t>    </a:t>
            </a:r>
            <a:r>
              <a:rPr lang="zh-CN" altLang="en-US" sz="1700" b="1" dirty="0">
                <a:solidFill>
                  <a:schemeClr val="tx1"/>
                </a:solidFill>
                <a:latin typeface="华文新魏" panose="02010800040101010101" pitchFamily="2" charset="-122"/>
                <a:ea typeface="华文新魏" panose="02010800040101010101" pitchFamily="2" charset="-122"/>
              </a:rPr>
              <a:t>有三处相切，对应着三个静态</a:t>
            </a:r>
            <a:r>
              <a:rPr lang="en-US" altLang="zh-CN" sz="1700" b="1" dirty="0">
                <a:solidFill>
                  <a:schemeClr val="tx1"/>
                </a:solidFill>
                <a:latin typeface="Calibri" panose="020F0502020204030204" pitchFamily="34" charset="0"/>
                <a:ea typeface="华文新魏" panose="02010800040101010101" pitchFamily="2" charset="-122"/>
              </a:rPr>
              <a:t>0</a:t>
            </a:r>
            <a:r>
              <a:rPr lang="zh-CN" altLang="en-US" sz="1700" b="1" dirty="0">
                <a:solidFill>
                  <a:schemeClr val="tx1"/>
                </a:solidFill>
                <a:latin typeface="华文新魏" panose="02010800040101010101" pitchFamily="2" charset="-122"/>
                <a:ea typeface="华文新魏" panose="02010800040101010101" pitchFamily="2" charset="-122"/>
              </a:rPr>
              <a:t>险象；分别增加三个卡诺圈，使输出</a:t>
            </a:r>
            <a:r>
              <a:rPr lang="en-US" altLang="zh-CN" sz="1700" b="1" dirty="0">
                <a:solidFill>
                  <a:schemeClr val="tx1"/>
                </a:solidFill>
                <a:latin typeface="华文新魏" panose="02010800040101010101" pitchFamily="2" charset="-122"/>
                <a:ea typeface="华文新魏" panose="02010800040101010101" pitchFamily="2" charset="-122"/>
              </a:rPr>
              <a:t>F</a:t>
            </a:r>
            <a:r>
              <a:rPr lang="zh-CN" altLang="en-US" sz="1700" b="1" dirty="0">
                <a:solidFill>
                  <a:schemeClr val="tx1"/>
                </a:solidFill>
                <a:latin typeface="华文新魏" panose="02010800040101010101" pitchFamily="2" charset="-122"/>
                <a:ea typeface="华文新魏" panose="02010800040101010101" pitchFamily="2" charset="-122"/>
              </a:rPr>
              <a:t>总是</a:t>
            </a:r>
            <a:r>
              <a:rPr lang="en-US" altLang="zh-CN" sz="1700" b="1" dirty="0">
                <a:solidFill>
                  <a:schemeClr val="tx1"/>
                </a:solidFill>
                <a:latin typeface="Calibri" panose="020F0502020204030204" pitchFamily="34" charset="0"/>
                <a:ea typeface="华文新魏" panose="02010800040101010101" pitchFamily="2" charset="-122"/>
              </a:rPr>
              <a:t>0</a:t>
            </a:r>
            <a:r>
              <a:rPr lang="zh-CN" altLang="en-US" sz="1700" b="1" dirty="0">
                <a:solidFill>
                  <a:schemeClr val="tx1"/>
                </a:solidFill>
                <a:latin typeface="华文新魏" panose="02010800040101010101" pitchFamily="2" charset="-122"/>
                <a:ea typeface="华文新魏" panose="02010800040101010101" pitchFamily="2" charset="-122"/>
              </a:rPr>
              <a:t>，从而消除险象。</a:t>
            </a:r>
            <a:endParaRPr lang="zh-CN" altLang="en-US" sz="1700" b="1" dirty="0">
              <a:solidFill>
                <a:schemeClr val="tx1"/>
              </a:solidFill>
              <a:latin typeface="华文新魏" panose="02010800040101010101" pitchFamily="2" charset="-122"/>
              <a:ea typeface="华文新魏" panose="02010800040101010101" pitchFamily="2" charset="-122"/>
            </a:endParaRPr>
          </a:p>
        </p:txBody>
      </p:sp>
      <p:sp>
        <p:nvSpPr>
          <p:cNvPr id="33830" name="Text Box 298"/>
          <p:cNvSpPr txBox="1"/>
          <p:nvPr/>
        </p:nvSpPr>
        <p:spPr>
          <a:xfrm>
            <a:off x="728663" y="3219450"/>
            <a:ext cx="4419600" cy="314325"/>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两圈相切于在变量</a:t>
            </a:r>
            <a:r>
              <a:rPr lang="en-US" altLang="zh-CN" sz="1600" b="1" dirty="0">
                <a:solidFill>
                  <a:schemeClr val="accent2"/>
                </a:solidFill>
                <a:latin typeface="华文新魏" panose="02010800040101010101" pitchFamily="2" charset="-122"/>
                <a:ea typeface="华文新魏" panose="02010800040101010101" pitchFamily="2" charset="-122"/>
              </a:rPr>
              <a:t>B</a:t>
            </a:r>
            <a:r>
              <a:rPr lang="zh-CN" altLang="en-US" sz="1600" b="1" dirty="0">
                <a:solidFill>
                  <a:schemeClr val="accent2"/>
                </a:solidFill>
                <a:latin typeface="华文新魏" panose="02010800040101010101" pitchFamily="2" charset="-122"/>
                <a:ea typeface="华文新魏" panose="02010800040101010101" pitchFamily="2" charset="-122"/>
              </a:rPr>
              <a:t>的交替面</a:t>
            </a:r>
            <a:endParaRPr lang="zh-CN" altLang="en-US" sz="1600" b="1" dirty="0">
              <a:solidFill>
                <a:schemeClr val="accent2"/>
              </a:solidFill>
              <a:latin typeface="华文新魏" panose="02010800040101010101" pitchFamily="2" charset="-122"/>
              <a:ea typeface="华文新魏" panose="02010800040101010101" pitchFamily="2" charset="-122"/>
            </a:endParaRPr>
          </a:p>
        </p:txBody>
      </p:sp>
      <p:sp>
        <p:nvSpPr>
          <p:cNvPr id="33831" name="Text Box 299"/>
          <p:cNvSpPr txBox="1"/>
          <p:nvPr/>
        </p:nvSpPr>
        <p:spPr>
          <a:xfrm>
            <a:off x="728663" y="3579813"/>
            <a:ext cx="4419600" cy="314325"/>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两圈相切于在变量</a:t>
            </a:r>
            <a:r>
              <a:rPr lang="en-US" altLang="zh-CN" sz="1600" b="1" dirty="0">
                <a:solidFill>
                  <a:schemeClr val="accent2"/>
                </a:solidFill>
                <a:latin typeface="华文新魏" panose="02010800040101010101" pitchFamily="2" charset="-122"/>
                <a:ea typeface="华文新魏" panose="02010800040101010101" pitchFamily="2" charset="-122"/>
              </a:rPr>
              <a:t>C</a:t>
            </a:r>
            <a:r>
              <a:rPr lang="zh-CN" altLang="en-US" sz="1600" b="1" dirty="0">
                <a:solidFill>
                  <a:schemeClr val="accent2"/>
                </a:solidFill>
                <a:latin typeface="华文新魏" panose="02010800040101010101" pitchFamily="2" charset="-122"/>
                <a:ea typeface="华文新魏" panose="02010800040101010101" pitchFamily="2" charset="-122"/>
              </a:rPr>
              <a:t>的交替面</a:t>
            </a:r>
            <a:endParaRPr lang="zh-CN" altLang="en-US" sz="1600" b="1" dirty="0">
              <a:solidFill>
                <a:schemeClr val="accent2"/>
              </a:solidFill>
              <a:latin typeface="华文新魏" panose="02010800040101010101" pitchFamily="2" charset="-122"/>
              <a:ea typeface="华文新魏" panose="02010800040101010101" pitchFamily="2" charset="-122"/>
            </a:endParaRPr>
          </a:p>
        </p:txBody>
      </p:sp>
      <p:sp>
        <p:nvSpPr>
          <p:cNvPr id="118904" name="Line 300"/>
          <p:cNvSpPr/>
          <p:nvPr/>
        </p:nvSpPr>
        <p:spPr>
          <a:xfrm>
            <a:off x="1476375" y="1471613"/>
            <a:ext cx="1008063" cy="0"/>
          </a:xfrm>
          <a:prstGeom prst="line">
            <a:avLst/>
          </a:prstGeom>
          <a:ln w="76200" cap="flat" cmpd="sng">
            <a:solidFill>
              <a:srgbClr val="FF3300"/>
            </a:solidFill>
            <a:prstDash val="solid"/>
            <a:headEnd type="none" w="med" len="med"/>
            <a:tailEnd type="none" w="med" len="med"/>
          </a:ln>
        </p:spPr>
      </p:sp>
      <p:grpSp>
        <p:nvGrpSpPr>
          <p:cNvPr id="118905" name="Group 307"/>
          <p:cNvGrpSpPr/>
          <p:nvPr/>
        </p:nvGrpSpPr>
        <p:grpSpPr>
          <a:xfrm>
            <a:off x="914400" y="1112838"/>
            <a:ext cx="533400" cy="1485900"/>
            <a:chOff x="0" y="0"/>
            <a:chExt cx="336" cy="1248"/>
          </a:xfrm>
        </p:grpSpPr>
        <p:sp>
          <p:nvSpPr>
            <p:cNvPr id="33852" name="Line 301"/>
            <p:cNvSpPr/>
            <p:nvPr/>
          </p:nvSpPr>
          <p:spPr>
            <a:xfrm>
              <a:off x="0" y="1248"/>
              <a:ext cx="336" cy="0"/>
            </a:xfrm>
            <a:prstGeom prst="line">
              <a:avLst/>
            </a:prstGeom>
            <a:ln w="76200" cap="flat" cmpd="sng">
              <a:solidFill>
                <a:srgbClr val="FF3300"/>
              </a:solidFill>
              <a:prstDash val="solid"/>
              <a:headEnd type="none" w="med" len="med"/>
              <a:tailEnd type="none" w="med" len="med"/>
            </a:ln>
          </p:spPr>
        </p:sp>
        <p:sp>
          <p:nvSpPr>
            <p:cNvPr id="33853" name="Line 302"/>
            <p:cNvSpPr/>
            <p:nvPr/>
          </p:nvSpPr>
          <p:spPr>
            <a:xfrm>
              <a:off x="0" y="0"/>
              <a:ext cx="336" cy="0"/>
            </a:xfrm>
            <a:prstGeom prst="line">
              <a:avLst/>
            </a:prstGeom>
            <a:ln w="76200" cap="flat" cmpd="sng">
              <a:solidFill>
                <a:srgbClr val="FF3300"/>
              </a:solidFill>
              <a:prstDash val="solid"/>
              <a:headEnd type="none" w="med" len="med"/>
              <a:tailEnd type="none" w="med" len="med"/>
            </a:ln>
          </p:spPr>
        </p:sp>
      </p:grpSp>
      <p:sp>
        <p:nvSpPr>
          <p:cNvPr id="118908" name="Line 303"/>
          <p:cNvSpPr/>
          <p:nvPr/>
        </p:nvSpPr>
        <p:spPr>
          <a:xfrm>
            <a:off x="1447800" y="1855788"/>
            <a:ext cx="0" cy="342900"/>
          </a:xfrm>
          <a:prstGeom prst="line">
            <a:avLst/>
          </a:prstGeom>
          <a:ln w="76200" cap="flat" cmpd="sng">
            <a:solidFill>
              <a:srgbClr val="FF3300"/>
            </a:solidFill>
            <a:prstDash val="solid"/>
            <a:headEnd type="none" w="med" len="med"/>
            <a:tailEnd type="none" w="med" len="med"/>
          </a:ln>
        </p:spPr>
      </p:sp>
      <p:sp>
        <p:nvSpPr>
          <p:cNvPr id="118909" name="Rectangle 277"/>
          <p:cNvSpPr/>
          <p:nvPr/>
        </p:nvSpPr>
        <p:spPr>
          <a:xfrm>
            <a:off x="990600" y="1851025"/>
            <a:ext cx="914400" cy="342900"/>
          </a:xfrm>
          <a:prstGeom prst="rect">
            <a:avLst/>
          </a:prstGeom>
          <a:noFill/>
          <a:ln w="38100" cap="flat" cmpd="sng">
            <a:solidFill>
              <a:srgbClr val="FF9900"/>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118910" name="Rectangle 278"/>
          <p:cNvSpPr/>
          <p:nvPr/>
        </p:nvSpPr>
        <p:spPr>
          <a:xfrm>
            <a:off x="1543050" y="1227138"/>
            <a:ext cx="838200" cy="571500"/>
          </a:xfrm>
          <a:prstGeom prst="rect">
            <a:avLst/>
          </a:prstGeom>
          <a:noFill/>
          <a:ln w="38100" cap="flat" cmpd="sng">
            <a:solidFill>
              <a:srgbClr val="FF9900"/>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nvGrpSpPr>
          <p:cNvPr id="118911" name="Group 308"/>
          <p:cNvGrpSpPr/>
          <p:nvPr/>
        </p:nvGrpSpPr>
        <p:grpSpPr>
          <a:xfrm>
            <a:off x="1028700" y="1033463"/>
            <a:ext cx="304800" cy="1609725"/>
            <a:chOff x="0" y="0"/>
            <a:chExt cx="192" cy="1344"/>
          </a:xfrm>
        </p:grpSpPr>
        <p:grpSp>
          <p:nvGrpSpPr>
            <p:cNvPr id="33844" name="Group 292"/>
            <p:cNvGrpSpPr/>
            <p:nvPr/>
          </p:nvGrpSpPr>
          <p:grpSpPr>
            <a:xfrm rot="10800000">
              <a:off x="0" y="1056"/>
              <a:ext cx="192" cy="288"/>
              <a:chOff x="0" y="0"/>
              <a:chExt cx="240" cy="336"/>
            </a:xfrm>
          </p:grpSpPr>
          <p:sp>
            <p:nvSpPr>
              <p:cNvPr id="33849" name="Line 293"/>
              <p:cNvSpPr/>
              <p:nvPr/>
            </p:nvSpPr>
            <p:spPr>
              <a:xfrm>
                <a:off x="0" y="0"/>
                <a:ext cx="0" cy="336"/>
              </a:xfrm>
              <a:prstGeom prst="line">
                <a:avLst/>
              </a:prstGeom>
              <a:ln w="38100" cap="flat" cmpd="sng">
                <a:solidFill>
                  <a:srgbClr val="FF9900"/>
                </a:solidFill>
                <a:prstDash val="solid"/>
                <a:headEnd type="none" w="med" len="med"/>
                <a:tailEnd type="none" w="med" len="med"/>
              </a:ln>
            </p:spPr>
          </p:sp>
          <p:sp>
            <p:nvSpPr>
              <p:cNvPr id="33850" name="Line 294"/>
              <p:cNvSpPr/>
              <p:nvPr/>
            </p:nvSpPr>
            <p:spPr>
              <a:xfrm>
                <a:off x="232" y="0"/>
                <a:ext cx="0" cy="336"/>
              </a:xfrm>
              <a:prstGeom prst="line">
                <a:avLst/>
              </a:prstGeom>
              <a:ln w="38100" cap="flat" cmpd="sng">
                <a:solidFill>
                  <a:srgbClr val="FF9900"/>
                </a:solidFill>
                <a:prstDash val="solid"/>
                <a:headEnd type="none" w="med" len="med"/>
                <a:tailEnd type="none" w="med" len="med"/>
              </a:ln>
            </p:spPr>
          </p:sp>
          <p:sp>
            <p:nvSpPr>
              <p:cNvPr id="33851" name="Line 295"/>
              <p:cNvSpPr/>
              <p:nvPr/>
            </p:nvSpPr>
            <p:spPr>
              <a:xfrm>
                <a:off x="0" y="336"/>
                <a:ext cx="240" cy="0"/>
              </a:xfrm>
              <a:prstGeom prst="line">
                <a:avLst/>
              </a:prstGeom>
              <a:ln w="38100" cap="flat" cmpd="sng">
                <a:solidFill>
                  <a:srgbClr val="FF9900"/>
                </a:solidFill>
                <a:prstDash val="solid"/>
                <a:headEnd type="none" w="med" len="med"/>
                <a:tailEnd type="none" w="med" len="med"/>
              </a:ln>
            </p:spPr>
          </p:sp>
        </p:grpSp>
        <p:grpSp>
          <p:nvGrpSpPr>
            <p:cNvPr id="33845" name="Group 279"/>
            <p:cNvGrpSpPr/>
            <p:nvPr/>
          </p:nvGrpSpPr>
          <p:grpSpPr>
            <a:xfrm>
              <a:off x="0" y="0"/>
              <a:ext cx="192" cy="303"/>
              <a:chOff x="0" y="0"/>
              <a:chExt cx="240" cy="353"/>
            </a:xfrm>
          </p:grpSpPr>
          <p:sp>
            <p:nvSpPr>
              <p:cNvPr id="33846" name="Line 280"/>
              <p:cNvSpPr/>
              <p:nvPr/>
            </p:nvSpPr>
            <p:spPr>
              <a:xfrm>
                <a:off x="0" y="0"/>
                <a:ext cx="0" cy="336"/>
              </a:xfrm>
              <a:prstGeom prst="line">
                <a:avLst/>
              </a:prstGeom>
              <a:ln w="38100" cap="flat" cmpd="sng">
                <a:solidFill>
                  <a:srgbClr val="FF9900"/>
                </a:solidFill>
                <a:prstDash val="solid"/>
                <a:headEnd type="none" w="med" len="med"/>
                <a:tailEnd type="none" w="med" len="med"/>
              </a:ln>
            </p:spPr>
          </p:sp>
          <p:sp>
            <p:nvSpPr>
              <p:cNvPr id="33847" name="Line 281"/>
              <p:cNvSpPr/>
              <p:nvPr/>
            </p:nvSpPr>
            <p:spPr>
              <a:xfrm>
                <a:off x="232" y="0"/>
                <a:ext cx="0" cy="336"/>
              </a:xfrm>
              <a:prstGeom prst="line">
                <a:avLst/>
              </a:prstGeom>
              <a:ln w="38100" cap="flat" cmpd="sng">
                <a:solidFill>
                  <a:srgbClr val="FF9900"/>
                </a:solidFill>
                <a:prstDash val="solid"/>
                <a:headEnd type="none" w="med" len="med"/>
                <a:tailEnd type="none" w="med" len="med"/>
              </a:ln>
            </p:spPr>
          </p:sp>
          <p:sp>
            <p:nvSpPr>
              <p:cNvPr id="33848" name="Line 282"/>
              <p:cNvSpPr/>
              <p:nvPr/>
            </p:nvSpPr>
            <p:spPr>
              <a:xfrm>
                <a:off x="0" y="353"/>
                <a:ext cx="240" cy="0"/>
              </a:xfrm>
              <a:prstGeom prst="line">
                <a:avLst/>
              </a:prstGeom>
              <a:ln w="38100" cap="flat" cmpd="sng">
                <a:solidFill>
                  <a:srgbClr val="FF9900"/>
                </a:solidFill>
                <a:prstDash val="solid"/>
                <a:headEnd type="none" w="med" len="med"/>
                <a:tailEnd type="none" w="med" len="med"/>
              </a:ln>
            </p:spPr>
          </p:sp>
        </p:grpSp>
      </p:grpSp>
      <p:pic>
        <p:nvPicPr>
          <p:cNvPr id="33838" name="Picture 142"/>
          <p:cNvPicPr>
            <a:picLocks noChangeAspect="1"/>
          </p:cNvPicPr>
          <p:nvPr/>
        </p:nvPicPr>
        <p:blipFill>
          <a:blip r:embed="rId1"/>
          <a:stretch>
            <a:fillRect/>
          </a:stretch>
        </p:blipFill>
        <p:spPr>
          <a:xfrm>
            <a:off x="755650" y="341313"/>
            <a:ext cx="8064500" cy="400050"/>
          </a:xfrm>
          <a:prstGeom prst="rect">
            <a:avLst/>
          </a:prstGeom>
          <a:noFill/>
          <a:ln w="9525">
            <a:noFill/>
          </a:ln>
        </p:spPr>
      </p:pic>
      <p:pic>
        <p:nvPicPr>
          <p:cNvPr id="110735" name="Picture 143"/>
          <p:cNvPicPr>
            <a:picLocks noChangeAspect="1"/>
          </p:cNvPicPr>
          <p:nvPr/>
        </p:nvPicPr>
        <p:blipFill>
          <a:blip r:embed="rId2"/>
          <a:stretch>
            <a:fillRect/>
          </a:stretch>
        </p:blipFill>
        <p:spPr>
          <a:xfrm>
            <a:off x="755650" y="4687888"/>
            <a:ext cx="7488238" cy="387350"/>
          </a:xfrm>
          <a:prstGeom prst="rect">
            <a:avLst/>
          </a:prstGeom>
          <a:noFill/>
          <a:ln w="9525">
            <a:noFill/>
          </a:ln>
        </p:spPr>
      </p:pic>
      <p:sp>
        <p:nvSpPr>
          <p:cNvPr id="2" name="圆角矩形标注 1"/>
          <p:cNvSpPr/>
          <p:nvPr/>
        </p:nvSpPr>
        <p:spPr>
          <a:xfrm>
            <a:off x="3511550" y="1390650"/>
            <a:ext cx="681038" cy="331788"/>
          </a:xfrm>
          <a:prstGeom prst="wedgeRoundRectCallout">
            <a:avLst>
              <a:gd name="adj1" fmla="val -207500"/>
              <a:gd name="adj2" fmla="val -35343"/>
              <a:gd name="adj3" fmla="val 16667"/>
            </a:avLst>
          </a:prstGeom>
          <a:noFill/>
          <a:ln w="9525" cap="flat" cmpd="sng">
            <a:solidFill>
              <a:schemeClr val="tx1"/>
            </a:solidFill>
            <a:prstDash val="solid"/>
            <a:round/>
            <a:headEnd type="none" w="med" len="med"/>
            <a:tailEnd type="none" w="med" len="med"/>
          </a:ln>
        </p:spPr>
        <p:txBody>
          <a:bodyPr anchor="ctr"/>
          <a:p>
            <a:pPr algn="ctr">
              <a:lnSpc>
                <a:spcPct val="90000"/>
              </a:lnSpc>
              <a:buFont typeface="Arial" panose="020B0604020202020204" pitchFamily="34" charset="0"/>
            </a:pPr>
            <a:r>
              <a:rPr lang="en-US" altLang="zh-CN" sz="1500" b="1" dirty="0">
                <a:solidFill>
                  <a:schemeClr val="tx1"/>
                </a:solidFill>
                <a:latin typeface="Arial" panose="020B0604020202020204" pitchFamily="34" charset="0"/>
              </a:rPr>
              <a:t>D</a:t>
            </a:r>
            <a:endParaRPr lang="zh-CN" altLang="en-US" sz="1500" b="1" dirty="0">
              <a:solidFill>
                <a:schemeClr val="tx1"/>
              </a:solidFill>
              <a:latin typeface="Arial" panose="020B0604020202020204" pitchFamily="34" charset="0"/>
            </a:endParaRPr>
          </a:p>
        </p:txBody>
      </p:sp>
      <p:sp>
        <p:nvSpPr>
          <p:cNvPr id="100" name="圆角矩形标注 99"/>
          <p:cNvSpPr/>
          <p:nvPr/>
        </p:nvSpPr>
        <p:spPr>
          <a:xfrm>
            <a:off x="3511550" y="1995488"/>
            <a:ext cx="681038" cy="349250"/>
          </a:xfrm>
          <a:prstGeom prst="wedgeRoundRectCallout">
            <a:avLst>
              <a:gd name="adj1" fmla="val -372866"/>
              <a:gd name="adj2" fmla="val -55245"/>
              <a:gd name="adj3" fmla="val 16667"/>
            </a:avLst>
          </a:prstGeom>
          <a:noFill/>
          <a:ln w="9525" cap="flat" cmpd="sng">
            <a:solidFill>
              <a:schemeClr val="tx1"/>
            </a:solidFill>
            <a:prstDash val="solid"/>
            <a:round/>
            <a:headEnd type="none" w="med" len="med"/>
            <a:tailEnd type="none" w="med" len="med"/>
          </a:ln>
        </p:spPr>
        <p:txBody>
          <a:bodyPr anchor="ctr"/>
          <a:p>
            <a:pPr algn="ctr">
              <a:lnSpc>
                <a:spcPct val="90000"/>
              </a:lnSpc>
              <a:buFont typeface="Arial" panose="020B0604020202020204" pitchFamily="34" charset="0"/>
            </a:pPr>
            <a:r>
              <a:rPr lang="en-US" altLang="zh-CN" sz="1500" b="1" dirty="0">
                <a:solidFill>
                  <a:schemeClr val="tx1"/>
                </a:solidFill>
                <a:latin typeface="Arial" panose="020B0604020202020204" pitchFamily="34" charset="0"/>
              </a:rPr>
              <a:t>B</a:t>
            </a:r>
            <a:endParaRPr lang="zh-CN" altLang="en-US" sz="1500" b="1" dirty="0">
              <a:solidFill>
                <a:schemeClr val="tx1"/>
              </a:solidFill>
              <a:latin typeface="Arial" panose="020B0604020202020204" pitchFamily="34" charset="0"/>
            </a:endParaRPr>
          </a:p>
        </p:txBody>
      </p:sp>
      <p:sp>
        <p:nvSpPr>
          <p:cNvPr id="101" name="圆角矩形标注 100"/>
          <p:cNvSpPr/>
          <p:nvPr/>
        </p:nvSpPr>
        <p:spPr>
          <a:xfrm>
            <a:off x="3487738" y="2401888"/>
            <a:ext cx="773112" cy="252412"/>
          </a:xfrm>
          <a:prstGeom prst="wedgeRoundRectCallout">
            <a:avLst>
              <a:gd name="adj1" fmla="val -320611"/>
              <a:gd name="adj2" fmla="val 30602"/>
              <a:gd name="adj3" fmla="val 16667"/>
            </a:avLst>
          </a:prstGeom>
          <a:noFill/>
          <a:ln w="9525" cap="flat" cmpd="sng">
            <a:solidFill>
              <a:schemeClr val="tx1"/>
            </a:solidFill>
            <a:prstDash val="solid"/>
            <a:round/>
            <a:headEnd type="none" w="med" len="med"/>
            <a:tailEnd type="none" w="med" len="med"/>
          </a:ln>
        </p:spPr>
        <p:txBody>
          <a:bodyPr anchor="ctr"/>
          <a:p>
            <a:pPr algn="ctr">
              <a:lnSpc>
                <a:spcPct val="90000"/>
              </a:lnSpc>
              <a:buFont typeface="Arial" panose="020B0604020202020204" pitchFamily="34" charset="0"/>
            </a:pPr>
            <a:r>
              <a:rPr lang="en-US" altLang="zh-CN" sz="1500" b="1" dirty="0">
                <a:solidFill>
                  <a:schemeClr val="tx1"/>
                </a:solidFill>
                <a:latin typeface="Arial" panose="020B0604020202020204" pitchFamily="34" charset="0"/>
              </a:rPr>
              <a:t>C</a:t>
            </a:r>
            <a:endParaRPr lang="zh-CN" altLang="en-US" sz="1500" b="1" dirty="0">
              <a:solidFill>
                <a:schemeClr val="tx1"/>
              </a:solidFill>
              <a:latin typeface="Arial" panose="020B0604020202020204" pitchFamily="34" charset="0"/>
            </a:endParaRPr>
          </a:p>
        </p:txBody>
      </p:sp>
      <p:sp>
        <p:nvSpPr>
          <p:cNvPr id="102" name="圆角矩形标注 101"/>
          <p:cNvSpPr/>
          <p:nvPr/>
        </p:nvSpPr>
        <p:spPr>
          <a:xfrm>
            <a:off x="3465513" y="1025525"/>
            <a:ext cx="773112" cy="252413"/>
          </a:xfrm>
          <a:prstGeom prst="wedgeRoundRectCallout">
            <a:avLst>
              <a:gd name="adj1" fmla="val -317944"/>
              <a:gd name="adj2" fmla="val -29319"/>
              <a:gd name="adj3" fmla="val 16667"/>
            </a:avLst>
          </a:prstGeom>
          <a:noFill/>
          <a:ln w="9525" cap="flat" cmpd="sng">
            <a:solidFill>
              <a:schemeClr val="tx1"/>
            </a:solidFill>
            <a:prstDash val="solid"/>
            <a:round/>
            <a:headEnd type="none" w="med" len="med"/>
            <a:tailEnd type="none" w="med" len="med"/>
          </a:ln>
        </p:spPr>
        <p:txBody>
          <a:bodyPr anchor="ctr"/>
          <a:p>
            <a:pPr algn="ctr">
              <a:lnSpc>
                <a:spcPct val="90000"/>
              </a:lnSpc>
              <a:buFont typeface="Arial" panose="020B0604020202020204" pitchFamily="34" charset="0"/>
            </a:pPr>
            <a:r>
              <a:rPr lang="en-US" altLang="zh-CN" sz="1500" b="1" dirty="0">
                <a:solidFill>
                  <a:schemeClr val="tx1"/>
                </a:solidFill>
                <a:latin typeface="Arial" panose="020B0604020202020204" pitchFamily="34" charset="0"/>
              </a:rPr>
              <a:t>C</a:t>
            </a:r>
            <a:endParaRPr lang="zh-CN" altLang="en-US" sz="1500" b="1" dirty="0">
              <a:solidFill>
                <a:schemeClr val="tx1"/>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8904"/>
                                        </p:tgtEl>
                                        <p:attrNameLst>
                                          <p:attrName>style.visibility</p:attrName>
                                        </p:attrNameLst>
                                      </p:cBhvr>
                                      <p:to>
                                        <p:strVal val="visible"/>
                                      </p:to>
                                    </p:set>
                                    <p:anim calcmode="lin" valueType="num">
                                      <p:cBhvr additive="base">
                                        <p:cTn id="7" dur="500" fill="hold"/>
                                        <p:tgtEl>
                                          <p:spTgt spid="118904"/>
                                        </p:tgtEl>
                                        <p:attrNameLst>
                                          <p:attrName>ppt_x</p:attrName>
                                        </p:attrNameLst>
                                      </p:cBhvr>
                                      <p:tavLst>
                                        <p:tav tm="0">
                                          <p:val>
                                            <p:strVal val="#ppt_x"/>
                                          </p:val>
                                        </p:tav>
                                        <p:tav tm="100000">
                                          <p:val>
                                            <p:strVal val="#ppt_x"/>
                                          </p:val>
                                        </p:tav>
                                      </p:tavLst>
                                    </p:anim>
                                    <p:anim calcmode="lin" valueType="num">
                                      <p:cBhvr additive="base">
                                        <p:cTn id="8" dur="500" fill="hold"/>
                                        <p:tgtEl>
                                          <p:spTgt spid="11890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8908"/>
                                        </p:tgtEl>
                                        <p:attrNameLst>
                                          <p:attrName>style.visibility</p:attrName>
                                        </p:attrNameLst>
                                      </p:cBhvr>
                                      <p:to>
                                        <p:strVal val="visible"/>
                                      </p:to>
                                    </p:set>
                                    <p:anim calcmode="lin" valueType="num">
                                      <p:cBhvr additive="base">
                                        <p:cTn id="13" dur="500" fill="hold"/>
                                        <p:tgtEl>
                                          <p:spTgt spid="118908"/>
                                        </p:tgtEl>
                                        <p:attrNameLst>
                                          <p:attrName>ppt_x</p:attrName>
                                        </p:attrNameLst>
                                      </p:cBhvr>
                                      <p:tavLst>
                                        <p:tav tm="0">
                                          <p:val>
                                            <p:strVal val="#ppt_x"/>
                                          </p:val>
                                        </p:tav>
                                        <p:tav tm="100000">
                                          <p:val>
                                            <p:strVal val="#ppt_x"/>
                                          </p:val>
                                        </p:tav>
                                      </p:tavLst>
                                    </p:anim>
                                    <p:anim calcmode="lin" valueType="num">
                                      <p:cBhvr additive="base">
                                        <p:cTn id="14" dur="500" fill="hold"/>
                                        <p:tgtEl>
                                          <p:spTgt spid="11890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8905"/>
                                        </p:tgtEl>
                                        <p:attrNameLst>
                                          <p:attrName>style.visibility</p:attrName>
                                        </p:attrNameLst>
                                      </p:cBhvr>
                                      <p:to>
                                        <p:strVal val="visible"/>
                                      </p:to>
                                    </p:set>
                                    <p:anim calcmode="lin" valueType="num">
                                      <p:cBhvr additive="base">
                                        <p:cTn id="19" dur="500" fill="hold"/>
                                        <p:tgtEl>
                                          <p:spTgt spid="118905"/>
                                        </p:tgtEl>
                                        <p:attrNameLst>
                                          <p:attrName>ppt_x</p:attrName>
                                        </p:attrNameLst>
                                      </p:cBhvr>
                                      <p:tavLst>
                                        <p:tav tm="0">
                                          <p:val>
                                            <p:strVal val="#ppt_x"/>
                                          </p:val>
                                        </p:tav>
                                        <p:tav tm="100000">
                                          <p:val>
                                            <p:strVal val="#ppt_x"/>
                                          </p:val>
                                        </p:tav>
                                      </p:tavLst>
                                    </p:anim>
                                    <p:anim calcmode="lin" valueType="num">
                                      <p:cBhvr additive="base">
                                        <p:cTn id="20" dur="500" fill="hold"/>
                                        <p:tgtEl>
                                          <p:spTgt spid="11890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8910"/>
                                        </p:tgtEl>
                                        <p:attrNameLst>
                                          <p:attrName>style.visibility</p:attrName>
                                        </p:attrNameLst>
                                      </p:cBhvr>
                                      <p:to>
                                        <p:strVal val="visible"/>
                                      </p:to>
                                    </p:set>
                                    <p:anim calcmode="lin" valueType="num">
                                      <p:cBhvr additive="base">
                                        <p:cTn id="25" dur="500" fill="hold"/>
                                        <p:tgtEl>
                                          <p:spTgt spid="118910"/>
                                        </p:tgtEl>
                                        <p:attrNameLst>
                                          <p:attrName>ppt_x</p:attrName>
                                        </p:attrNameLst>
                                      </p:cBhvr>
                                      <p:tavLst>
                                        <p:tav tm="0">
                                          <p:val>
                                            <p:strVal val="#ppt_x"/>
                                          </p:val>
                                        </p:tav>
                                        <p:tav tm="100000">
                                          <p:val>
                                            <p:strVal val="#ppt_x"/>
                                          </p:val>
                                        </p:tav>
                                      </p:tavLst>
                                    </p:anim>
                                    <p:anim calcmode="lin" valueType="num">
                                      <p:cBhvr additive="base">
                                        <p:cTn id="26" dur="500" fill="hold"/>
                                        <p:tgtEl>
                                          <p:spTgt spid="1189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8909"/>
                                        </p:tgtEl>
                                        <p:attrNameLst>
                                          <p:attrName>style.visibility</p:attrName>
                                        </p:attrNameLst>
                                      </p:cBhvr>
                                      <p:to>
                                        <p:strVal val="visible"/>
                                      </p:to>
                                    </p:set>
                                    <p:anim calcmode="lin" valueType="num">
                                      <p:cBhvr additive="base">
                                        <p:cTn id="31" dur="500" fill="hold"/>
                                        <p:tgtEl>
                                          <p:spTgt spid="118909"/>
                                        </p:tgtEl>
                                        <p:attrNameLst>
                                          <p:attrName>ppt_x</p:attrName>
                                        </p:attrNameLst>
                                      </p:cBhvr>
                                      <p:tavLst>
                                        <p:tav tm="0">
                                          <p:val>
                                            <p:strVal val="#ppt_x"/>
                                          </p:val>
                                        </p:tav>
                                        <p:tav tm="100000">
                                          <p:val>
                                            <p:strVal val="#ppt_x"/>
                                          </p:val>
                                        </p:tav>
                                      </p:tavLst>
                                    </p:anim>
                                    <p:anim calcmode="lin" valueType="num">
                                      <p:cBhvr additive="base">
                                        <p:cTn id="32" dur="500" fill="hold"/>
                                        <p:tgtEl>
                                          <p:spTgt spid="11890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8911"/>
                                        </p:tgtEl>
                                        <p:attrNameLst>
                                          <p:attrName>style.visibility</p:attrName>
                                        </p:attrNameLst>
                                      </p:cBhvr>
                                      <p:to>
                                        <p:strVal val="visible"/>
                                      </p:to>
                                    </p:set>
                                    <p:anim calcmode="lin" valueType="num">
                                      <p:cBhvr additive="base">
                                        <p:cTn id="37" dur="500" fill="hold"/>
                                        <p:tgtEl>
                                          <p:spTgt spid="118911"/>
                                        </p:tgtEl>
                                        <p:attrNameLst>
                                          <p:attrName>ppt_x</p:attrName>
                                        </p:attrNameLst>
                                      </p:cBhvr>
                                      <p:tavLst>
                                        <p:tav tm="0">
                                          <p:val>
                                            <p:strVal val="#ppt_x"/>
                                          </p:val>
                                        </p:tav>
                                        <p:tav tm="100000">
                                          <p:val>
                                            <p:strVal val="#ppt_x"/>
                                          </p:val>
                                        </p:tav>
                                      </p:tavLst>
                                    </p:anim>
                                    <p:anim calcmode="lin" valueType="num">
                                      <p:cBhvr additive="base">
                                        <p:cTn id="38" dur="500" fill="hold"/>
                                        <p:tgtEl>
                                          <p:spTgt spid="1189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10735"/>
                                        </p:tgtEl>
                                        <p:attrNameLst>
                                          <p:attrName>style.visibility</p:attrName>
                                        </p:attrNameLst>
                                      </p:cBhvr>
                                      <p:to>
                                        <p:strVal val="visible"/>
                                      </p:to>
                                    </p:set>
                                    <p:animEffect transition="in" filter="blinds(horizontal)">
                                      <p:cBhvr>
                                        <p:cTn id="43" dur="500"/>
                                        <p:tgtEl>
                                          <p:spTgt spid="110735"/>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
                                        </p:tgtEl>
                                        <p:attrNameLst>
                                          <p:attrName>style.visibility</p:attrName>
                                        </p:attrNameLst>
                                      </p:cBhvr>
                                      <p:to>
                                        <p:strVal val="visible"/>
                                      </p:to>
                                    </p:set>
                                    <p:anim calcmode="lin" valueType="num">
                                      <p:cBhvr additive="base">
                                        <p:cTn id="48" dur="500" fill="hold"/>
                                        <p:tgtEl>
                                          <p:spTgt spid="2"/>
                                        </p:tgtEl>
                                        <p:attrNameLst>
                                          <p:attrName>ppt_x</p:attrName>
                                        </p:attrNameLst>
                                      </p:cBhvr>
                                      <p:tavLst>
                                        <p:tav tm="0">
                                          <p:val>
                                            <p:strVal val="#ppt_x"/>
                                          </p:val>
                                        </p:tav>
                                        <p:tav tm="100000">
                                          <p:val>
                                            <p:strVal val="#ppt_x"/>
                                          </p:val>
                                        </p:tav>
                                      </p:tavLst>
                                    </p:anim>
                                    <p:anim calcmode="lin" valueType="num">
                                      <p:cBhvr additive="base">
                                        <p:cTn id="4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100"/>
                                        </p:tgtEl>
                                        <p:attrNameLst>
                                          <p:attrName>style.visibility</p:attrName>
                                        </p:attrNameLst>
                                      </p:cBhvr>
                                      <p:to>
                                        <p:strVal val="visible"/>
                                      </p:to>
                                    </p:set>
                                    <p:anim calcmode="lin" valueType="num">
                                      <p:cBhvr additive="base">
                                        <p:cTn id="54" dur="500" fill="hold"/>
                                        <p:tgtEl>
                                          <p:spTgt spid="100"/>
                                        </p:tgtEl>
                                        <p:attrNameLst>
                                          <p:attrName>ppt_x</p:attrName>
                                        </p:attrNameLst>
                                      </p:cBhvr>
                                      <p:tavLst>
                                        <p:tav tm="0">
                                          <p:val>
                                            <p:strVal val="#ppt_x"/>
                                          </p:val>
                                        </p:tav>
                                        <p:tav tm="100000">
                                          <p:val>
                                            <p:strVal val="#ppt_x"/>
                                          </p:val>
                                        </p:tav>
                                      </p:tavLst>
                                    </p:anim>
                                    <p:anim calcmode="lin" valueType="num">
                                      <p:cBhvr additive="base">
                                        <p:cTn id="55"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101"/>
                                        </p:tgtEl>
                                        <p:attrNameLst>
                                          <p:attrName>style.visibility</p:attrName>
                                        </p:attrNameLst>
                                      </p:cBhvr>
                                      <p:to>
                                        <p:strVal val="visible"/>
                                      </p:to>
                                    </p:set>
                                    <p:anim calcmode="lin" valueType="num">
                                      <p:cBhvr additive="base">
                                        <p:cTn id="60" dur="500" fill="hold"/>
                                        <p:tgtEl>
                                          <p:spTgt spid="101"/>
                                        </p:tgtEl>
                                        <p:attrNameLst>
                                          <p:attrName>ppt_x</p:attrName>
                                        </p:attrNameLst>
                                      </p:cBhvr>
                                      <p:tavLst>
                                        <p:tav tm="0">
                                          <p:val>
                                            <p:strVal val="#ppt_x"/>
                                          </p:val>
                                        </p:tav>
                                        <p:tav tm="100000">
                                          <p:val>
                                            <p:strVal val="#ppt_x"/>
                                          </p:val>
                                        </p:tav>
                                      </p:tavLst>
                                    </p:anim>
                                    <p:anim calcmode="lin" valueType="num">
                                      <p:cBhvr additive="base">
                                        <p:cTn id="61"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102"/>
                                        </p:tgtEl>
                                        <p:attrNameLst>
                                          <p:attrName>style.visibility</p:attrName>
                                        </p:attrNameLst>
                                      </p:cBhvr>
                                      <p:to>
                                        <p:strVal val="visible"/>
                                      </p:to>
                                    </p:set>
                                    <p:anim calcmode="lin" valueType="num">
                                      <p:cBhvr additive="base">
                                        <p:cTn id="66" dur="500" fill="hold"/>
                                        <p:tgtEl>
                                          <p:spTgt spid="102"/>
                                        </p:tgtEl>
                                        <p:attrNameLst>
                                          <p:attrName>ppt_x</p:attrName>
                                        </p:attrNameLst>
                                      </p:cBhvr>
                                      <p:tavLst>
                                        <p:tav tm="0">
                                          <p:val>
                                            <p:strVal val="#ppt_x"/>
                                          </p:val>
                                        </p:tav>
                                        <p:tav tm="100000">
                                          <p:val>
                                            <p:strVal val="#ppt_x"/>
                                          </p:val>
                                        </p:tav>
                                      </p:tavLst>
                                    </p:anim>
                                    <p:anim calcmode="lin" valueType="num">
                                      <p:cBhvr additive="base">
                                        <p:cTn id="67" dur="500" fill="hold"/>
                                        <p:tgtEl>
                                          <p:spTgt spid="1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909" grpId="0" animBg="1"/>
      <p:bldP spid="118910" grpId="0" animBg="1"/>
      <p:bldP spid="2" grpId="0" animBg="1"/>
      <p:bldP spid="100" grpId="0" animBg="1"/>
      <p:bldP spid="101" grpId="0" animBg="1"/>
      <p:bldP spid="10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日期占位符 3"/>
          <p:cNvSpPr txBox="1">
            <a:spLocks noGrp="1"/>
          </p:cNvSpPr>
          <p:nvPr/>
        </p:nvSpPr>
        <p:spPr>
          <a:xfrm>
            <a:off x="0" y="-17462"/>
            <a:ext cx="900113" cy="158750"/>
          </a:xfrm>
          <a:prstGeom prst="rect">
            <a:avLst/>
          </a:prstGeom>
          <a:solidFill>
            <a:srgbClr val="00CCFF"/>
          </a:solidFill>
          <a:ln w="9525">
            <a:noFill/>
          </a:ln>
        </p:spPr>
        <p:txBody>
          <a:bodyPr tIns="10800"/>
          <a:p>
            <a:pPr eaLnBrk="1" hangingPunct="1">
              <a:lnSpc>
                <a:spcPct val="90000"/>
              </a:lnSpc>
              <a:buFont typeface="Arial" panose="020B0604020202020204" pitchFamily="34" charset="0"/>
            </a:pPr>
            <a:fld id="{BB962C8B-B14F-4D97-AF65-F5344CB8AC3E}" type="datetime11">
              <a:rPr lang="zh-CN" altLang="en-US" sz="900" b="1" dirty="0">
                <a:solidFill>
                  <a:schemeClr val="tx1"/>
                </a:solidFill>
                <a:latin typeface="Calibri" panose="020F0502020204030204" pitchFamily="34" charset="0"/>
              </a:rPr>
            </a:fld>
            <a:endParaRPr lang="zh-CN" altLang="en-US" sz="900" b="1" dirty="0">
              <a:solidFill>
                <a:schemeClr val="tx1"/>
              </a:solidFill>
              <a:latin typeface="Calibri" panose="020F0502020204030204" pitchFamily="34" charset="0"/>
            </a:endParaRPr>
          </a:p>
        </p:txBody>
      </p:sp>
      <p:sp>
        <p:nvSpPr>
          <p:cNvPr id="34819" name="灯片编号占位符 5"/>
          <p:cNvSpPr txBox="1">
            <a:spLocks noGrp="1"/>
          </p:cNvSpPr>
          <p:nvPr/>
        </p:nvSpPr>
        <p:spPr>
          <a:xfrm>
            <a:off x="8748713" y="5056188"/>
            <a:ext cx="431800" cy="142875"/>
          </a:xfrm>
          <a:prstGeom prst="rect">
            <a:avLst/>
          </a:prstGeom>
          <a:solidFill>
            <a:srgbClr val="00CCFF"/>
          </a:solidFill>
          <a:ln w="9525">
            <a:noFill/>
          </a:ln>
        </p:spPr>
        <p:txBody>
          <a:bodyPr lIns="18000" tIns="0"/>
          <a:p>
            <a:pPr algn="r" eaLnBrk="1" hangingPunct="1">
              <a:lnSpc>
                <a:spcPct val="90000"/>
              </a:lnSpc>
              <a:buFont typeface="Arial" panose="020B0604020202020204" pitchFamily="34" charset="0"/>
            </a:pPr>
            <a:fld id="{9A0DB2DC-4C9A-4742-B13C-FB6460FD3503}" type="slidenum">
              <a:rPr lang="en-US" altLang="zh-CN" sz="900" b="1" dirty="0">
                <a:solidFill>
                  <a:schemeClr val="tx1"/>
                </a:solidFill>
                <a:latin typeface="Calibri" panose="020F0502020204030204" pitchFamily="34" charset="0"/>
              </a:rPr>
            </a:fld>
            <a:endParaRPr lang="en-US" altLang="zh-CN" sz="900" b="1" dirty="0">
              <a:solidFill>
                <a:schemeClr val="tx1"/>
              </a:solidFill>
              <a:latin typeface="Calibri" panose="020F0502020204030204" pitchFamily="34" charset="0"/>
            </a:endParaRPr>
          </a:p>
        </p:txBody>
      </p:sp>
      <p:sp>
        <p:nvSpPr>
          <p:cNvPr id="34820" name="Rectangle 3"/>
          <p:cNvSpPr>
            <a:spLocks noGrp="1"/>
          </p:cNvSpPr>
          <p:nvPr>
            <p:ph type="title"/>
          </p:nvPr>
        </p:nvSpPr>
        <p:spPr>
          <a:xfrm>
            <a:off x="685800" y="530225"/>
            <a:ext cx="7772400" cy="457200"/>
          </a:xfrm>
          <a:solidFill>
            <a:srgbClr val="FFFFFF"/>
          </a:solidFill>
          <a:ln>
            <a:solidFill>
              <a:srgbClr val="000000"/>
            </a:solidFill>
          </a:ln>
        </p:spPr>
        <p:txBody>
          <a:bodyPr anchor="ctr"/>
          <a:p>
            <a:pPr eaLnBrk="1" hangingPunct="1"/>
            <a:r>
              <a:rPr lang="zh-CN" altLang="en-US" sz="2100" b="1" dirty="0">
                <a:solidFill>
                  <a:schemeClr val="accent2"/>
                </a:solidFill>
                <a:latin typeface="华文新魏" panose="02010800040101010101" pitchFamily="2" charset="-122"/>
                <a:ea typeface="华文新魏" panose="02010800040101010101" pitchFamily="2" charset="-122"/>
              </a:rPr>
              <a:t>二、逻辑表达式判别法</a:t>
            </a:r>
            <a:endParaRPr lang="zh-CN" altLang="en-US" sz="2100" b="1" dirty="0">
              <a:solidFill>
                <a:schemeClr val="accent2"/>
              </a:solidFill>
              <a:latin typeface="华文新魏" panose="02010800040101010101" pitchFamily="2" charset="-122"/>
              <a:ea typeface="华文新魏" panose="02010800040101010101" pitchFamily="2" charset="-122"/>
            </a:endParaRPr>
          </a:p>
        </p:txBody>
      </p:sp>
      <p:sp>
        <p:nvSpPr>
          <p:cNvPr id="34821" name="Rectangle 4"/>
          <p:cNvSpPr>
            <a:spLocks noGrp="1"/>
          </p:cNvSpPr>
          <p:nvPr>
            <p:ph type="body"/>
          </p:nvPr>
        </p:nvSpPr>
        <p:spPr>
          <a:xfrm>
            <a:off x="685800" y="1311275"/>
            <a:ext cx="7771765" cy="457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spcBef>
                <a:spcPct val="50000"/>
              </a:spcBef>
              <a:buNone/>
            </a:pPr>
            <a:r>
              <a:rPr lang="en-US" altLang="zh-CN" sz="1800"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如果电路中存在出现险象的可能性，其逻辑表达式有如下特点：</a:t>
            </a:r>
            <a:endParaRPr lang="zh-CN" altLang="en-US" sz="1800" b="1" dirty="0">
              <a:latin typeface="华文新魏" panose="02010800040101010101" pitchFamily="2" charset="-122"/>
              <a:ea typeface="华文新魏" panose="02010800040101010101" pitchFamily="2" charset="-122"/>
            </a:endParaRPr>
          </a:p>
          <a:p>
            <a:pPr eaLnBrk="1" hangingPunct="1">
              <a:spcBef>
                <a:spcPct val="50000"/>
              </a:spcBef>
              <a:buNone/>
            </a:pPr>
            <a:endParaRPr lang="zh-CN" altLang="en-US" sz="1800" b="1" dirty="0">
              <a:latin typeface="华文新魏" panose="02010800040101010101" pitchFamily="2" charset="-122"/>
              <a:ea typeface="华文新魏" panose="02010800040101010101" pitchFamily="2" charset="-122"/>
            </a:endParaRPr>
          </a:p>
        </p:txBody>
      </p:sp>
      <p:sp>
        <p:nvSpPr>
          <p:cNvPr id="119814" name="Text Box 8"/>
          <p:cNvSpPr txBox="1"/>
          <p:nvPr/>
        </p:nvSpPr>
        <p:spPr>
          <a:xfrm>
            <a:off x="815975" y="1943100"/>
            <a:ext cx="7716838" cy="865505"/>
          </a:xfrm>
          <a:prstGeom prst="rect">
            <a:avLst/>
          </a:prstGeom>
          <a:noFill/>
          <a:ln w="9525">
            <a:noFill/>
          </a:ln>
        </p:spPr>
        <p:txBody>
          <a:bodyPr>
            <a:spAutoFit/>
          </a:bodyPr>
          <a:p>
            <a:pPr eaLnBrk="1" hangingPunct="1">
              <a:lnSpc>
                <a:spcPct val="140000"/>
              </a:lnSpc>
              <a:spcBef>
                <a:spcPts val="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⑴ </a:t>
            </a:r>
            <a:r>
              <a:rPr lang="zh-CN" altLang="en-US" sz="1800" b="1" dirty="0">
                <a:solidFill>
                  <a:schemeClr val="tx1"/>
                </a:solidFill>
                <a:latin typeface="华文新魏" panose="02010800040101010101" pitchFamily="2" charset="-122"/>
                <a:ea typeface="华文新魏" panose="02010800040101010101" pitchFamily="2" charset="-122"/>
              </a:rPr>
              <a:t>当某一变量</a:t>
            </a:r>
            <a:r>
              <a:rPr lang="zh-CN" altLang="en-US" sz="1800" b="1" dirty="0">
                <a:solidFill>
                  <a:schemeClr val="accent2"/>
                </a:solidFill>
                <a:latin typeface="华文新魏" panose="02010800040101010101" pitchFamily="2" charset="-122"/>
                <a:ea typeface="华文新魏" panose="02010800040101010101" pitchFamily="2" charset="-122"/>
              </a:rPr>
              <a:t>同时</a:t>
            </a:r>
            <a:r>
              <a:rPr lang="zh-CN" altLang="en-US" sz="1800" b="1" dirty="0">
                <a:solidFill>
                  <a:schemeClr val="tx1"/>
                </a:solidFill>
                <a:latin typeface="华文新魏" panose="02010800040101010101" pitchFamily="2" charset="-122"/>
                <a:ea typeface="华文新魏" panose="02010800040101010101" pitchFamily="2" charset="-122"/>
              </a:rPr>
              <a:t>以</a:t>
            </a:r>
            <a:r>
              <a:rPr lang="zh-CN" altLang="en-US" sz="1800" b="1" dirty="0">
                <a:solidFill>
                  <a:schemeClr val="accent2"/>
                </a:solidFill>
                <a:latin typeface="华文新魏" panose="02010800040101010101" pitchFamily="2" charset="-122"/>
                <a:ea typeface="华文新魏" panose="02010800040101010101" pitchFamily="2" charset="-122"/>
              </a:rPr>
              <a:t>原变量</a:t>
            </a:r>
            <a:r>
              <a:rPr lang="zh-CN" altLang="en-US" sz="1800" b="1" dirty="0">
                <a:solidFill>
                  <a:schemeClr val="tx1"/>
                </a:solidFill>
                <a:latin typeface="华文新魏" panose="02010800040101010101" pitchFamily="2" charset="-122"/>
                <a:ea typeface="华文新魏" panose="02010800040101010101" pitchFamily="2" charset="-122"/>
              </a:rPr>
              <a:t>和</a:t>
            </a:r>
            <a:r>
              <a:rPr lang="zh-CN" altLang="en-US" sz="1800" b="1" dirty="0">
                <a:solidFill>
                  <a:schemeClr val="accent2"/>
                </a:solidFill>
                <a:latin typeface="华文新魏" panose="02010800040101010101" pitchFamily="2" charset="-122"/>
                <a:ea typeface="华文新魏" panose="02010800040101010101" pitchFamily="2" charset="-122"/>
              </a:rPr>
              <a:t>反变量</a:t>
            </a:r>
            <a:r>
              <a:rPr lang="zh-CN" altLang="en-US" sz="1800" b="1" dirty="0">
                <a:solidFill>
                  <a:schemeClr val="tx1"/>
                </a:solidFill>
                <a:latin typeface="华文新魏" panose="02010800040101010101" pitchFamily="2" charset="-122"/>
                <a:ea typeface="华文新魏" panose="02010800040101010101" pitchFamily="2" charset="-122"/>
              </a:rPr>
              <a:t>的形式出现在逻辑表达式中，则该变量就具备了竞争的条件。</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119815" name="Text Box 9"/>
          <p:cNvSpPr txBox="1"/>
          <p:nvPr/>
        </p:nvSpPr>
        <p:spPr>
          <a:xfrm>
            <a:off x="800100" y="2860675"/>
            <a:ext cx="7732713" cy="865505"/>
          </a:xfrm>
          <a:prstGeom prst="rect">
            <a:avLst/>
          </a:prstGeom>
          <a:noFill/>
          <a:ln w="9525">
            <a:noFill/>
          </a:ln>
        </p:spPr>
        <p:txBody>
          <a:bodyPr>
            <a:spAutoFit/>
          </a:bodyPr>
          <a:p>
            <a:pPr eaLnBrk="1" hangingPunct="1">
              <a:lnSpc>
                <a:spcPct val="140000"/>
              </a:lnSpc>
              <a:spcBef>
                <a:spcPts val="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⑵ </a:t>
            </a:r>
            <a:r>
              <a:rPr lang="zh-CN" altLang="en-US" sz="1800" b="1" dirty="0">
                <a:solidFill>
                  <a:schemeClr val="tx1"/>
                </a:solidFill>
                <a:latin typeface="华文新魏" panose="02010800040101010101" pitchFamily="2" charset="-122"/>
                <a:ea typeface="华文新魏" panose="02010800040101010101" pitchFamily="2" charset="-122"/>
              </a:rPr>
              <a:t>保留被研究变量，消去其他变量</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其他变量取某些固定值，这些固定值是被研究变量产生竞争的条件</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119816" name="Text Box 10"/>
          <p:cNvSpPr txBox="1"/>
          <p:nvPr/>
        </p:nvSpPr>
        <p:spPr>
          <a:xfrm>
            <a:off x="811530" y="4058920"/>
            <a:ext cx="8077200" cy="336550"/>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⑶ </a:t>
            </a:r>
            <a:r>
              <a:rPr lang="zh-CN" altLang="en-US" sz="1800" b="1" dirty="0">
                <a:solidFill>
                  <a:schemeClr val="tx1"/>
                </a:solidFill>
                <a:latin typeface="华文新魏" panose="02010800040101010101" pitchFamily="2" charset="-122"/>
                <a:ea typeface="华文新魏" panose="02010800040101010101" pitchFamily="2" charset="-122"/>
              </a:rPr>
              <a:t>若得到的表达式为下列形式之一，则有险象存在：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9814"/>
                                        </p:tgtEl>
                                        <p:attrNameLst>
                                          <p:attrName>style.visibility</p:attrName>
                                        </p:attrNameLst>
                                      </p:cBhvr>
                                      <p:to>
                                        <p:strVal val="visible"/>
                                      </p:to>
                                    </p:set>
                                    <p:anim calcmode="lin" valueType="num">
                                      <p:cBhvr additive="base">
                                        <p:cTn id="7" dur="500" fill="hold"/>
                                        <p:tgtEl>
                                          <p:spTgt spid="119814"/>
                                        </p:tgtEl>
                                        <p:attrNameLst>
                                          <p:attrName>ppt_x</p:attrName>
                                        </p:attrNameLst>
                                      </p:cBhvr>
                                      <p:tavLst>
                                        <p:tav tm="0">
                                          <p:val>
                                            <p:strVal val="#ppt_x"/>
                                          </p:val>
                                        </p:tav>
                                        <p:tav tm="100000">
                                          <p:val>
                                            <p:strVal val="#ppt_x"/>
                                          </p:val>
                                        </p:tav>
                                      </p:tavLst>
                                    </p:anim>
                                    <p:anim calcmode="lin" valueType="num">
                                      <p:cBhvr additive="base">
                                        <p:cTn id="8" dur="500" fill="hold"/>
                                        <p:tgtEl>
                                          <p:spTgt spid="1198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9815"/>
                                        </p:tgtEl>
                                        <p:attrNameLst>
                                          <p:attrName>style.visibility</p:attrName>
                                        </p:attrNameLst>
                                      </p:cBhvr>
                                      <p:to>
                                        <p:strVal val="visible"/>
                                      </p:to>
                                    </p:set>
                                    <p:anim calcmode="lin" valueType="num">
                                      <p:cBhvr additive="base">
                                        <p:cTn id="13" dur="500" fill="hold"/>
                                        <p:tgtEl>
                                          <p:spTgt spid="119815"/>
                                        </p:tgtEl>
                                        <p:attrNameLst>
                                          <p:attrName>ppt_x</p:attrName>
                                        </p:attrNameLst>
                                      </p:cBhvr>
                                      <p:tavLst>
                                        <p:tav tm="0">
                                          <p:val>
                                            <p:strVal val="#ppt_x"/>
                                          </p:val>
                                        </p:tav>
                                        <p:tav tm="100000">
                                          <p:val>
                                            <p:strVal val="#ppt_x"/>
                                          </p:val>
                                        </p:tav>
                                      </p:tavLst>
                                    </p:anim>
                                    <p:anim calcmode="lin" valueType="num">
                                      <p:cBhvr additive="base">
                                        <p:cTn id="14" dur="500" fill="hold"/>
                                        <p:tgtEl>
                                          <p:spTgt spid="1198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9816"/>
                                        </p:tgtEl>
                                        <p:attrNameLst>
                                          <p:attrName>style.visibility</p:attrName>
                                        </p:attrNameLst>
                                      </p:cBhvr>
                                      <p:to>
                                        <p:strVal val="visible"/>
                                      </p:to>
                                    </p:set>
                                    <p:anim calcmode="lin" valueType="num">
                                      <p:cBhvr additive="base">
                                        <p:cTn id="19" dur="500" fill="hold"/>
                                        <p:tgtEl>
                                          <p:spTgt spid="119816"/>
                                        </p:tgtEl>
                                        <p:attrNameLst>
                                          <p:attrName>ppt_x</p:attrName>
                                        </p:attrNameLst>
                                      </p:cBhvr>
                                      <p:tavLst>
                                        <p:tav tm="0">
                                          <p:val>
                                            <p:strVal val="#ppt_x"/>
                                          </p:val>
                                        </p:tav>
                                        <p:tav tm="100000">
                                          <p:val>
                                            <p:strVal val="#ppt_x"/>
                                          </p:val>
                                        </p:tav>
                                      </p:tavLst>
                                    </p:anim>
                                    <p:anim calcmode="lin" valueType="num">
                                      <p:cBhvr additive="base">
                                        <p:cTn id="20" dur="500" fill="hold"/>
                                        <p:tgtEl>
                                          <p:spTgt spid="1198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4" grpId="0"/>
      <p:bldP spid="119815" grpId="0"/>
      <p:bldP spid="1198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日期占位符 3"/>
          <p:cNvSpPr txBox="1">
            <a:spLocks noGrp="1"/>
          </p:cNvSpPr>
          <p:nvPr/>
        </p:nvSpPr>
        <p:spPr>
          <a:xfrm>
            <a:off x="0" y="-17462"/>
            <a:ext cx="900113" cy="158750"/>
          </a:xfrm>
          <a:prstGeom prst="rect">
            <a:avLst/>
          </a:prstGeom>
          <a:solidFill>
            <a:srgbClr val="00CCFF"/>
          </a:solidFill>
          <a:ln w="9525">
            <a:noFill/>
          </a:ln>
        </p:spPr>
        <p:txBody>
          <a:bodyPr tIns="10800"/>
          <a:p>
            <a:pPr eaLnBrk="1" hangingPunct="1">
              <a:lnSpc>
                <a:spcPct val="90000"/>
              </a:lnSpc>
              <a:buFont typeface="Arial" panose="020B0604020202020204" pitchFamily="34" charset="0"/>
            </a:pPr>
            <a:fld id="{BB962C8B-B14F-4D97-AF65-F5344CB8AC3E}" type="datetime11">
              <a:rPr lang="zh-CN" altLang="en-US" sz="900" b="1" dirty="0">
                <a:solidFill>
                  <a:schemeClr val="tx1"/>
                </a:solidFill>
                <a:latin typeface="Calibri" panose="020F0502020204030204" pitchFamily="34" charset="0"/>
              </a:rPr>
            </a:fld>
            <a:endParaRPr lang="zh-CN" altLang="en-US" sz="900" b="1" dirty="0">
              <a:solidFill>
                <a:schemeClr val="tx1"/>
              </a:solidFill>
              <a:latin typeface="Calibri" panose="020F0502020204030204" pitchFamily="34" charset="0"/>
            </a:endParaRPr>
          </a:p>
        </p:txBody>
      </p:sp>
      <p:sp>
        <p:nvSpPr>
          <p:cNvPr id="35843" name="灯片编号占位符 5"/>
          <p:cNvSpPr txBox="1">
            <a:spLocks noGrp="1"/>
          </p:cNvSpPr>
          <p:nvPr/>
        </p:nvSpPr>
        <p:spPr>
          <a:xfrm>
            <a:off x="8748713" y="5056188"/>
            <a:ext cx="431800" cy="142875"/>
          </a:xfrm>
          <a:prstGeom prst="rect">
            <a:avLst/>
          </a:prstGeom>
          <a:solidFill>
            <a:srgbClr val="00CCFF"/>
          </a:solidFill>
          <a:ln w="9525">
            <a:noFill/>
          </a:ln>
        </p:spPr>
        <p:txBody>
          <a:bodyPr lIns="18000" tIns="0"/>
          <a:p>
            <a:pPr algn="r" eaLnBrk="1" hangingPunct="1">
              <a:lnSpc>
                <a:spcPct val="90000"/>
              </a:lnSpc>
              <a:buFont typeface="Arial" panose="020B0604020202020204" pitchFamily="34" charset="0"/>
            </a:pPr>
            <a:fld id="{9A0DB2DC-4C9A-4742-B13C-FB6460FD3503}" type="slidenum">
              <a:rPr lang="en-US" altLang="zh-CN" sz="900" b="1" dirty="0">
                <a:solidFill>
                  <a:schemeClr val="tx1"/>
                </a:solidFill>
                <a:latin typeface="Calibri" panose="020F0502020204030204" pitchFamily="34" charset="0"/>
              </a:rPr>
            </a:fld>
            <a:endParaRPr lang="en-US" altLang="zh-CN" sz="900" b="1" dirty="0">
              <a:solidFill>
                <a:schemeClr val="tx1"/>
              </a:solidFill>
              <a:latin typeface="Calibri" panose="020F0502020204030204" pitchFamily="34" charset="0"/>
            </a:endParaRPr>
          </a:p>
        </p:txBody>
      </p:sp>
      <p:sp>
        <p:nvSpPr>
          <p:cNvPr id="35844" name="Rectangle 3"/>
          <p:cNvSpPr>
            <a:spLocks noGrp="1"/>
          </p:cNvSpPr>
          <p:nvPr>
            <p:ph type="title"/>
          </p:nvPr>
        </p:nvSpPr>
        <p:spPr>
          <a:xfrm>
            <a:off x="685800" y="484188"/>
            <a:ext cx="7772400" cy="457200"/>
          </a:xfrm>
          <a:solidFill>
            <a:srgbClr val="FFFFFF"/>
          </a:solidFill>
          <a:ln>
            <a:solidFill>
              <a:srgbClr val="000000"/>
            </a:solidFill>
          </a:ln>
        </p:spPr>
        <p:txBody>
          <a:bodyPr anchor="ctr"/>
          <a:p>
            <a:pPr eaLnBrk="1" hangingPunct="1"/>
            <a:r>
              <a:rPr lang="zh-CN" altLang="en-US" sz="2200" b="1" dirty="0">
                <a:solidFill>
                  <a:srgbClr val="FF0000"/>
                </a:solidFill>
                <a:ea typeface="华文新魏" panose="02010800040101010101" pitchFamily="2" charset="-122"/>
              </a:rPr>
              <a:t>有险象存在的表达式形式</a:t>
            </a:r>
            <a:endParaRPr lang="zh-CN" altLang="en-US" sz="2200" b="1" dirty="0">
              <a:solidFill>
                <a:srgbClr val="FF0000"/>
              </a:solidFill>
              <a:ea typeface="华文新魏" panose="02010800040101010101" pitchFamily="2" charset="-122"/>
            </a:endParaRPr>
          </a:p>
        </p:txBody>
      </p:sp>
      <p:pic>
        <p:nvPicPr>
          <p:cNvPr id="112666" name="Picture 26"/>
          <p:cNvPicPr>
            <a:picLocks noChangeAspect="1"/>
          </p:cNvPicPr>
          <p:nvPr/>
        </p:nvPicPr>
        <p:blipFill>
          <a:blip r:embed="rId1"/>
          <a:stretch>
            <a:fillRect/>
          </a:stretch>
        </p:blipFill>
        <p:spPr>
          <a:xfrm>
            <a:off x="958850" y="967105"/>
            <a:ext cx="6581775" cy="658813"/>
          </a:xfrm>
          <a:prstGeom prst="rect">
            <a:avLst/>
          </a:prstGeom>
          <a:noFill/>
          <a:ln w="9525">
            <a:noFill/>
          </a:ln>
        </p:spPr>
      </p:pic>
      <p:pic>
        <p:nvPicPr>
          <p:cNvPr id="112667" name="Picture 27"/>
          <p:cNvPicPr>
            <a:picLocks noChangeAspect="1"/>
          </p:cNvPicPr>
          <p:nvPr/>
        </p:nvPicPr>
        <p:blipFill>
          <a:blip r:embed="rId2"/>
          <a:stretch>
            <a:fillRect/>
          </a:stretch>
        </p:blipFill>
        <p:spPr>
          <a:xfrm>
            <a:off x="1333500" y="1779588"/>
            <a:ext cx="6477000" cy="1584325"/>
          </a:xfrm>
          <a:prstGeom prst="rect">
            <a:avLst/>
          </a:prstGeom>
          <a:noFill/>
          <a:ln w="9525">
            <a:noFill/>
          </a:ln>
        </p:spPr>
      </p:pic>
      <p:pic>
        <p:nvPicPr>
          <p:cNvPr id="112668" name="Picture 28"/>
          <p:cNvPicPr>
            <a:picLocks noChangeAspect="1"/>
          </p:cNvPicPr>
          <p:nvPr/>
        </p:nvPicPr>
        <p:blipFill>
          <a:blip r:embed="rId3"/>
          <a:stretch>
            <a:fillRect/>
          </a:stretch>
        </p:blipFill>
        <p:spPr>
          <a:xfrm>
            <a:off x="635000" y="3463925"/>
            <a:ext cx="7753350" cy="774700"/>
          </a:xfrm>
          <a:prstGeom prst="rect">
            <a:avLst/>
          </a:prstGeom>
          <a:noFill/>
          <a:ln w="9525">
            <a:noFill/>
          </a:ln>
        </p:spPr>
      </p:pic>
      <p:pic>
        <p:nvPicPr>
          <p:cNvPr id="112669" name="Picture 29"/>
          <p:cNvPicPr>
            <a:picLocks noChangeAspect="1"/>
          </p:cNvPicPr>
          <p:nvPr/>
        </p:nvPicPr>
        <p:blipFill>
          <a:blip r:embed="rId4"/>
          <a:stretch>
            <a:fillRect/>
          </a:stretch>
        </p:blipFill>
        <p:spPr>
          <a:xfrm>
            <a:off x="539750" y="4371975"/>
            <a:ext cx="7781925" cy="66675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666"/>
                                        </p:tgtEl>
                                        <p:attrNameLst>
                                          <p:attrName>style.visibility</p:attrName>
                                        </p:attrNameLst>
                                      </p:cBhvr>
                                      <p:to>
                                        <p:strVal val="visible"/>
                                      </p:to>
                                    </p:set>
                                    <p:anim calcmode="lin" valueType="num">
                                      <p:cBhvr additive="base">
                                        <p:cTn id="7" dur="500" fill="hold"/>
                                        <p:tgtEl>
                                          <p:spTgt spid="112666"/>
                                        </p:tgtEl>
                                        <p:attrNameLst>
                                          <p:attrName>ppt_x</p:attrName>
                                        </p:attrNameLst>
                                      </p:cBhvr>
                                      <p:tavLst>
                                        <p:tav tm="0">
                                          <p:val>
                                            <p:strVal val="#ppt_x"/>
                                          </p:val>
                                        </p:tav>
                                        <p:tav tm="100000">
                                          <p:val>
                                            <p:strVal val="#ppt_x"/>
                                          </p:val>
                                        </p:tav>
                                      </p:tavLst>
                                    </p:anim>
                                    <p:anim calcmode="lin" valueType="num">
                                      <p:cBhvr additive="base">
                                        <p:cTn id="8" dur="500" fill="hold"/>
                                        <p:tgtEl>
                                          <p:spTgt spid="1126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nodeType="clickEffect">
                                  <p:stCondLst>
                                    <p:cond delay="0"/>
                                  </p:stCondLst>
                                  <p:childTnLst>
                                    <p:set>
                                      <p:cBhvr>
                                        <p:cTn id="12" dur="1" fill="hold">
                                          <p:stCondLst>
                                            <p:cond delay="0"/>
                                          </p:stCondLst>
                                        </p:cTn>
                                        <p:tgtEl>
                                          <p:spTgt spid="112667"/>
                                        </p:tgtEl>
                                        <p:attrNameLst>
                                          <p:attrName>style.visibility</p:attrName>
                                        </p:attrNameLst>
                                      </p:cBhvr>
                                      <p:to>
                                        <p:strVal val="visible"/>
                                      </p:to>
                                    </p:set>
                                    <p:animEffect transition="in" filter="diamond(in)">
                                      <p:cBhvr>
                                        <p:cTn id="13" dur="2000"/>
                                        <p:tgtEl>
                                          <p:spTgt spid="112667"/>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112668"/>
                                        </p:tgtEl>
                                        <p:attrNameLst>
                                          <p:attrName>style.visibility</p:attrName>
                                        </p:attrNameLst>
                                      </p:cBhvr>
                                      <p:to>
                                        <p:strVal val="visible"/>
                                      </p:to>
                                    </p:set>
                                    <p:animEffect transition="in" filter="checkerboard(across)">
                                      <p:cBhvr>
                                        <p:cTn id="18" dur="500"/>
                                        <p:tgtEl>
                                          <p:spTgt spid="112668"/>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112669"/>
                                        </p:tgtEl>
                                        <p:attrNameLst>
                                          <p:attrName>style.visibility</p:attrName>
                                        </p:attrNameLst>
                                      </p:cBhvr>
                                      <p:to>
                                        <p:strVal val="visible"/>
                                      </p:to>
                                    </p:set>
                                    <p:animEffect transition="in" filter="box(in)">
                                      <p:cBhvr>
                                        <p:cTn id="23" dur="500"/>
                                        <p:tgtEl>
                                          <p:spTgt spid="112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日期占位符 3"/>
          <p:cNvSpPr txBox="1">
            <a:spLocks noGrp="1"/>
          </p:cNvSpPr>
          <p:nvPr/>
        </p:nvSpPr>
        <p:spPr>
          <a:xfrm>
            <a:off x="0" y="-17462"/>
            <a:ext cx="900113" cy="158750"/>
          </a:xfrm>
          <a:prstGeom prst="rect">
            <a:avLst/>
          </a:prstGeom>
          <a:solidFill>
            <a:srgbClr val="00CCFF"/>
          </a:solidFill>
          <a:ln w="9525">
            <a:noFill/>
          </a:ln>
        </p:spPr>
        <p:txBody>
          <a:bodyPr tIns="10800"/>
          <a:p>
            <a:pPr eaLnBrk="1" hangingPunct="1">
              <a:lnSpc>
                <a:spcPct val="90000"/>
              </a:lnSpc>
              <a:buFont typeface="Arial" panose="020B0604020202020204" pitchFamily="34" charset="0"/>
            </a:pPr>
            <a:fld id="{BB962C8B-B14F-4D97-AF65-F5344CB8AC3E}" type="datetime11">
              <a:rPr lang="zh-CN" altLang="en-US" sz="900" b="1" dirty="0">
                <a:solidFill>
                  <a:schemeClr val="tx1"/>
                </a:solidFill>
                <a:latin typeface="Calibri" panose="020F0502020204030204" pitchFamily="34" charset="0"/>
              </a:rPr>
            </a:fld>
            <a:endParaRPr lang="zh-CN" altLang="en-US" sz="900" b="1" dirty="0">
              <a:solidFill>
                <a:schemeClr val="tx1"/>
              </a:solidFill>
              <a:latin typeface="Calibri" panose="020F0502020204030204" pitchFamily="34" charset="0"/>
            </a:endParaRPr>
          </a:p>
        </p:txBody>
      </p:sp>
      <p:sp>
        <p:nvSpPr>
          <p:cNvPr id="36867" name="灯片编号占位符 5"/>
          <p:cNvSpPr txBox="1">
            <a:spLocks noGrp="1"/>
          </p:cNvSpPr>
          <p:nvPr/>
        </p:nvSpPr>
        <p:spPr>
          <a:xfrm>
            <a:off x="8748713" y="5056188"/>
            <a:ext cx="431800" cy="142875"/>
          </a:xfrm>
          <a:prstGeom prst="rect">
            <a:avLst/>
          </a:prstGeom>
          <a:solidFill>
            <a:srgbClr val="00CCFF"/>
          </a:solidFill>
          <a:ln w="9525">
            <a:noFill/>
          </a:ln>
        </p:spPr>
        <p:txBody>
          <a:bodyPr lIns="18000" tIns="0"/>
          <a:p>
            <a:pPr algn="r" eaLnBrk="1" hangingPunct="1">
              <a:lnSpc>
                <a:spcPct val="90000"/>
              </a:lnSpc>
              <a:buFont typeface="Arial" panose="020B0604020202020204" pitchFamily="34" charset="0"/>
            </a:pPr>
            <a:fld id="{9A0DB2DC-4C9A-4742-B13C-FB6460FD3503}" type="slidenum">
              <a:rPr lang="en-US" altLang="zh-CN" sz="900" b="1" dirty="0">
                <a:solidFill>
                  <a:schemeClr val="tx1"/>
                </a:solidFill>
                <a:latin typeface="Calibri" panose="020F0502020204030204" pitchFamily="34" charset="0"/>
              </a:rPr>
            </a:fld>
            <a:endParaRPr lang="en-US" altLang="zh-CN" sz="900" b="1" dirty="0">
              <a:solidFill>
                <a:schemeClr val="tx1"/>
              </a:solidFill>
              <a:latin typeface="Calibri" panose="020F0502020204030204" pitchFamily="34" charset="0"/>
            </a:endParaRPr>
          </a:p>
        </p:txBody>
      </p:sp>
      <p:sp>
        <p:nvSpPr>
          <p:cNvPr id="36868" name="Rectangle 3"/>
          <p:cNvSpPr>
            <a:spLocks noGrp="1"/>
          </p:cNvSpPr>
          <p:nvPr>
            <p:ph type="title"/>
          </p:nvPr>
        </p:nvSpPr>
        <p:spPr>
          <a:xfrm>
            <a:off x="685800" y="328613"/>
            <a:ext cx="7772400" cy="514350"/>
          </a:xfrm>
          <a:solidFill>
            <a:srgbClr val="FFFFFF"/>
          </a:solidFill>
          <a:ln>
            <a:solidFill>
              <a:srgbClr val="000000"/>
            </a:solidFill>
          </a:ln>
        </p:spPr>
        <p:txBody>
          <a:bodyPr anchor="ctr"/>
          <a:p>
            <a:pPr eaLnBrk="1" hangingPunct="1"/>
            <a:r>
              <a:rPr lang="zh-CN" altLang="en-US" sz="2000" b="1" dirty="0">
                <a:solidFill>
                  <a:srgbClr val="FF0000"/>
                </a:solidFill>
                <a:ea typeface="华文新魏" panose="02010800040101010101" pitchFamily="2" charset="-122"/>
              </a:rPr>
              <a:t>有险象存在的表达式形式</a:t>
            </a:r>
            <a:r>
              <a:rPr lang="en-US" altLang="zh-CN" sz="2000" b="1" dirty="0">
                <a:solidFill>
                  <a:srgbClr val="FF0000"/>
                </a:solidFill>
                <a:ea typeface="华文新魏" panose="02010800040101010101" pitchFamily="2" charset="-122"/>
              </a:rPr>
              <a:t>(</a:t>
            </a:r>
            <a:r>
              <a:rPr lang="zh-CN" altLang="en-US" sz="2000" b="1" dirty="0">
                <a:solidFill>
                  <a:srgbClr val="FF0000"/>
                </a:solidFill>
                <a:ea typeface="华文新魏" panose="02010800040101010101" pitchFamily="2" charset="-122"/>
              </a:rPr>
              <a:t>续</a:t>
            </a:r>
            <a:r>
              <a:rPr lang="en-US" altLang="zh-CN" sz="2000" b="1" dirty="0">
                <a:solidFill>
                  <a:srgbClr val="FF0000"/>
                </a:solidFill>
                <a:ea typeface="华文新魏" panose="02010800040101010101" pitchFamily="2" charset="-122"/>
              </a:rPr>
              <a:t>)</a:t>
            </a:r>
            <a:endParaRPr lang="en-US" altLang="zh-CN" sz="2000" b="1" dirty="0">
              <a:solidFill>
                <a:srgbClr val="FF0000"/>
              </a:solidFill>
              <a:ea typeface="华文新魏" panose="02010800040101010101" pitchFamily="2" charset="-122"/>
            </a:endParaRPr>
          </a:p>
        </p:txBody>
      </p:sp>
      <p:pic>
        <p:nvPicPr>
          <p:cNvPr id="113686" name="Picture 22"/>
          <p:cNvPicPr>
            <a:picLocks noChangeAspect="1"/>
          </p:cNvPicPr>
          <p:nvPr/>
        </p:nvPicPr>
        <p:blipFill>
          <a:blip r:embed="rId1"/>
          <a:stretch>
            <a:fillRect/>
          </a:stretch>
        </p:blipFill>
        <p:spPr>
          <a:xfrm>
            <a:off x="1259205" y="861695"/>
            <a:ext cx="6245860" cy="342265"/>
          </a:xfrm>
          <a:prstGeom prst="rect">
            <a:avLst/>
          </a:prstGeom>
          <a:noFill/>
          <a:ln w="9525">
            <a:noFill/>
          </a:ln>
        </p:spPr>
      </p:pic>
      <p:pic>
        <p:nvPicPr>
          <p:cNvPr id="113687" name="Picture 23"/>
          <p:cNvPicPr>
            <a:picLocks noChangeAspect="1"/>
          </p:cNvPicPr>
          <p:nvPr/>
        </p:nvPicPr>
        <p:blipFill>
          <a:blip r:embed="rId2"/>
          <a:stretch>
            <a:fillRect/>
          </a:stretch>
        </p:blipFill>
        <p:spPr>
          <a:xfrm>
            <a:off x="1188085" y="1286510"/>
            <a:ext cx="6626860" cy="564515"/>
          </a:xfrm>
          <a:prstGeom prst="rect">
            <a:avLst/>
          </a:prstGeom>
          <a:noFill/>
          <a:ln w="9525">
            <a:noFill/>
          </a:ln>
        </p:spPr>
      </p:pic>
      <p:pic>
        <p:nvPicPr>
          <p:cNvPr id="113688" name="Picture 24"/>
          <p:cNvPicPr>
            <a:picLocks noChangeAspect="1"/>
          </p:cNvPicPr>
          <p:nvPr/>
        </p:nvPicPr>
        <p:blipFill>
          <a:blip r:embed="rId3"/>
          <a:stretch>
            <a:fillRect/>
          </a:stretch>
        </p:blipFill>
        <p:spPr>
          <a:xfrm>
            <a:off x="1259205" y="1955800"/>
            <a:ext cx="6697345" cy="615950"/>
          </a:xfrm>
          <a:prstGeom prst="rect">
            <a:avLst/>
          </a:prstGeom>
          <a:noFill/>
          <a:ln w="9525">
            <a:noFill/>
          </a:ln>
        </p:spPr>
      </p:pic>
      <p:pic>
        <p:nvPicPr>
          <p:cNvPr id="113689" name="Picture 25"/>
          <p:cNvPicPr>
            <a:picLocks noChangeAspect="1"/>
          </p:cNvPicPr>
          <p:nvPr/>
        </p:nvPicPr>
        <p:blipFill>
          <a:blip r:embed="rId4"/>
          <a:stretch>
            <a:fillRect/>
          </a:stretch>
        </p:blipFill>
        <p:spPr>
          <a:xfrm>
            <a:off x="1187450" y="2733675"/>
            <a:ext cx="6409055" cy="630555"/>
          </a:xfrm>
          <a:prstGeom prst="rect">
            <a:avLst/>
          </a:prstGeom>
          <a:noFill/>
          <a:ln w="9525">
            <a:noFill/>
          </a:ln>
        </p:spPr>
      </p:pic>
      <p:pic>
        <p:nvPicPr>
          <p:cNvPr id="113692" name="Picture 28"/>
          <p:cNvPicPr>
            <a:picLocks noChangeAspect="1"/>
          </p:cNvPicPr>
          <p:nvPr/>
        </p:nvPicPr>
        <p:blipFill>
          <a:blip r:embed="rId5"/>
          <a:stretch>
            <a:fillRect/>
          </a:stretch>
        </p:blipFill>
        <p:spPr>
          <a:xfrm>
            <a:off x="1187450" y="3444875"/>
            <a:ext cx="4714875" cy="422275"/>
          </a:xfrm>
          <a:prstGeom prst="rect">
            <a:avLst/>
          </a:prstGeom>
          <a:noFill/>
          <a:ln w="9525">
            <a:noFill/>
          </a:ln>
        </p:spPr>
      </p:pic>
      <p:pic>
        <p:nvPicPr>
          <p:cNvPr id="113693" name="Picture 29"/>
          <p:cNvPicPr>
            <a:picLocks noChangeAspect="1"/>
          </p:cNvPicPr>
          <p:nvPr/>
        </p:nvPicPr>
        <p:blipFill>
          <a:blip r:embed="rId6"/>
          <a:stretch>
            <a:fillRect/>
          </a:stretch>
        </p:blipFill>
        <p:spPr>
          <a:xfrm>
            <a:off x="468313" y="4064000"/>
            <a:ext cx="8296275" cy="1100138"/>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3686"/>
                                        </p:tgtEl>
                                        <p:attrNameLst>
                                          <p:attrName>style.visibility</p:attrName>
                                        </p:attrNameLst>
                                      </p:cBhvr>
                                      <p:to>
                                        <p:strVal val="visible"/>
                                      </p:to>
                                    </p:set>
                                    <p:anim calcmode="lin" valueType="num">
                                      <p:cBhvr additive="base">
                                        <p:cTn id="7" dur="500" fill="hold"/>
                                        <p:tgtEl>
                                          <p:spTgt spid="113686"/>
                                        </p:tgtEl>
                                        <p:attrNameLst>
                                          <p:attrName>ppt_x</p:attrName>
                                        </p:attrNameLst>
                                      </p:cBhvr>
                                      <p:tavLst>
                                        <p:tav tm="0">
                                          <p:val>
                                            <p:strVal val="#ppt_x"/>
                                          </p:val>
                                        </p:tav>
                                        <p:tav tm="100000">
                                          <p:val>
                                            <p:strVal val="#ppt_x"/>
                                          </p:val>
                                        </p:tav>
                                      </p:tavLst>
                                    </p:anim>
                                    <p:anim calcmode="lin" valueType="num">
                                      <p:cBhvr additive="base">
                                        <p:cTn id="8" dur="500" fill="hold"/>
                                        <p:tgtEl>
                                          <p:spTgt spid="11368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3687"/>
                                        </p:tgtEl>
                                        <p:attrNameLst>
                                          <p:attrName>style.visibility</p:attrName>
                                        </p:attrNameLst>
                                      </p:cBhvr>
                                      <p:to>
                                        <p:strVal val="visible"/>
                                      </p:to>
                                    </p:set>
                                    <p:anim calcmode="lin" valueType="num">
                                      <p:cBhvr additive="base">
                                        <p:cTn id="13" dur="500" fill="hold"/>
                                        <p:tgtEl>
                                          <p:spTgt spid="113687"/>
                                        </p:tgtEl>
                                        <p:attrNameLst>
                                          <p:attrName>ppt_x</p:attrName>
                                        </p:attrNameLst>
                                      </p:cBhvr>
                                      <p:tavLst>
                                        <p:tav tm="0">
                                          <p:val>
                                            <p:strVal val="#ppt_x"/>
                                          </p:val>
                                        </p:tav>
                                        <p:tav tm="100000">
                                          <p:val>
                                            <p:strVal val="#ppt_x"/>
                                          </p:val>
                                        </p:tav>
                                      </p:tavLst>
                                    </p:anim>
                                    <p:anim calcmode="lin" valueType="num">
                                      <p:cBhvr additive="base">
                                        <p:cTn id="14" dur="500" fill="hold"/>
                                        <p:tgtEl>
                                          <p:spTgt spid="11368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8" presetClass="entr" presetSubtype="16" fill="hold" nodeType="clickEffect">
                                  <p:stCondLst>
                                    <p:cond delay="0"/>
                                  </p:stCondLst>
                                  <p:childTnLst>
                                    <p:set>
                                      <p:cBhvr>
                                        <p:cTn id="18" dur="1" fill="hold">
                                          <p:stCondLst>
                                            <p:cond delay="0"/>
                                          </p:stCondLst>
                                        </p:cTn>
                                        <p:tgtEl>
                                          <p:spTgt spid="113688"/>
                                        </p:tgtEl>
                                        <p:attrNameLst>
                                          <p:attrName>style.visibility</p:attrName>
                                        </p:attrNameLst>
                                      </p:cBhvr>
                                      <p:to>
                                        <p:strVal val="visible"/>
                                      </p:to>
                                    </p:set>
                                    <p:animEffect transition="in" filter="diamond(in)">
                                      <p:cBhvr>
                                        <p:cTn id="19" dur="1000"/>
                                        <p:tgtEl>
                                          <p:spTgt spid="113688"/>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113689"/>
                                        </p:tgtEl>
                                        <p:attrNameLst>
                                          <p:attrName>style.visibility</p:attrName>
                                        </p:attrNameLst>
                                      </p:cBhvr>
                                      <p:to>
                                        <p:strVal val="visible"/>
                                      </p:to>
                                    </p:set>
                                    <p:animEffect transition="in" filter="checkerboard(across)">
                                      <p:cBhvr>
                                        <p:cTn id="24" dur="500"/>
                                        <p:tgtEl>
                                          <p:spTgt spid="113689"/>
                                        </p:tgtEl>
                                      </p:cBhvr>
                                    </p:animEffect>
                                  </p:childTnLst>
                                </p:cTn>
                              </p:par>
                              <p:par>
                                <p:cTn id="25" presetID="55" presetClass="entr" presetSubtype="0" fill="hold" nodeType="withEffect">
                                  <p:stCondLst>
                                    <p:cond delay="0"/>
                                  </p:stCondLst>
                                  <p:childTnLst>
                                    <p:set>
                                      <p:cBhvr>
                                        <p:cTn id="26" dur="1" fill="hold">
                                          <p:stCondLst>
                                            <p:cond delay="0"/>
                                          </p:stCondLst>
                                        </p:cTn>
                                        <p:tgtEl>
                                          <p:spTgt spid="113692"/>
                                        </p:tgtEl>
                                        <p:attrNameLst>
                                          <p:attrName>style.visibility</p:attrName>
                                        </p:attrNameLst>
                                      </p:cBhvr>
                                      <p:to>
                                        <p:strVal val="visible"/>
                                      </p:to>
                                    </p:set>
                                    <p:anim calcmode="lin" valueType="num">
                                      <p:cBhvr>
                                        <p:cTn id="27" dur="1000" fill="hold"/>
                                        <p:tgtEl>
                                          <p:spTgt spid="113692"/>
                                        </p:tgtEl>
                                        <p:attrNameLst>
                                          <p:attrName>ppt_w</p:attrName>
                                        </p:attrNameLst>
                                      </p:cBhvr>
                                      <p:tavLst>
                                        <p:tav tm="0">
                                          <p:val>
                                            <p:strVal val="#ppt_w*0.70"/>
                                          </p:val>
                                        </p:tav>
                                        <p:tav tm="100000">
                                          <p:val>
                                            <p:strVal val="#ppt_w"/>
                                          </p:val>
                                        </p:tav>
                                      </p:tavLst>
                                    </p:anim>
                                    <p:anim calcmode="lin" valueType="num">
                                      <p:cBhvr>
                                        <p:cTn id="28" dur="1000" fill="hold"/>
                                        <p:tgtEl>
                                          <p:spTgt spid="113692"/>
                                        </p:tgtEl>
                                        <p:attrNameLst>
                                          <p:attrName>ppt_h</p:attrName>
                                        </p:attrNameLst>
                                      </p:cBhvr>
                                      <p:tavLst>
                                        <p:tav tm="0">
                                          <p:val>
                                            <p:strVal val="#ppt_h"/>
                                          </p:val>
                                        </p:tav>
                                        <p:tav tm="100000">
                                          <p:val>
                                            <p:strVal val="#ppt_h"/>
                                          </p:val>
                                        </p:tav>
                                      </p:tavLst>
                                    </p:anim>
                                    <p:animEffect transition="in" filter="fade">
                                      <p:cBhvr>
                                        <p:cTn id="29" dur="1000"/>
                                        <p:tgtEl>
                                          <p:spTgt spid="113692"/>
                                        </p:tgtEl>
                                      </p:cBhvr>
                                    </p:animEffect>
                                  </p:childTnLst>
                                </p:cTn>
                              </p:par>
                              <p:par>
                                <p:cTn id="30" presetID="55" presetClass="entr" presetSubtype="0" fill="hold" nodeType="withEffect">
                                  <p:stCondLst>
                                    <p:cond delay="0"/>
                                  </p:stCondLst>
                                  <p:childTnLst>
                                    <p:set>
                                      <p:cBhvr>
                                        <p:cTn id="31" dur="1" fill="hold">
                                          <p:stCondLst>
                                            <p:cond delay="0"/>
                                          </p:stCondLst>
                                        </p:cTn>
                                        <p:tgtEl>
                                          <p:spTgt spid="113693"/>
                                        </p:tgtEl>
                                        <p:attrNameLst>
                                          <p:attrName>style.visibility</p:attrName>
                                        </p:attrNameLst>
                                      </p:cBhvr>
                                      <p:to>
                                        <p:strVal val="visible"/>
                                      </p:to>
                                    </p:set>
                                    <p:anim calcmode="lin" valueType="num">
                                      <p:cBhvr>
                                        <p:cTn id="32" dur="1000" fill="hold"/>
                                        <p:tgtEl>
                                          <p:spTgt spid="113693"/>
                                        </p:tgtEl>
                                        <p:attrNameLst>
                                          <p:attrName>ppt_w</p:attrName>
                                        </p:attrNameLst>
                                      </p:cBhvr>
                                      <p:tavLst>
                                        <p:tav tm="0">
                                          <p:val>
                                            <p:strVal val="#ppt_w*0.70"/>
                                          </p:val>
                                        </p:tav>
                                        <p:tav tm="100000">
                                          <p:val>
                                            <p:strVal val="#ppt_w"/>
                                          </p:val>
                                        </p:tav>
                                      </p:tavLst>
                                    </p:anim>
                                    <p:anim calcmode="lin" valueType="num">
                                      <p:cBhvr>
                                        <p:cTn id="33" dur="1000" fill="hold"/>
                                        <p:tgtEl>
                                          <p:spTgt spid="113693"/>
                                        </p:tgtEl>
                                        <p:attrNameLst>
                                          <p:attrName>ppt_h</p:attrName>
                                        </p:attrNameLst>
                                      </p:cBhvr>
                                      <p:tavLst>
                                        <p:tav tm="0">
                                          <p:val>
                                            <p:strVal val="#ppt_h"/>
                                          </p:val>
                                        </p:tav>
                                        <p:tav tm="100000">
                                          <p:val>
                                            <p:strVal val="#ppt_h"/>
                                          </p:val>
                                        </p:tav>
                                      </p:tavLst>
                                    </p:anim>
                                    <p:animEffect transition="in" filter="fade">
                                      <p:cBhvr>
                                        <p:cTn id="34" dur="1000"/>
                                        <p:tgtEl>
                                          <p:spTgt spid="113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日期占位符 3"/>
          <p:cNvSpPr txBox="1">
            <a:spLocks noGrp="1"/>
          </p:cNvSpPr>
          <p:nvPr/>
        </p:nvSpPr>
        <p:spPr>
          <a:xfrm>
            <a:off x="0" y="-17462"/>
            <a:ext cx="900113" cy="158750"/>
          </a:xfrm>
          <a:prstGeom prst="rect">
            <a:avLst/>
          </a:prstGeom>
          <a:solidFill>
            <a:srgbClr val="00CCFF"/>
          </a:solidFill>
          <a:ln w="9525">
            <a:noFill/>
          </a:ln>
        </p:spPr>
        <p:txBody>
          <a:bodyPr tIns="10800"/>
          <a:p>
            <a:pPr eaLnBrk="1" hangingPunct="1">
              <a:lnSpc>
                <a:spcPct val="90000"/>
              </a:lnSpc>
              <a:buFont typeface="Arial" panose="020B0604020202020204" pitchFamily="34" charset="0"/>
            </a:pPr>
            <a:fld id="{BB962C8B-B14F-4D97-AF65-F5344CB8AC3E}" type="datetime11">
              <a:rPr lang="zh-CN" altLang="en-US" sz="900" b="1" dirty="0">
                <a:solidFill>
                  <a:schemeClr val="tx1"/>
                </a:solidFill>
                <a:latin typeface="Calibri" panose="020F0502020204030204" pitchFamily="34" charset="0"/>
              </a:rPr>
            </a:fld>
            <a:endParaRPr lang="zh-CN" altLang="en-US" sz="900" b="1" dirty="0">
              <a:solidFill>
                <a:schemeClr val="tx1"/>
              </a:solidFill>
              <a:latin typeface="Calibri" panose="020F0502020204030204" pitchFamily="34" charset="0"/>
            </a:endParaRPr>
          </a:p>
        </p:txBody>
      </p:sp>
      <p:sp>
        <p:nvSpPr>
          <p:cNvPr id="37891" name="灯片编号占位符 5"/>
          <p:cNvSpPr txBox="1">
            <a:spLocks noGrp="1"/>
          </p:cNvSpPr>
          <p:nvPr/>
        </p:nvSpPr>
        <p:spPr>
          <a:xfrm>
            <a:off x="8675688" y="5021263"/>
            <a:ext cx="431800" cy="142875"/>
          </a:xfrm>
          <a:prstGeom prst="rect">
            <a:avLst/>
          </a:prstGeom>
          <a:solidFill>
            <a:srgbClr val="00CCFF"/>
          </a:solidFill>
          <a:ln w="9525">
            <a:noFill/>
          </a:ln>
        </p:spPr>
        <p:txBody>
          <a:bodyPr lIns="18000" tIns="0"/>
          <a:p>
            <a:pPr algn="r" eaLnBrk="1" hangingPunct="1">
              <a:lnSpc>
                <a:spcPct val="90000"/>
              </a:lnSpc>
              <a:buFont typeface="Arial" panose="020B0604020202020204" pitchFamily="34" charset="0"/>
            </a:pPr>
            <a:fld id="{9A0DB2DC-4C9A-4742-B13C-FB6460FD3503}" type="slidenum">
              <a:rPr lang="en-US" altLang="zh-CN" sz="900" b="1" dirty="0">
                <a:solidFill>
                  <a:schemeClr val="tx1"/>
                </a:solidFill>
                <a:latin typeface="Calibri" panose="020F0502020204030204" pitchFamily="34" charset="0"/>
              </a:rPr>
            </a:fld>
            <a:endParaRPr lang="en-US" altLang="zh-CN" sz="900" b="1" dirty="0">
              <a:solidFill>
                <a:schemeClr val="tx1"/>
              </a:solidFill>
              <a:latin typeface="Calibri" panose="020F0502020204030204" pitchFamily="34" charset="0"/>
            </a:endParaRPr>
          </a:p>
        </p:txBody>
      </p:sp>
      <p:sp>
        <p:nvSpPr>
          <p:cNvPr id="37892" name="Rectangle 3"/>
          <p:cNvSpPr>
            <a:spLocks noGrp="1"/>
          </p:cNvSpPr>
          <p:nvPr>
            <p:ph type="title"/>
          </p:nvPr>
        </p:nvSpPr>
        <p:spPr>
          <a:xfrm>
            <a:off x="381000" y="490538"/>
            <a:ext cx="7772400" cy="857250"/>
          </a:xfrm>
          <a:solidFill>
            <a:srgbClr val="FFFFFF"/>
          </a:solidFill>
          <a:ln>
            <a:solidFill>
              <a:schemeClr val="bg1"/>
            </a:solidFill>
          </a:ln>
        </p:spPr>
        <p:txBody>
          <a:bodyPr anchor="ctr"/>
          <a:p>
            <a:pPr eaLnBrk="1" hangingPunct="1"/>
            <a:r>
              <a:rPr lang="en-US" altLang="zh-CN" sz="2100" b="1" dirty="0">
                <a:solidFill>
                  <a:srgbClr val="FF0000"/>
                </a:solidFill>
                <a:latin typeface="华文新魏" panose="02010800040101010101" pitchFamily="2" charset="-122"/>
                <a:ea typeface="华文新魏" panose="02010800040101010101" pitchFamily="2" charset="-122"/>
              </a:rPr>
              <a:t>3.4.4  </a:t>
            </a:r>
            <a:r>
              <a:rPr lang="zh-CN" altLang="en-US" sz="2100" b="1" dirty="0">
                <a:solidFill>
                  <a:srgbClr val="FF0000"/>
                </a:solidFill>
                <a:latin typeface="华文新魏" panose="02010800040101010101" pitchFamily="2" charset="-122"/>
                <a:ea typeface="华文新魏" panose="02010800040101010101" pitchFamily="2" charset="-122"/>
              </a:rPr>
              <a:t>险象的消除</a:t>
            </a:r>
            <a:br>
              <a:rPr lang="zh-CN" altLang="en-US" sz="2100" b="1" dirty="0">
                <a:solidFill>
                  <a:schemeClr val="accent2"/>
                </a:solidFill>
                <a:latin typeface="华文新魏" panose="02010800040101010101" pitchFamily="2" charset="-122"/>
                <a:ea typeface="华文新魏" panose="02010800040101010101" pitchFamily="2" charset="-122"/>
              </a:rPr>
            </a:br>
            <a:r>
              <a:rPr lang="zh-CN" altLang="en-US" sz="2100" b="1" dirty="0">
                <a:solidFill>
                  <a:schemeClr val="accent2"/>
                </a:solidFill>
              </a:rPr>
              <a:t>          </a:t>
            </a:r>
            <a:r>
              <a:rPr lang="en-US" altLang="zh-CN" sz="2100" b="1" i="1" dirty="0">
                <a:solidFill>
                  <a:schemeClr val="accent2"/>
                </a:solidFill>
              </a:rPr>
              <a:t>Designing Hazard-free circuit</a:t>
            </a:r>
            <a:endParaRPr lang="en-US" altLang="zh-CN" sz="2100" b="1" i="1" dirty="0">
              <a:solidFill>
                <a:schemeClr val="accent2"/>
              </a:solidFill>
            </a:endParaRPr>
          </a:p>
        </p:txBody>
      </p:sp>
      <p:sp>
        <p:nvSpPr>
          <p:cNvPr id="57349" name="Rectangle 4"/>
          <p:cNvSpPr>
            <a:spLocks noGrp="1"/>
          </p:cNvSpPr>
          <p:nvPr>
            <p:ph type="body"/>
          </p:nvPr>
        </p:nvSpPr>
        <p:spPr>
          <a:xfrm>
            <a:off x="452438" y="1304925"/>
            <a:ext cx="7935912" cy="1050925"/>
          </a:xfrm>
          <a:prstGeom prst="rect">
            <a:avLst/>
          </a:prstGeom>
          <a:solidFill>
            <a:srgbClr val="FFFFFF"/>
          </a:solidFill>
          <a:ln w="9525" cap="flat" cmpd="sng">
            <a:solidFill>
              <a:schemeClr val="bg1"/>
            </a:solidFill>
            <a:prstDash val="solid"/>
            <a:headEnd type="none" w="med" len="med"/>
            <a:tailEnd type="none" w="med" len="med"/>
          </a:ln>
        </p:spPr>
        <p:txBody>
          <a:bodyPr/>
          <a:p>
            <a:pPr eaLnBrk="1" latinLnBrk="0" hangingPunct="1">
              <a:lnSpc>
                <a:spcPct val="75000"/>
              </a:lnSpc>
              <a:spcBef>
                <a:spcPts val="0"/>
              </a:spcBef>
              <a:spcAft>
                <a:spcPts val="600"/>
              </a:spcAft>
              <a:buNone/>
            </a:pPr>
            <a:r>
              <a:rPr lang="en-US" altLang="zh-CN" sz="1800" dirty="0">
                <a:solidFill>
                  <a:schemeClr val="bg1"/>
                </a:solidFill>
              </a:rPr>
              <a:t>        </a:t>
            </a:r>
            <a:r>
              <a:rPr lang="zh-CN" altLang="en-US" sz="1800" b="1" dirty="0">
                <a:latin typeface="华文新魏" panose="02010800040101010101" pitchFamily="2" charset="-122"/>
                <a:ea typeface="华文新魏" panose="02010800040101010101" pitchFamily="2" charset="-122"/>
              </a:rPr>
              <a:t>消除险象的方法主要有</a:t>
            </a:r>
            <a:r>
              <a:rPr lang="zh-CN" altLang="en-US" sz="1800" dirty="0">
                <a:latin typeface="华文新魏" panose="02010800040101010101" pitchFamily="2" charset="-122"/>
                <a:ea typeface="华文新魏" panose="02010800040101010101" pitchFamily="2" charset="-122"/>
              </a:rPr>
              <a:t>：</a:t>
            </a:r>
            <a:endParaRPr lang="zh-CN" altLang="en-US" sz="1800" dirty="0">
              <a:latin typeface="华文新魏" panose="02010800040101010101" pitchFamily="2" charset="-122"/>
              <a:ea typeface="华文新魏" panose="02010800040101010101" pitchFamily="2" charset="-122"/>
            </a:endParaRPr>
          </a:p>
          <a:p>
            <a:pPr eaLnBrk="1" hangingPunct="1">
              <a:lnSpc>
                <a:spcPct val="75000"/>
              </a:lnSpc>
              <a:spcBef>
                <a:spcPct val="50000"/>
              </a:spcBef>
              <a:buNone/>
            </a:pPr>
            <a:r>
              <a:rPr lang="zh-CN" altLang="en-US" sz="1800" dirty="0">
                <a:latin typeface="华文新魏" panose="02010800040101010101" pitchFamily="2" charset="-122"/>
                <a:ea typeface="华文新魏" panose="02010800040101010101" pitchFamily="2" charset="-122"/>
              </a:rPr>
              <a:t>一、</a:t>
            </a:r>
            <a:r>
              <a:rPr lang="zh-CN" altLang="en-US" sz="1800" b="1" dirty="0">
                <a:latin typeface="华文新魏" panose="02010800040101010101" pitchFamily="2" charset="-122"/>
                <a:ea typeface="华文新魏" panose="02010800040101010101" pitchFamily="2" charset="-122"/>
              </a:rPr>
              <a:t>增加</a:t>
            </a:r>
            <a:r>
              <a:rPr lang="zh-CN" altLang="en-US" sz="1800" b="1" dirty="0">
                <a:solidFill>
                  <a:srgbClr val="FF0000"/>
                </a:solidFill>
                <a:latin typeface="华文新魏" panose="02010800040101010101" pitchFamily="2" charset="-122"/>
                <a:ea typeface="华文新魏" panose="02010800040101010101" pitchFamily="2" charset="-122"/>
              </a:rPr>
              <a:t>多余项</a:t>
            </a:r>
            <a:r>
              <a:rPr lang="en-US" altLang="zh-CN" sz="1800" b="1" dirty="0">
                <a:solidFill>
                  <a:srgbClr val="FF0000"/>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与项</a:t>
            </a:r>
            <a:r>
              <a:rPr lang="en-US" altLang="zh-CN" sz="1800" b="1" dirty="0">
                <a:solidFill>
                  <a:srgbClr val="FF0000"/>
                </a:solidFill>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或乘以</a:t>
            </a:r>
            <a:r>
              <a:rPr lang="zh-CN" altLang="en-US" sz="1800" b="1" dirty="0">
                <a:solidFill>
                  <a:srgbClr val="FF0000"/>
                </a:solidFill>
                <a:latin typeface="华文新魏" panose="02010800040101010101" pitchFamily="2" charset="-122"/>
                <a:ea typeface="华文新魏" panose="02010800040101010101" pitchFamily="2" charset="-122"/>
              </a:rPr>
              <a:t>多余因子</a:t>
            </a:r>
            <a:r>
              <a:rPr lang="en-US" altLang="zh-CN" sz="1800" b="1" dirty="0">
                <a:solidFill>
                  <a:srgbClr val="FF0000"/>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或项</a:t>
            </a:r>
            <a:r>
              <a:rPr lang="en-US" altLang="zh-CN" sz="1800" b="1" dirty="0">
                <a:solidFill>
                  <a:srgbClr val="FF0000"/>
                </a:solidFill>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消除</a:t>
            </a:r>
            <a:r>
              <a:rPr lang="zh-CN" altLang="en-US" sz="1800" b="1" dirty="0">
                <a:latin typeface="华文新魏" panose="02010800040101010101" pitchFamily="2" charset="-122"/>
                <a:ea typeface="华文新魏" panose="02010800040101010101" pitchFamily="2" charset="-122"/>
                <a:sym typeface="+mn-ea"/>
              </a:rPr>
              <a:t>逻辑险象</a:t>
            </a:r>
            <a:endParaRPr lang="zh-CN" altLang="en-US" sz="1800" b="1" dirty="0">
              <a:latin typeface="华文新魏" panose="02010800040101010101" pitchFamily="2" charset="-122"/>
              <a:ea typeface="华文新魏" panose="02010800040101010101" pitchFamily="2" charset="-122"/>
            </a:endParaRPr>
          </a:p>
          <a:p>
            <a:pPr eaLnBrk="1" hangingPunct="1">
              <a:lnSpc>
                <a:spcPct val="75000"/>
              </a:lnSpc>
              <a:spcBef>
                <a:spcPct val="50000"/>
              </a:spcBef>
              <a:buNone/>
            </a:pPr>
            <a:endParaRPr lang="zh-CN" altLang="en-US" sz="1800" b="1" dirty="0">
              <a:latin typeface="华文新魏" panose="02010800040101010101" pitchFamily="2" charset="-122"/>
              <a:ea typeface="华文新魏" panose="02010800040101010101" pitchFamily="2" charset="-122"/>
            </a:endParaRPr>
          </a:p>
          <a:p>
            <a:pPr eaLnBrk="1" hangingPunct="1">
              <a:lnSpc>
                <a:spcPct val="75000"/>
              </a:lnSpc>
              <a:spcBef>
                <a:spcPct val="50000"/>
              </a:spcBef>
              <a:buNone/>
            </a:pPr>
            <a:r>
              <a:rPr lang="zh-CN" altLang="en-US" sz="1800" b="1" dirty="0">
                <a:latin typeface="华文新魏" panose="02010800040101010101" pitchFamily="2" charset="-122"/>
                <a:ea typeface="华文新魏" panose="02010800040101010101" pitchFamily="2" charset="-122"/>
              </a:rPr>
              <a:t>        </a:t>
            </a:r>
            <a:endParaRPr lang="zh-CN" altLang="en-US" sz="1800" b="1" dirty="0">
              <a:latin typeface="华文新魏" panose="02010800040101010101" pitchFamily="2" charset="-122"/>
              <a:ea typeface="华文新魏" panose="02010800040101010101" pitchFamily="2" charset="-122"/>
            </a:endParaRPr>
          </a:p>
        </p:txBody>
      </p:sp>
      <p:graphicFrame>
        <p:nvGraphicFramePr>
          <p:cNvPr id="122886" name="Group 6"/>
          <p:cNvGraphicFramePr>
            <a:graphicFrameLocks noGrp="1"/>
          </p:cNvGraphicFramePr>
          <p:nvPr/>
        </p:nvGraphicFramePr>
        <p:xfrm>
          <a:off x="6308725" y="2551113"/>
          <a:ext cx="2133600" cy="1447800"/>
        </p:xfrm>
        <a:graphic>
          <a:graphicData uri="http://schemas.openxmlformats.org/drawingml/2006/table">
            <a:tbl>
              <a:tblPr/>
              <a:tblGrid>
                <a:gridCol w="533400"/>
                <a:gridCol w="533400"/>
                <a:gridCol w="533400"/>
                <a:gridCol w="533400"/>
              </a:tblGrid>
              <a:tr h="362522">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 </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 </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137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 </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2522">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137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7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dirty="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7921" name="Rectangle 82"/>
          <p:cNvSpPr/>
          <p:nvPr/>
        </p:nvSpPr>
        <p:spPr>
          <a:xfrm>
            <a:off x="7505700" y="2614613"/>
            <a:ext cx="762000" cy="247650"/>
          </a:xfrm>
          <a:prstGeom prst="rect">
            <a:avLst/>
          </a:prstGeom>
          <a:noFill/>
          <a:ln w="28575" cap="flat" cmpd="sng">
            <a:solidFill>
              <a:schemeClr val="accent2"/>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7922" name="Rectangle 83"/>
          <p:cNvSpPr/>
          <p:nvPr/>
        </p:nvSpPr>
        <p:spPr>
          <a:xfrm>
            <a:off x="6991350" y="2986088"/>
            <a:ext cx="762000" cy="628650"/>
          </a:xfrm>
          <a:prstGeom prst="rect">
            <a:avLst/>
          </a:prstGeom>
          <a:noFill/>
          <a:ln w="28575" cap="flat" cmpd="sng">
            <a:solidFill>
              <a:schemeClr val="accent2"/>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nvGrpSpPr>
          <p:cNvPr id="37923" name="Group 113"/>
          <p:cNvGrpSpPr/>
          <p:nvPr/>
        </p:nvGrpSpPr>
        <p:grpSpPr>
          <a:xfrm>
            <a:off x="6172200" y="3371850"/>
            <a:ext cx="2362200" cy="628650"/>
            <a:chOff x="0" y="0"/>
            <a:chExt cx="1488" cy="528"/>
          </a:xfrm>
        </p:grpSpPr>
        <p:grpSp>
          <p:nvGrpSpPr>
            <p:cNvPr id="37978" name="Group 84"/>
            <p:cNvGrpSpPr/>
            <p:nvPr/>
          </p:nvGrpSpPr>
          <p:grpSpPr>
            <a:xfrm>
              <a:off x="0" y="0"/>
              <a:ext cx="336" cy="528"/>
              <a:chOff x="0" y="0"/>
              <a:chExt cx="336" cy="673"/>
            </a:xfrm>
          </p:grpSpPr>
          <p:sp>
            <p:nvSpPr>
              <p:cNvPr id="37983" name="Line 85"/>
              <p:cNvSpPr/>
              <p:nvPr/>
            </p:nvSpPr>
            <p:spPr>
              <a:xfrm>
                <a:off x="0" y="0"/>
                <a:ext cx="336" cy="0"/>
              </a:xfrm>
              <a:prstGeom prst="line">
                <a:avLst/>
              </a:prstGeom>
              <a:ln w="28575" cap="flat" cmpd="sng">
                <a:solidFill>
                  <a:schemeClr val="accent2"/>
                </a:solidFill>
                <a:prstDash val="solid"/>
                <a:headEnd type="none" w="med" len="med"/>
                <a:tailEnd type="none" w="med" len="med"/>
              </a:ln>
            </p:spPr>
          </p:sp>
          <p:sp>
            <p:nvSpPr>
              <p:cNvPr id="37984" name="Line 86"/>
              <p:cNvSpPr/>
              <p:nvPr/>
            </p:nvSpPr>
            <p:spPr>
              <a:xfrm>
                <a:off x="0" y="672"/>
                <a:ext cx="336" cy="0"/>
              </a:xfrm>
              <a:prstGeom prst="line">
                <a:avLst/>
              </a:prstGeom>
              <a:ln w="28575" cap="flat" cmpd="sng">
                <a:solidFill>
                  <a:schemeClr val="accent2"/>
                </a:solidFill>
                <a:prstDash val="solid"/>
                <a:headEnd type="none" w="med" len="med"/>
                <a:tailEnd type="none" w="med" len="med"/>
              </a:ln>
            </p:spPr>
          </p:sp>
          <p:sp>
            <p:nvSpPr>
              <p:cNvPr id="37985" name="Line 87"/>
              <p:cNvSpPr/>
              <p:nvPr/>
            </p:nvSpPr>
            <p:spPr>
              <a:xfrm>
                <a:off x="328" y="0"/>
                <a:ext cx="0" cy="673"/>
              </a:xfrm>
              <a:prstGeom prst="line">
                <a:avLst/>
              </a:prstGeom>
              <a:ln w="28575" cap="flat" cmpd="sng">
                <a:solidFill>
                  <a:schemeClr val="accent2"/>
                </a:solidFill>
                <a:prstDash val="solid"/>
                <a:headEnd type="none" w="med" len="med"/>
                <a:tailEnd type="none" w="med" len="med"/>
              </a:ln>
            </p:spPr>
          </p:sp>
        </p:grpSp>
        <p:grpSp>
          <p:nvGrpSpPr>
            <p:cNvPr id="37979" name="Group 88"/>
            <p:cNvGrpSpPr/>
            <p:nvPr/>
          </p:nvGrpSpPr>
          <p:grpSpPr>
            <a:xfrm rot="10800000">
              <a:off x="1152" y="0"/>
              <a:ext cx="336" cy="528"/>
              <a:chOff x="0" y="0"/>
              <a:chExt cx="336" cy="673"/>
            </a:xfrm>
          </p:grpSpPr>
          <p:sp>
            <p:nvSpPr>
              <p:cNvPr id="37980" name="Line 89"/>
              <p:cNvSpPr/>
              <p:nvPr/>
            </p:nvSpPr>
            <p:spPr>
              <a:xfrm>
                <a:off x="0" y="0"/>
                <a:ext cx="336" cy="0"/>
              </a:xfrm>
              <a:prstGeom prst="line">
                <a:avLst/>
              </a:prstGeom>
              <a:ln w="28575" cap="flat" cmpd="sng">
                <a:solidFill>
                  <a:schemeClr val="accent2"/>
                </a:solidFill>
                <a:prstDash val="solid"/>
                <a:headEnd type="none" w="med" len="med"/>
                <a:tailEnd type="none" w="med" len="med"/>
              </a:ln>
            </p:spPr>
          </p:sp>
          <p:sp>
            <p:nvSpPr>
              <p:cNvPr id="37981" name="Line 90"/>
              <p:cNvSpPr/>
              <p:nvPr/>
            </p:nvSpPr>
            <p:spPr>
              <a:xfrm>
                <a:off x="0" y="672"/>
                <a:ext cx="336" cy="0"/>
              </a:xfrm>
              <a:prstGeom prst="line">
                <a:avLst/>
              </a:prstGeom>
              <a:ln w="28575" cap="flat" cmpd="sng">
                <a:solidFill>
                  <a:schemeClr val="accent2"/>
                </a:solidFill>
                <a:prstDash val="solid"/>
                <a:headEnd type="none" w="med" len="med"/>
                <a:tailEnd type="none" w="med" len="med"/>
              </a:ln>
            </p:spPr>
          </p:sp>
          <p:sp>
            <p:nvSpPr>
              <p:cNvPr id="37982" name="Line 91"/>
              <p:cNvSpPr/>
              <p:nvPr/>
            </p:nvSpPr>
            <p:spPr>
              <a:xfrm>
                <a:off x="328" y="0"/>
                <a:ext cx="0" cy="673"/>
              </a:xfrm>
              <a:prstGeom prst="line">
                <a:avLst/>
              </a:prstGeom>
              <a:ln w="28575" cap="flat" cmpd="sng">
                <a:solidFill>
                  <a:schemeClr val="accent2"/>
                </a:solidFill>
                <a:prstDash val="solid"/>
                <a:headEnd type="none" w="med" len="med"/>
                <a:tailEnd type="none" w="med" len="med"/>
              </a:ln>
            </p:spPr>
          </p:sp>
        </p:grpSp>
      </p:grpSp>
      <p:sp>
        <p:nvSpPr>
          <p:cNvPr id="122924" name="Rectangle 93"/>
          <p:cNvSpPr/>
          <p:nvPr/>
        </p:nvSpPr>
        <p:spPr>
          <a:xfrm>
            <a:off x="6400800" y="3343275"/>
            <a:ext cx="1905000" cy="285750"/>
          </a:xfrm>
          <a:prstGeom prst="rect">
            <a:avLst/>
          </a:prstGeom>
          <a:noFill/>
          <a:ln w="38100" cap="flat" cmpd="sng">
            <a:solidFill>
              <a:srgbClr val="FF9900"/>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7925" name="Text Box 104"/>
          <p:cNvSpPr txBox="1"/>
          <p:nvPr/>
        </p:nvSpPr>
        <p:spPr>
          <a:xfrm>
            <a:off x="365125" y="2759075"/>
            <a:ext cx="184150" cy="342900"/>
          </a:xfrm>
          <a:prstGeom prst="rect">
            <a:avLst/>
          </a:prstGeom>
          <a:noFill/>
          <a:ln w="9525">
            <a:noFill/>
          </a:ln>
        </p:spPr>
        <p:txBody>
          <a:bodyPr wrap="none">
            <a:spAutoFit/>
          </a:bodyPr>
          <a:p>
            <a:pPr eaLnBrk="1" hangingPunct="1">
              <a:lnSpc>
                <a:spcPct val="90000"/>
              </a:lnSpc>
              <a:buFont typeface="Arial" panose="020B0604020202020204" pitchFamily="34" charset="0"/>
            </a:pPr>
            <a:endParaRPr lang="en-US" altLang="zh-CN" sz="1700" b="1" dirty="0">
              <a:solidFill>
                <a:schemeClr val="tx1"/>
              </a:solidFill>
              <a:latin typeface="Calibri" panose="020F0502020204030204" pitchFamily="34" charset="0"/>
            </a:endParaRPr>
          </a:p>
        </p:txBody>
      </p:sp>
      <p:sp>
        <p:nvSpPr>
          <p:cNvPr id="114727" name="Text Box 106"/>
          <p:cNvSpPr txBox="1"/>
          <p:nvPr/>
        </p:nvSpPr>
        <p:spPr>
          <a:xfrm>
            <a:off x="1258888" y="3236913"/>
            <a:ext cx="4114800" cy="894080"/>
          </a:xfrm>
          <a:prstGeom prst="rect">
            <a:avLst/>
          </a:prstGeom>
          <a:noFill/>
          <a:ln w="9525">
            <a:noFill/>
          </a:ln>
        </p:spPr>
        <p:txBody>
          <a:bodyPr>
            <a:spAutoFit/>
          </a:bodyPr>
          <a:p>
            <a:pPr eaLnBrk="1" hangingPunct="1">
              <a:lnSpc>
                <a:spcPct val="145000"/>
              </a:lnSpc>
              <a:spcBef>
                <a:spcPts val="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将相切的部分均用多余的卡诺圈包含起来，则可消除静态 </a:t>
            </a:r>
            <a:r>
              <a:rPr lang="en-US" altLang="zh-CN" sz="1800" b="1" dirty="0">
                <a:solidFill>
                  <a:schemeClr val="tx1"/>
                </a:solidFill>
                <a:latin typeface="华文新魏" panose="02010800040101010101" pitchFamily="2" charset="-122"/>
                <a:ea typeface="华文新魏" panose="02010800040101010101" pitchFamily="2" charset="-122"/>
              </a:rPr>
              <a:t>1 </a:t>
            </a:r>
            <a:r>
              <a:rPr lang="zh-CN" altLang="en-US" sz="1800" b="1" dirty="0">
                <a:solidFill>
                  <a:schemeClr val="tx1"/>
                </a:solidFill>
                <a:latin typeface="华文新魏" panose="02010800040101010101" pitchFamily="2" charset="-122"/>
                <a:ea typeface="华文新魏" panose="02010800040101010101" pitchFamily="2" charset="-122"/>
              </a:rPr>
              <a:t>险象，得到：</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37927" name="Group 112"/>
          <p:cNvGrpSpPr/>
          <p:nvPr/>
        </p:nvGrpSpPr>
        <p:grpSpPr>
          <a:xfrm>
            <a:off x="5779770" y="2143125"/>
            <a:ext cx="1066800" cy="571500"/>
            <a:chOff x="0" y="0"/>
            <a:chExt cx="672" cy="480"/>
          </a:xfrm>
        </p:grpSpPr>
        <p:sp>
          <p:nvSpPr>
            <p:cNvPr id="37975" name="Text Box 108"/>
            <p:cNvSpPr txBox="1"/>
            <p:nvPr/>
          </p:nvSpPr>
          <p:spPr>
            <a:xfrm>
              <a:off x="240" y="0"/>
              <a:ext cx="432" cy="288"/>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700" b="1" dirty="0">
                  <a:solidFill>
                    <a:schemeClr val="tx1"/>
                  </a:solidFill>
                  <a:latin typeface="Calibri" panose="020F0502020204030204" pitchFamily="34" charset="0"/>
                </a:rPr>
                <a:t>AB</a:t>
              </a:r>
              <a:endParaRPr lang="en-US" altLang="zh-CN" sz="1700" b="1" dirty="0">
                <a:solidFill>
                  <a:schemeClr val="tx1"/>
                </a:solidFill>
                <a:latin typeface="Calibri" panose="020F0502020204030204" pitchFamily="34" charset="0"/>
              </a:endParaRPr>
            </a:p>
          </p:txBody>
        </p:sp>
        <p:sp>
          <p:nvSpPr>
            <p:cNvPr id="37976" name="Text Box 109"/>
            <p:cNvSpPr txBox="1"/>
            <p:nvPr/>
          </p:nvSpPr>
          <p:spPr>
            <a:xfrm>
              <a:off x="0" y="192"/>
              <a:ext cx="432" cy="288"/>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700" b="1" dirty="0">
                  <a:solidFill>
                    <a:schemeClr val="tx1"/>
                  </a:solidFill>
                  <a:latin typeface="Calibri" panose="020F0502020204030204" pitchFamily="34" charset="0"/>
                </a:rPr>
                <a:t>CD</a:t>
              </a:r>
              <a:endParaRPr lang="en-US" altLang="zh-CN" sz="1700" b="1" dirty="0">
                <a:solidFill>
                  <a:schemeClr val="tx1"/>
                </a:solidFill>
                <a:latin typeface="Calibri" panose="020F0502020204030204" pitchFamily="34" charset="0"/>
              </a:endParaRPr>
            </a:p>
          </p:txBody>
        </p:sp>
        <p:sp>
          <p:nvSpPr>
            <p:cNvPr id="37977" name="Line 111"/>
            <p:cNvSpPr/>
            <p:nvPr/>
          </p:nvSpPr>
          <p:spPr>
            <a:xfrm>
              <a:off x="149" y="72"/>
              <a:ext cx="196" cy="288"/>
            </a:xfrm>
            <a:prstGeom prst="line">
              <a:avLst/>
            </a:prstGeom>
            <a:ln w="31750" cap="flat" cmpd="sng">
              <a:solidFill>
                <a:schemeClr val="tx1"/>
              </a:solidFill>
              <a:prstDash val="solid"/>
              <a:headEnd type="none" w="med" len="med"/>
              <a:tailEnd type="none" w="med" len="med"/>
            </a:ln>
          </p:spPr>
        </p:sp>
      </p:grpSp>
      <p:sp>
        <p:nvSpPr>
          <p:cNvPr id="122936" name="Line 126"/>
          <p:cNvSpPr/>
          <p:nvPr/>
        </p:nvSpPr>
        <p:spPr>
          <a:xfrm>
            <a:off x="7410450" y="2914650"/>
            <a:ext cx="457200" cy="0"/>
          </a:xfrm>
          <a:prstGeom prst="line">
            <a:avLst/>
          </a:prstGeom>
          <a:ln w="57150" cap="flat" cmpd="sng">
            <a:solidFill>
              <a:srgbClr val="FF3300"/>
            </a:solidFill>
            <a:prstDash val="solid"/>
            <a:headEnd type="none" w="med" len="med"/>
            <a:tailEnd type="none" w="med" len="med"/>
          </a:ln>
        </p:spPr>
      </p:sp>
      <p:grpSp>
        <p:nvGrpSpPr>
          <p:cNvPr id="122937" name="Group 137"/>
          <p:cNvGrpSpPr/>
          <p:nvPr/>
        </p:nvGrpSpPr>
        <p:grpSpPr>
          <a:xfrm>
            <a:off x="6858000" y="3343275"/>
            <a:ext cx="1066800" cy="285750"/>
            <a:chOff x="0" y="0"/>
            <a:chExt cx="672" cy="240"/>
          </a:xfrm>
        </p:grpSpPr>
        <p:sp>
          <p:nvSpPr>
            <p:cNvPr id="37973" name="Line 130"/>
            <p:cNvSpPr/>
            <p:nvPr/>
          </p:nvSpPr>
          <p:spPr>
            <a:xfrm>
              <a:off x="0" y="0"/>
              <a:ext cx="0" cy="240"/>
            </a:xfrm>
            <a:prstGeom prst="line">
              <a:avLst/>
            </a:prstGeom>
            <a:ln w="57150" cap="flat" cmpd="sng">
              <a:solidFill>
                <a:srgbClr val="FF3300"/>
              </a:solidFill>
              <a:prstDash val="solid"/>
              <a:headEnd type="none" w="med" len="med"/>
              <a:tailEnd type="none" w="med" len="med"/>
            </a:ln>
          </p:spPr>
        </p:sp>
        <p:sp>
          <p:nvSpPr>
            <p:cNvPr id="37974" name="Line 131"/>
            <p:cNvSpPr/>
            <p:nvPr/>
          </p:nvSpPr>
          <p:spPr>
            <a:xfrm>
              <a:off x="672" y="0"/>
              <a:ext cx="0" cy="240"/>
            </a:xfrm>
            <a:prstGeom prst="line">
              <a:avLst/>
            </a:prstGeom>
            <a:ln w="57150" cap="flat" cmpd="sng">
              <a:solidFill>
                <a:srgbClr val="FF3300"/>
              </a:solidFill>
              <a:prstDash val="solid"/>
              <a:headEnd type="none" w="med" len="med"/>
              <a:tailEnd type="none" w="med" len="med"/>
            </a:ln>
          </p:spPr>
        </p:sp>
      </p:grpSp>
      <p:grpSp>
        <p:nvGrpSpPr>
          <p:cNvPr id="122940" name="Group 138"/>
          <p:cNvGrpSpPr/>
          <p:nvPr/>
        </p:nvGrpSpPr>
        <p:grpSpPr>
          <a:xfrm>
            <a:off x="7943850" y="2571750"/>
            <a:ext cx="457200" cy="1485900"/>
            <a:chOff x="0" y="0"/>
            <a:chExt cx="288" cy="1248"/>
          </a:xfrm>
        </p:grpSpPr>
        <p:sp>
          <p:nvSpPr>
            <p:cNvPr id="37971" name="Line 135"/>
            <p:cNvSpPr/>
            <p:nvPr/>
          </p:nvSpPr>
          <p:spPr>
            <a:xfrm>
              <a:off x="0" y="0"/>
              <a:ext cx="288" cy="0"/>
            </a:xfrm>
            <a:prstGeom prst="line">
              <a:avLst/>
            </a:prstGeom>
            <a:ln w="57150" cap="flat" cmpd="sng">
              <a:solidFill>
                <a:srgbClr val="FF3300"/>
              </a:solidFill>
              <a:prstDash val="solid"/>
              <a:headEnd type="none" w="med" len="med"/>
              <a:tailEnd type="none" w="med" len="med"/>
            </a:ln>
          </p:spPr>
        </p:sp>
        <p:sp>
          <p:nvSpPr>
            <p:cNvPr id="37972" name="Line 136"/>
            <p:cNvSpPr/>
            <p:nvPr/>
          </p:nvSpPr>
          <p:spPr>
            <a:xfrm>
              <a:off x="0" y="1248"/>
              <a:ext cx="288" cy="0"/>
            </a:xfrm>
            <a:prstGeom prst="line">
              <a:avLst/>
            </a:prstGeom>
            <a:ln w="57150" cap="flat" cmpd="sng">
              <a:solidFill>
                <a:srgbClr val="FF3300"/>
              </a:solidFill>
              <a:prstDash val="solid"/>
              <a:headEnd type="none" w="med" len="med"/>
              <a:tailEnd type="none" w="med" len="med"/>
            </a:ln>
          </p:spPr>
        </p:sp>
      </p:grpSp>
      <p:sp>
        <p:nvSpPr>
          <p:cNvPr id="122951" name="Rectangle 92"/>
          <p:cNvSpPr/>
          <p:nvPr/>
        </p:nvSpPr>
        <p:spPr>
          <a:xfrm>
            <a:off x="7467600" y="2614613"/>
            <a:ext cx="381000" cy="628650"/>
          </a:xfrm>
          <a:prstGeom prst="rect">
            <a:avLst/>
          </a:prstGeom>
          <a:noFill/>
          <a:ln w="38100" cap="flat" cmpd="sng">
            <a:solidFill>
              <a:srgbClr val="FF9900"/>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nvGrpSpPr>
          <p:cNvPr id="122952" name="Group 141"/>
          <p:cNvGrpSpPr/>
          <p:nvPr/>
        </p:nvGrpSpPr>
        <p:grpSpPr>
          <a:xfrm>
            <a:off x="8058150" y="2457450"/>
            <a:ext cx="304800" cy="1714500"/>
            <a:chOff x="0" y="0"/>
            <a:chExt cx="192" cy="1440"/>
          </a:xfrm>
        </p:grpSpPr>
        <p:grpSp>
          <p:nvGrpSpPr>
            <p:cNvPr id="37963" name="Group 98"/>
            <p:cNvGrpSpPr/>
            <p:nvPr/>
          </p:nvGrpSpPr>
          <p:grpSpPr>
            <a:xfrm>
              <a:off x="0" y="0"/>
              <a:ext cx="192" cy="384"/>
              <a:chOff x="0" y="0"/>
              <a:chExt cx="288" cy="384"/>
            </a:xfrm>
          </p:grpSpPr>
          <p:sp>
            <p:nvSpPr>
              <p:cNvPr id="37968" name="Line 99"/>
              <p:cNvSpPr/>
              <p:nvPr/>
            </p:nvSpPr>
            <p:spPr>
              <a:xfrm>
                <a:off x="0" y="0"/>
                <a:ext cx="0" cy="384"/>
              </a:xfrm>
              <a:prstGeom prst="line">
                <a:avLst/>
              </a:prstGeom>
              <a:ln w="38100" cap="flat" cmpd="sng">
                <a:solidFill>
                  <a:srgbClr val="FF9900"/>
                </a:solidFill>
                <a:prstDash val="solid"/>
                <a:headEnd type="none" w="med" len="med"/>
                <a:tailEnd type="none" w="med" len="med"/>
              </a:ln>
            </p:spPr>
          </p:sp>
          <p:sp>
            <p:nvSpPr>
              <p:cNvPr id="37969" name="Line 100"/>
              <p:cNvSpPr/>
              <p:nvPr/>
            </p:nvSpPr>
            <p:spPr>
              <a:xfrm>
                <a:off x="288" y="0"/>
                <a:ext cx="0" cy="384"/>
              </a:xfrm>
              <a:prstGeom prst="line">
                <a:avLst/>
              </a:prstGeom>
              <a:ln w="38100" cap="flat" cmpd="sng">
                <a:solidFill>
                  <a:srgbClr val="FF9900"/>
                </a:solidFill>
                <a:prstDash val="solid"/>
                <a:headEnd type="none" w="med" len="med"/>
                <a:tailEnd type="none" w="med" len="med"/>
              </a:ln>
            </p:spPr>
          </p:sp>
          <p:sp>
            <p:nvSpPr>
              <p:cNvPr id="37970" name="Line 101"/>
              <p:cNvSpPr/>
              <p:nvPr/>
            </p:nvSpPr>
            <p:spPr>
              <a:xfrm>
                <a:off x="0" y="376"/>
                <a:ext cx="288" cy="0"/>
              </a:xfrm>
              <a:prstGeom prst="line">
                <a:avLst/>
              </a:prstGeom>
              <a:ln w="38100" cap="flat" cmpd="sng">
                <a:solidFill>
                  <a:srgbClr val="FF9900"/>
                </a:solidFill>
                <a:prstDash val="solid"/>
                <a:headEnd type="none" w="med" len="med"/>
                <a:tailEnd type="none" w="med" len="med"/>
              </a:ln>
            </p:spPr>
          </p:sp>
        </p:grpSp>
        <p:grpSp>
          <p:nvGrpSpPr>
            <p:cNvPr id="37964" name="Group 94"/>
            <p:cNvGrpSpPr/>
            <p:nvPr/>
          </p:nvGrpSpPr>
          <p:grpSpPr>
            <a:xfrm rot="10800000">
              <a:off x="0" y="1056"/>
              <a:ext cx="192" cy="384"/>
              <a:chOff x="0" y="0"/>
              <a:chExt cx="288" cy="384"/>
            </a:xfrm>
          </p:grpSpPr>
          <p:sp>
            <p:nvSpPr>
              <p:cNvPr id="37965" name="Line 95"/>
              <p:cNvSpPr/>
              <p:nvPr/>
            </p:nvSpPr>
            <p:spPr>
              <a:xfrm>
                <a:off x="0" y="0"/>
                <a:ext cx="0" cy="384"/>
              </a:xfrm>
              <a:prstGeom prst="line">
                <a:avLst/>
              </a:prstGeom>
              <a:ln w="38100" cap="flat" cmpd="sng">
                <a:solidFill>
                  <a:srgbClr val="FF9900"/>
                </a:solidFill>
                <a:prstDash val="solid"/>
                <a:headEnd type="none" w="med" len="med"/>
                <a:tailEnd type="none" w="med" len="med"/>
              </a:ln>
            </p:spPr>
          </p:sp>
          <p:sp>
            <p:nvSpPr>
              <p:cNvPr id="37966" name="Line 96"/>
              <p:cNvSpPr/>
              <p:nvPr/>
            </p:nvSpPr>
            <p:spPr>
              <a:xfrm>
                <a:off x="288" y="0"/>
                <a:ext cx="0" cy="384"/>
              </a:xfrm>
              <a:prstGeom prst="line">
                <a:avLst/>
              </a:prstGeom>
              <a:ln w="38100" cap="flat" cmpd="sng">
                <a:solidFill>
                  <a:srgbClr val="FF9900"/>
                </a:solidFill>
                <a:prstDash val="solid"/>
                <a:headEnd type="none" w="med" len="med"/>
                <a:tailEnd type="none" w="med" len="med"/>
              </a:ln>
            </p:spPr>
          </p:sp>
          <p:sp>
            <p:nvSpPr>
              <p:cNvPr id="37967" name="Line 97"/>
              <p:cNvSpPr/>
              <p:nvPr/>
            </p:nvSpPr>
            <p:spPr>
              <a:xfrm>
                <a:off x="0" y="376"/>
                <a:ext cx="288" cy="0"/>
              </a:xfrm>
              <a:prstGeom prst="line">
                <a:avLst/>
              </a:prstGeom>
              <a:ln w="38100" cap="flat" cmpd="sng">
                <a:solidFill>
                  <a:srgbClr val="FF9900"/>
                </a:solidFill>
                <a:prstDash val="solid"/>
                <a:headEnd type="none" w="med" len="med"/>
                <a:tailEnd type="none" w="med" len="med"/>
              </a:ln>
            </p:spPr>
          </p:sp>
        </p:grpSp>
      </p:grpSp>
      <p:pic>
        <p:nvPicPr>
          <p:cNvPr id="114769" name="Picture 81"/>
          <p:cNvPicPr>
            <a:picLocks noChangeAspect="1"/>
          </p:cNvPicPr>
          <p:nvPr/>
        </p:nvPicPr>
        <p:blipFill>
          <a:blip r:embed="rId1"/>
          <a:stretch>
            <a:fillRect/>
          </a:stretch>
        </p:blipFill>
        <p:spPr>
          <a:xfrm>
            <a:off x="1331913" y="2460625"/>
            <a:ext cx="3790950" cy="542925"/>
          </a:xfrm>
          <a:prstGeom prst="rect">
            <a:avLst/>
          </a:prstGeom>
          <a:noFill/>
          <a:ln w="9525">
            <a:noFill/>
          </a:ln>
        </p:spPr>
      </p:pic>
      <p:pic>
        <p:nvPicPr>
          <p:cNvPr id="114770" name="Picture 82"/>
          <p:cNvPicPr>
            <a:picLocks noChangeAspect="1"/>
          </p:cNvPicPr>
          <p:nvPr/>
        </p:nvPicPr>
        <p:blipFill>
          <a:blip r:embed="rId2"/>
          <a:stretch>
            <a:fillRect/>
          </a:stretch>
        </p:blipFill>
        <p:spPr>
          <a:xfrm>
            <a:off x="395288" y="4351338"/>
            <a:ext cx="6477000" cy="434975"/>
          </a:xfrm>
          <a:prstGeom prst="rect">
            <a:avLst/>
          </a:prstGeom>
          <a:noFill/>
          <a:ln w="9525">
            <a:noFill/>
          </a:ln>
        </p:spPr>
      </p:pic>
      <p:graphicFrame>
        <p:nvGraphicFramePr>
          <p:cNvPr id="114803" name="Group 115"/>
          <p:cNvGraphicFramePr>
            <a:graphicFrameLocks noGrp="1"/>
          </p:cNvGraphicFramePr>
          <p:nvPr>
            <p:custDataLst>
              <p:tags r:id="rId3"/>
            </p:custDataLst>
          </p:nvPr>
        </p:nvGraphicFramePr>
        <p:xfrm>
          <a:off x="6327775" y="2560638"/>
          <a:ext cx="2133600" cy="1474788"/>
        </p:xfrm>
        <a:graphic>
          <a:graphicData uri="http://schemas.openxmlformats.org/drawingml/2006/table">
            <a:tbl>
              <a:tblPr/>
              <a:tblGrid>
                <a:gridCol w="533400"/>
                <a:gridCol w="533400"/>
                <a:gridCol w="533400"/>
                <a:gridCol w="533400"/>
              </a:tblGrid>
              <a:tr h="365811">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 </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 </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465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 </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7966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465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dirty="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7962" name="Rectangle 82"/>
          <p:cNvSpPr/>
          <p:nvPr/>
        </p:nvSpPr>
        <p:spPr>
          <a:xfrm>
            <a:off x="7524750" y="2625725"/>
            <a:ext cx="762000" cy="247650"/>
          </a:xfrm>
          <a:prstGeom prst="rect">
            <a:avLst/>
          </a:prstGeom>
          <a:noFill/>
          <a:ln w="28575" cap="flat" cmpd="sng">
            <a:solidFill>
              <a:schemeClr val="accent2"/>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7349"/>
                                        </p:tgtEl>
                                        <p:attrNameLst>
                                          <p:attrName>style.visibility</p:attrName>
                                        </p:attrNameLst>
                                      </p:cBhvr>
                                      <p:to>
                                        <p:strVal val="visible"/>
                                      </p:to>
                                    </p:set>
                                    <p:animEffect transition="in" filter="blinds(horizontal)">
                                      <p:cBhvr>
                                        <p:cTn id="7" dur="500"/>
                                        <p:tgtEl>
                                          <p:spTgt spid="5734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7349">
                                            <p:txEl>
                                              <p:charRg st="0" end="20"/>
                                            </p:txEl>
                                          </p:spTgt>
                                        </p:tgtEl>
                                        <p:attrNameLst>
                                          <p:attrName>style.visibility</p:attrName>
                                        </p:attrNameLst>
                                      </p:cBhvr>
                                      <p:to>
                                        <p:strVal val="visible"/>
                                      </p:to>
                                    </p:set>
                                    <p:animEffect transition="in" filter="blinds(horizontal)">
                                      <p:cBhvr>
                                        <p:cTn id="12" dur="500"/>
                                        <p:tgtEl>
                                          <p:spTgt spid="57349">
                                            <p:txEl>
                                              <p:charRg st="0" end="2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7349">
                                            <p:txEl>
                                              <p:charRg st="20" end="45"/>
                                            </p:txEl>
                                          </p:spTgt>
                                        </p:tgtEl>
                                        <p:attrNameLst>
                                          <p:attrName>style.visibility</p:attrName>
                                        </p:attrNameLst>
                                      </p:cBhvr>
                                      <p:to>
                                        <p:strVal val="visible"/>
                                      </p:to>
                                    </p:set>
                                    <p:animEffect transition="in" filter="blinds(horizontal)">
                                      <p:cBhvr>
                                        <p:cTn id="17" dur="500"/>
                                        <p:tgtEl>
                                          <p:spTgt spid="57349">
                                            <p:txEl>
                                              <p:charRg st="20" end="4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14769"/>
                                        </p:tgtEl>
                                        <p:attrNameLst>
                                          <p:attrName>style.visibility</p:attrName>
                                        </p:attrNameLst>
                                      </p:cBhvr>
                                      <p:to>
                                        <p:strVal val="visible"/>
                                      </p:to>
                                    </p:set>
                                    <p:animEffect transition="in" filter="box(in)">
                                      <p:cBhvr>
                                        <p:cTn id="22" dur="500"/>
                                        <p:tgtEl>
                                          <p:spTgt spid="114769"/>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22936"/>
                                        </p:tgtEl>
                                        <p:attrNameLst>
                                          <p:attrName>style.visibility</p:attrName>
                                        </p:attrNameLst>
                                      </p:cBhvr>
                                      <p:to>
                                        <p:strVal val="visible"/>
                                      </p:to>
                                    </p:set>
                                    <p:anim calcmode="lin" valueType="num">
                                      <p:cBhvr additive="base">
                                        <p:cTn id="27" dur="500" fill="hold"/>
                                        <p:tgtEl>
                                          <p:spTgt spid="122936"/>
                                        </p:tgtEl>
                                        <p:attrNameLst>
                                          <p:attrName>ppt_x</p:attrName>
                                        </p:attrNameLst>
                                      </p:cBhvr>
                                      <p:tavLst>
                                        <p:tav tm="0">
                                          <p:val>
                                            <p:strVal val="#ppt_x"/>
                                          </p:val>
                                        </p:tav>
                                        <p:tav tm="100000">
                                          <p:val>
                                            <p:strVal val="#ppt_x"/>
                                          </p:val>
                                        </p:tav>
                                      </p:tavLst>
                                    </p:anim>
                                    <p:anim calcmode="lin" valueType="num">
                                      <p:cBhvr additive="base">
                                        <p:cTn id="28" dur="500" fill="hold"/>
                                        <p:tgtEl>
                                          <p:spTgt spid="12293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22937"/>
                                        </p:tgtEl>
                                        <p:attrNameLst>
                                          <p:attrName>style.visibility</p:attrName>
                                        </p:attrNameLst>
                                      </p:cBhvr>
                                      <p:to>
                                        <p:strVal val="visible"/>
                                      </p:to>
                                    </p:set>
                                    <p:anim calcmode="lin" valueType="num">
                                      <p:cBhvr additive="base">
                                        <p:cTn id="33" dur="500" fill="hold"/>
                                        <p:tgtEl>
                                          <p:spTgt spid="122937"/>
                                        </p:tgtEl>
                                        <p:attrNameLst>
                                          <p:attrName>ppt_x</p:attrName>
                                        </p:attrNameLst>
                                      </p:cBhvr>
                                      <p:tavLst>
                                        <p:tav tm="0">
                                          <p:val>
                                            <p:strVal val="#ppt_x"/>
                                          </p:val>
                                        </p:tav>
                                        <p:tav tm="100000">
                                          <p:val>
                                            <p:strVal val="#ppt_x"/>
                                          </p:val>
                                        </p:tav>
                                      </p:tavLst>
                                    </p:anim>
                                    <p:anim calcmode="lin" valueType="num">
                                      <p:cBhvr additive="base">
                                        <p:cTn id="34" dur="500" fill="hold"/>
                                        <p:tgtEl>
                                          <p:spTgt spid="12293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22940"/>
                                        </p:tgtEl>
                                        <p:attrNameLst>
                                          <p:attrName>style.visibility</p:attrName>
                                        </p:attrNameLst>
                                      </p:cBhvr>
                                      <p:to>
                                        <p:strVal val="visible"/>
                                      </p:to>
                                    </p:set>
                                    <p:anim calcmode="lin" valueType="num">
                                      <p:cBhvr additive="base">
                                        <p:cTn id="39" dur="500" fill="hold"/>
                                        <p:tgtEl>
                                          <p:spTgt spid="122940"/>
                                        </p:tgtEl>
                                        <p:attrNameLst>
                                          <p:attrName>ppt_x</p:attrName>
                                        </p:attrNameLst>
                                      </p:cBhvr>
                                      <p:tavLst>
                                        <p:tav tm="0">
                                          <p:val>
                                            <p:strVal val="#ppt_x"/>
                                          </p:val>
                                        </p:tav>
                                        <p:tav tm="100000">
                                          <p:val>
                                            <p:strVal val="#ppt_x"/>
                                          </p:val>
                                        </p:tav>
                                      </p:tavLst>
                                    </p:anim>
                                    <p:anim calcmode="lin" valueType="num">
                                      <p:cBhvr additive="base">
                                        <p:cTn id="40" dur="500" fill="hold"/>
                                        <p:tgtEl>
                                          <p:spTgt spid="122940"/>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22951"/>
                                        </p:tgtEl>
                                        <p:attrNameLst>
                                          <p:attrName>style.visibility</p:attrName>
                                        </p:attrNameLst>
                                      </p:cBhvr>
                                      <p:to>
                                        <p:strVal val="visible"/>
                                      </p:to>
                                    </p:set>
                                    <p:anim calcmode="lin" valueType="num">
                                      <p:cBhvr additive="base">
                                        <p:cTn id="45" dur="500" fill="hold"/>
                                        <p:tgtEl>
                                          <p:spTgt spid="122951"/>
                                        </p:tgtEl>
                                        <p:attrNameLst>
                                          <p:attrName>ppt_x</p:attrName>
                                        </p:attrNameLst>
                                      </p:cBhvr>
                                      <p:tavLst>
                                        <p:tav tm="0">
                                          <p:val>
                                            <p:strVal val="#ppt_x"/>
                                          </p:val>
                                        </p:tav>
                                        <p:tav tm="100000">
                                          <p:val>
                                            <p:strVal val="#ppt_x"/>
                                          </p:val>
                                        </p:tav>
                                      </p:tavLst>
                                    </p:anim>
                                    <p:anim calcmode="lin" valueType="num">
                                      <p:cBhvr additive="base">
                                        <p:cTn id="46" dur="500" fill="hold"/>
                                        <p:tgtEl>
                                          <p:spTgt spid="122951"/>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22924"/>
                                        </p:tgtEl>
                                        <p:attrNameLst>
                                          <p:attrName>style.visibility</p:attrName>
                                        </p:attrNameLst>
                                      </p:cBhvr>
                                      <p:to>
                                        <p:strVal val="visible"/>
                                      </p:to>
                                    </p:set>
                                    <p:anim calcmode="lin" valueType="num">
                                      <p:cBhvr additive="base">
                                        <p:cTn id="51" dur="500" fill="hold"/>
                                        <p:tgtEl>
                                          <p:spTgt spid="122924"/>
                                        </p:tgtEl>
                                        <p:attrNameLst>
                                          <p:attrName>ppt_x</p:attrName>
                                        </p:attrNameLst>
                                      </p:cBhvr>
                                      <p:tavLst>
                                        <p:tav tm="0">
                                          <p:val>
                                            <p:strVal val="#ppt_x"/>
                                          </p:val>
                                        </p:tav>
                                        <p:tav tm="100000">
                                          <p:val>
                                            <p:strVal val="#ppt_x"/>
                                          </p:val>
                                        </p:tav>
                                      </p:tavLst>
                                    </p:anim>
                                    <p:anim calcmode="lin" valueType="num">
                                      <p:cBhvr additive="base">
                                        <p:cTn id="52" dur="500" fill="hold"/>
                                        <p:tgtEl>
                                          <p:spTgt spid="122924"/>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22952"/>
                                        </p:tgtEl>
                                        <p:attrNameLst>
                                          <p:attrName>style.visibility</p:attrName>
                                        </p:attrNameLst>
                                      </p:cBhvr>
                                      <p:to>
                                        <p:strVal val="visible"/>
                                      </p:to>
                                    </p:set>
                                    <p:anim calcmode="lin" valueType="num">
                                      <p:cBhvr additive="base">
                                        <p:cTn id="57" dur="500" fill="hold"/>
                                        <p:tgtEl>
                                          <p:spTgt spid="122952"/>
                                        </p:tgtEl>
                                        <p:attrNameLst>
                                          <p:attrName>ppt_x</p:attrName>
                                        </p:attrNameLst>
                                      </p:cBhvr>
                                      <p:tavLst>
                                        <p:tav tm="0">
                                          <p:val>
                                            <p:strVal val="#ppt_x"/>
                                          </p:val>
                                        </p:tav>
                                        <p:tav tm="100000">
                                          <p:val>
                                            <p:strVal val="#ppt_x"/>
                                          </p:val>
                                        </p:tav>
                                      </p:tavLst>
                                    </p:anim>
                                    <p:anim calcmode="lin" valueType="num">
                                      <p:cBhvr additive="base">
                                        <p:cTn id="58" dur="500" fill="hold"/>
                                        <p:tgtEl>
                                          <p:spTgt spid="122952"/>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5" presetClass="entr" presetSubtype="10" fill="hold" nodeType="clickEffect">
                                  <p:stCondLst>
                                    <p:cond delay="0"/>
                                  </p:stCondLst>
                                  <p:childTnLst>
                                    <p:set>
                                      <p:cBhvr>
                                        <p:cTn id="62" dur="1" fill="hold">
                                          <p:stCondLst>
                                            <p:cond delay="0"/>
                                          </p:stCondLst>
                                        </p:cTn>
                                        <p:tgtEl>
                                          <p:spTgt spid="114727">
                                            <p:txEl>
                                              <p:charRg st="0" end="35"/>
                                            </p:txEl>
                                          </p:spTgt>
                                        </p:tgtEl>
                                        <p:attrNameLst>
                                          <p:attrName>style.visibility</p:attrName>
                                        </p:attrNameLst>
                                      </p:cBhvr>
                                      <p:to>
                                        <p:strVal val="visible"/>
                                      </p:to>
                                    </p:set>
                                    <p:animEffect transition="in" filter="checkerboard(across)">
                                      <p:cBhvr>
                                        <p:cTn id="63" dur="500"/>
                                        <p:tgtEl>
                                          <p:spTgt spid="114727">
                                            <p:txEl>
                                              <p:charRg st="0" end="35"/>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55" presetClass="entr" presetSubtype="0" fill="hold" nodeType="clickEffect">
                                  <p:stCondLst>
                                    <p:cond delay="0"/>
                                  </p:stCondLst>
                                  <p:childTnLst>
                                    <p:set>
                                      <p:cBhvr>
                                        <p:cTn id="67" dur="1" fill="hold">
                                          <p:stCondLst>
                                            <p:cond delay="0"/>
                                          </p:stCondLst>
                                        </p:cTn>
                                        <p:tgtEl>
                                          <p:spTgt spid="114770"/>
                                        </p:tgtEl>
                                        <p:attrNameLst>
                                          <p:attrName>style.visibility</p:attrName>
                                        </p:attrNameLst>
                                      </p:cBhvr>
                                      <p:to>
                                        <p:strVal val="visible"/>
                                      </p:to>
                                    </p:set>
                                    <p:anim calcmode="lin" valueType="num">
                                      <p:cBhvr>
                                        <p:cTn id="68" dur="1000" fill="hold"/>
                                        <p:tgtEl>
                                          <p:spTgt spid="114770"/>
                                        </p:tgtEl>
                                        <p:attrNameLst>
                                          <p:attrName>ppt_w</p:attrName>
                                        </p:attrNameLst>
                                      </p:cBhvr>
                                      <p:tavLst>
                                        <p:tav tm="0">
                                          <p:val>
                                            <p:strVal val="#ppt_w*0.70"/>
                                          </p:val>
                                        </p:tav>
                                        <p:tav tm="100000">
                                          <p:val>
                                            <p:strVal val="#ppt_w"/>
                                          </p:val>
                                        </p:tav>
                                      </p:tavLst>
                                    </p:anim>
                                    <p:anim calcmode="lin" valueType="num">
                                      <p:cBhvr>
                                        <p:cTn id="69" dur="1000" fill="hold"/>
                                        <p:tgtEl>
                                          <p:spTgt spid="114770"/>
                                        </p:tgtEl>
                                        <p:attrNameLst>
                                          <p:attrName>ppt_h</p:attrName>
                                        </p:attrNameLst>
                                      </p:cBhvr>
                                      <p:tavLst>
                                        <p:tav tm="0">
                                          <p:val>
                                            <p:strVal val="#ppt_h"/>
                                          </p:val>
                                        </p:tav>
                                        <p:tav tm="100000">
                                          <p:val>
                                            <p:strVal val="#ppt_h"/>
                                          </p:val>
                                        </p:tav>
                                      </p:tavLst>
                                    </p:anim>
                                    <p:animEffect transition="in" filter="fade">
                                      <p:cBhvr>
                                        <p:cTn id="70" dur="1000"/>
                                        <p:tgtEl>
                                          <p:spTgt spid="114770"/>
                                        </p:tgtEl>
                                      </p:cBhvr>
                                    </p:animEffect>
                                  </p:childTnLst>
                                </p:cTn>
                              </p:par>
                              <p:par>
                                <p:cTn id="71" presetID="4" presetClass="entr" presetSubtype="16" fill="hold" nodeType="withEffect">
                                  <p:stCondLst>
                                    <p:cond delay="0"/>
                                  </p:stCondLst>
                                  <p:childTnLst>
                                    <p:set>
                                      <p:cBhvr>
                                        <p:cTn id="72" dur="1" fill="hold">
                                          <p:stCondLst>
                                            <p:cond delay="0"/>
                                          </p:stCondLst>
                                        </p:cTn>
                                        <p:tgtEl>
                                          <p:spTgt spid="114803"/>
                                        </p:tgtEl>
                                        <p:attrNameLst>
                                          <p:attrName>style.visibility</p:attrName>
                                        </p:attrNameLst>
                                      </p:cBhvr>
                                      <p:to>
                                        <p:strVal val="visible"/>
                                      </p:to>
                                    </p:set>
                                    <p:animEffect transition="in" filter="box(in)">
                                      <p:cBhvr>
                                        <p:cTn id="73" dur="500"/>
                                        <p:tgtEl>
                                          <p:spTgt spid="1148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9" grpId="0" animBg="1" uiExpand="1" build="p"/>
      <p:bldP spid="122924" grpId="0" animBg="1"/>
      <p:bldP spid="12295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日期占位符 3"/>
          <p:cNvSpPr txBox="1">
            <a:spLocks noGrp="1"/>
          </p:cNvSpPr>
          <p:nvPr/>
        </p:nvSpPr>
        <p:spPr>
          <a:xfrm>
            <a:off x="0" y="307975"/>
            <a:ext cx="900113" cy="158750"/>
          </a:xfrm>
          <a:prstGeom prst="rect">
            <a:avLst/>
          </a:prstGeom>
          <a:solidFill>
            <a:srgbClr val="00CCFF"/>
          </a:solidFill>
          <a:ln w="9525">
            <a:noFill/>
          </a:ln>
        </p:spPr>
        <p:txBody>
          <a:bodyPr tIns="10800"/>
          <a:p>
            <a:pPr eaLnBrk="1" hangingPunct="1">
              <a:lnSpc>
                <a:spcPct val="90000"/>
              </a:lnSpc>
              <a:buFont typeface="Arial" panose="020B0604020202020204" pitchFamily="34" charset="0"/>
            </a:pPr>
            <a:fld id="{BB962C8B-B14F-4D97-AF65-F5344CB8AC3E}" type="datetime11">
              <a:rPr lang="zh-CN" altLang="en-US" sz="900" b="1" dirty="0">
                <a:solidFill>
                  <a:schemeClr val="tx1"/>
                </a:solidFill>
                <a:latin typeface="Calibri" panose="020F0502020204030204" pitchFamily="34" charset="0"/>
              </a:rPr>
            </a:fld>
            <a:endParaRPr lang="zh-CN" altLang="en-US" sz="900" b="1" dirty="0">
              <a:solidFill>
                <a:schemeClr val="tx1"/>
              </a:solidFill>
              <a:latin typeface="Calibri" panose="020F0502020204030204" pitchFamily="34" charset="0"/>
            </a:endParaRPr>
          </a:p>
        </p:txBody>
      </p:sp>
      <p:sp>
        <p:nvSpPr>
          <p:cNvPr id="38915" name="灯片编号占位符 5"/>
          <p:cNvSpPr txBox="1">
            <a:spLocks noGrp="1"/>
          </p:cNvSpPr>
          <p:nvPr/>
        </p:nvSpPr>
        <p:spPr>
          <a:xfrm>
            <a:off x="8748713" y="5381625"/>
            <a:ext cx="431800" cy="142875"/>
          </a:xfrm>
          <a:prstGeom prst="rect">
            <a:avLst/>
          </a:prstGeom>
          <a:solidFill>
            <a:srgbClr val="00CCFF"/>
          </a:solidFill>
          <a:ln w="9525">
            <a:noFill/>
          </a:ln>
        </p:spPr>
        <p:txBody>
          <a:bodyPr lIns="18000" tIns="0"/>
          <a:p>
            <a:pPr algn="r" eaLnBrk="1" hangingPunct="1">
              <a:lnSpc>
                <a:spcPct val="90000"/>
              </a:lnSpc>
              <a:buFont typeface="Arial" panose="020B0604020202020204" pitchFamily="34" charset="0"/>
            </a:pPr>
            <a:fld id="{9A0DB2DC-4C9A-4742-B13C-FB6460FD3503}" type="slidenum">
              <a:rPr lang="en-US" altLang="zh-CN" sz="900" b="1" dirty="0">
                <a:solidFill>
                  <a:schemeClr val="tx1"/>
                </a:solidFill>
                <a:latin typeface="Calibri" panose="020F0502020204030204" pitchFamily="34" charset="0"/>
              </a:rPr>
            </a:fld>
            <a:endParaRPr lang="en-US" altLang="zh-CN" sz="900" b="1" dirty="0">
              <a:solidFill>
                <a:schemeClr val="tx1"/>
              </a:solidFill>
              <a:latin typeface="Calibri" panose="020F0502020204030204" pitchFamily="34" charset="0"/>
            </a:endParaRPr>
          </a:p>
        </p:txBody>
      </p:sp>
      <p:sp>
        <p:nvSpPr>
          <p:cNvPr id="37892" name="Rectangle 3"/>
          <p:cNvSpPr>
            <a:spLocks noGrp="1"/>
          </p:cNvSpPr>
          <p:nvPr>
            <p:ph type="title"/>
          </p:nvPr>
        </p:nvSpPr>
        <p:spPr>
          <a:xfrm>
            <a:off x="532765" y="574675"/>
            <a:ext cx="8077200" cy="628650"/>
          </a:xfrm>
          <a:solidFill>
            <a:srgbClr val="FFFFFF"/>
          </a:solidFill>
          <a:ln>
            <a:solidFill>
              <a:srgbClr val="000000"/>
            </a:solidFill>
          </a:ln>
        </p:spPr>
        <p:txBody>
          <a:bodyPr anchor="ctr"/>
          <a:p>
            <a:pPr eaLnBrk="1" hangingPunct="1"/>
            <a:r>
              <a:rPr lang="zh-CN" altLang="en-US" sz="2100" b="1" dirty="0">
                <a:solidFill>
                  <a:srgbClr val="FF0000"/>
                </a:solidFill>
                <a:ea typeface="华文新魏" panose="02010800040101010101" pitchFamily="2" charset="-122"/>
              </a:rPr>
              <a:t>二、在输出端连接低通环节以减弱干扰</a:t>
            </a:r>
            <a:endParaRPr lang="zh-CN" altLang="en-US" sz="2100" b="1" dirty="0">
              <a:solidFill>
                <a:srgbClr val="FF0000"/>
              </a:solidFill>
              <a:ea typeface="华文新魏" panose="02010800040101010101" pitchFamily="2" charset="-122"/>
            </a:endParaRPr>
          </a:p>
        </p:txBody>
      </p:sp>
      <p:sp>
        <p:nvSpPr>
          <p:cNvPr id="37893" name="Rectangle 4"/>
          <p:cNvSpPr>
            <a:spLocks noGrp="1"/>
          </p:cNvSpPr>
          <p:nvPr>
            <p:ph type="body"/>
          </p:nvPr>
        </p:nvSpPr>
        <p:spPr>
          <a:xfrm>
            <a:off x="533400" y="1362710"/>
            <a:ext cx="8077200" cy="1125220"/>
          </a:xfrm>
          <a:prstGeom prst="rect">
            <a:avLst/>
          </a:prstGeom>
          <a:solidFill>
            <a:srgbClr val="FFFFFF"/>
          </a:solidFill>
          <a:ln w="9525" cap="flat" cmpd="sng">
            <a:solidFill>
              <a:srgbClr val="000000"/>
            </a:solidFill>
            <a:prstDash val="solid"/>
            <a:headEnd type="none" w="med" len="med"/>
            <a:tailEnd type="none" w="med" len="med"/>
          </a:ln>
        </p:spPr>
        <p:txBody>
          <a:bodyPr/>
          <a:p>
            <a:pPr eaLnBrk="1" latinLnBrk="0" hangingPunct="1">
              <a:lnSpc>
                <a:spcPct val="175000"/>
              </a:lnSpc>
              <a:spcBef>
                <a:spcPts val="0"/>
              </a:spcBef>
              <a:buNone/>
            </a:pPr>
            <a:r>
              <a:rPr lang="en-US" altLang="zh-CN" sz="1800" dirty="0">
                <a:solidFill>
                  <a:schemeClr val="bg1"/>
                </a:solidFill>
              </a:rPr>
              <a:t>    </a:t>
            </a:r>
            <a:r>
              <a:rPr lang="zh-CN" altLang="en-US" sz="1800" b="1" dirty="0">
                <a:ea typeface="华文新魏" panose="02010800040101010101" pitchFamily="2" charset="-122"/>
              </a:rPr>
              <a:t>用低通滤波电路滤掉窄脉冲干扰，但将使输出变化的上升、下级沿增大，降低工作速度也使信号质量变坏。</a:t>
            </a:r>
            <a:endParaRPr lang="zh-CN" altLang="en-US" sz="1800" b="1" dirty="0">
              <a:ea typeface="华文新魏" panose="02010800040101010101" pitchFamily="2" charset="-122"/>
            </a:endParaRPr>
          </a:p>
          <a:p>
            <a:pPr eaLnBrk="1" hangingPunct="1">
              <a:lnSpc>
                <a:spcPct val="75000"/>
              </a:lnSpc>
              <a:spcBef>
                <a:spcPct val="50000"/>
              </a:spcBef>
              <a:buNone/>
            </a:pPr>
            <a:endParaRPr lang="zh-CN" altLang="en-US" sz="1800" b="1" dirty="0">
              <a:ea typeface="华文新魏" panose="02010800040101010101" pitchFamily="2" charset="-122"/>
            </a:endParaRPr>
          </a:p>
        </p:txBody>
      </p:sp>
      <p:grpSp>
        <p:nvGrpSpPr>
          <p:cNvPr id="37894" name="Group 47"/>
          <p:cNvGrpSpPr/>
          <p:nvPr/>
        </p:nvGrpSpPr>
        <p:grpSpPr>
          <a:xfrm>
            <a:off x="441325" y="3419475"/>
            <a:ext cx="3359150" cy="628650"/>
            <a:chOff x="182" y="336"/>
            <a:chExt cx="2116" cy="528"/>
          </a:xfrm>
        </p:grpSpPr>
        <p:sp>
          <p:nvSpPr>
            <p:cNvPr id="38945" name="Rectangle 5"/>
            <p:cNvSpPr/>
            <p:nvPr/>
          </p:nvSpPr>
          <p:spPr>
            <a:xfrm>
              <a:off x="768" y="336"/>
              <a:ext cx="528" cy="14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8946" name="Line 6"/>
            <p:cNvSpPr/>
            <p:nvPr/>
          </p:nvSpPr>
          <p:spPr>
            <a:xfrm>
              <a:off x="288" y="384"/>
              <a:ext cx="480" cy="0"/>
            </a:xfrm>
            <a:prstGeom prst="line">
              <a:avLst/>
            </a:prstGeom>
            <a:ln w="9525" cap="flat" cmpd="sng">
              <a:solidFill>
                <a:schemeClr val="tx1"/>
              </a:solidFill>
              <a:prstDash val="solid"/>
              <a:headEnd type="none" w="med" len="med"/>
              <a:tailEnd type="none" w="med" len="med"/>
            </a:ln>
          </p:spPr>
        </p:sp>
        <p:sp>
          <p:nvSpPr>
            <p:cNvPr id="38947" name="Line 7"/>
            <p:cNvSpPr/>
            <p:nvPr/>
          </p:nvSpPr>
          <p:spPr>
            <a:xfrm>
              <a:off x="288" y="816"/>
              <a:ext cx="1776" cy="0"/>
            </a:xfrm>
            <a:prstGeom prst="line">
              <a:avLst/>
            </a:prstGeom>
            <a:ln w="9525" cap="flat" cmpd="sng">
              <a:solidFill>
                <a:schemeClr val="tx1"/>
              </a:solidFill>
              <a:prstDash val="solid"/>
              <a:headEnd type="none" w="med" len="med"/>
              <a:tailEnd type="none" w="med" len="med"/>
            </a:ln>
          </p:spPr>
        </p:sp>
        <p:sp>
          <p:nvSpPr>
            <p:cNvPr id="38948" name="Line 8"/>
            <p:cNvSpPr/>
            <p:nvPr/>
          </p:nvSpPr>
          <p:spPr>
            <a:xfrm>
              <a:off x="1296" y="384"/>
              <a:ext cx="768" cy="0"/>
            </a:xfrm>
            <a:prstGeom prst="line">
              <a:avLst/>
            </a:prstGeom>
            <a:ln w="9525" cap="flat" cmpd="sng">
              <a:solidFill>
                <a:schemeClr val="tx1"/>
              </a:solidFill>
              <a:prstDash val="solid"/>
              <a:headEnd type="none" w="med" len="med"/>
              <a:tailEnd type="none" w="med" len="med"/>
            </a:ln>
          </p:spPr>
        </p:sp>
        <p:sp>
          <p:nvSpPr>
            <p:cNvPr id="38949" name="Line 9"/>
            <p:cNvSpPr/>
            <p:nvPr/>
          </p:nvSpPr>
          <p:spPr>
            <a:xfrm>
              <a:off x="1776" y="384"/>
              <a:ext cx="0" cy="144"/>
            </a:xfrm>
            <a:prstGeom prst="line">
              <a:avLst/>
            </a:prstGeom>
            <a:ln w="9525" cap="flat" cmpd="sng">
              <a:solidFill>
                <a:schemeClr val="tx1"/>
              </a:solidFill>
              <a:prstDash val="solid"/>
              <a:headEnd type="none" w="med" len="med"/>
              <a:tailEnd type="none" w="med" len="med"/>
            </a:ln>
          </p:spPr>
        </p:sp>
        <p:sp>
          <p:nvSpPr>
            <p:cNvPr id="38950" name="Line 10"/>
            <p:cNvSpPr/>
            <p:nvPr/>
          </p:nvSpPr>
          <p:spPr>
            <a:xfrm>
              <a:off x="1776" y="624"/>
              <a:ext cx="0" cy="192"/>
            </a:xfrm>
            <a:prstGeom prst="line">
              <a:avLst/>
            </a:prstGeom>
            <a:ln w="9525" cap="flat" cmpd="sng">
              <a:solidFill>
                <a:schemeClr val="tx1"/>
              </a:solidFill>
              <a:prstDash val="solid"/>
              <a:headEnd type="none" w="med" len="med"/>
              <a:tailEnd type="none" w="med" len="med"/>
            </a:ln>
          </p:spPr>
        </p:sp>
        <p:sp>
          <p:nvSpPr>
            <p:cNvPr id="38951" name="Line 11"/>
            <p:cNvSpPr/>
            <p:nvPr/>
          </p:nvSpPr>
          <p:spPr>
            <a:xfrm>
              <a:off x="1680" y="528"/>
              <a:ext cx="192" cy="0"/>
            </a:xfrm>
            <a:prstGeom prst="line">
              <a:avLst/>
            </a:prstGeom>
            <a:ln w="57150" cap="flat" cmpd="sng">
              <a:solidFill>
                <a:schemeClr val="tx1"/>
              </a:solidFill>
              <a:prstDash val="solid"/>
              <a:headEnd type="none" w="med" len="med"/>
              <a:tailEnd type="none" w="med" len="med"/>
            </a:ln>
          </p:spPr>
        </p:sp>
        <p:sp>
          <p:nvSpPr>
            <p:cNvPr id="38952" name="Line 12"/>
            <p:cNvSpPr/>
            <p:nvPr/>
          </p:nvSpPr>
          <p:spPr>
            <a:xfrm>
              <a:off x="1680" y="624"/>
              <a:ext cx="192" cy="0"/>
            </a:xfrm>
            <a:prstGeom prst="line">
              <a:avLst/>
            </a:prstGeom>
            <a:ln w="57150" cap="flat" cmpd="sng">
              <a:solidFill>
                <a:schemeClr val="tx1"/>
              </a:solidFill>
              <a:prstDash val="solid"/>
              <a:headEnd type="none" w="med" len="med"/>
              <a:tailEnd type="none" w="med" len="med"/>
            </a:ln>
          </p:spPr>
        </p:sp>
        <p:sp>
          <p:nvSpPr>
            <p:cNvPr id="38953" name="Oval 13"/>
            <p:cNvSpPr/>
            <p:nvPr/>
          </p:nvSpPr>
          <p:spPr>
            <a:xfrm>
              <a:off x="240" y="336"/>
              <a:ext cx="96" cy="9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8954" name="Oval 14"/>
            <p:cNvSpPr/>
            <p:nvPr/>
          </p:nvSpPr>
          <p:spPr>
            <a:xfrm>
              <a:off x="240" y="768"/>
              <a:ext cx="96" cy="9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8955" name="Oval 15"/>
            <p:cNvSpPr/>
            <p:nvPr/>
          </p:nvSpPr>
          <p:spPr>
            <a:xfrm>
              <a:off x="2064" y="768"/>
              <a:ext cx="96" cy="9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8956" name="Oval 16"/>
            <p:cNvSpPr/>
            <p:nvPr/>
          </p:nvSpPr>
          <p:spPr>
            <a:xfrm>
              <a:off x="2064" y="336"/>
              <a:ext cx="96" cy="9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8957" name="Text Box 17"/>
            <p:cNvSpPr txBox="1"/>
            <p:nvPr/>
          </p:nvSpPr>
          <p:spPr>
            <a:xfrm>
              <a:off x="182" y="503"/>
              <a:ext cx="292" cy="231"/>
            </a:xfrm>
            <a:prstGeom prst="rect">
              <a:avLst/>
            </a:prstGeom>
            <a:noFill/>
            <a:ln w="9525">
              <a:noFill/>
            </a:ln>
          </p:spPr>
          <p:txBody>
            <a:bodyPr wrap="none">
              <a:spAutoFit/>
            </a:bodyPr>
            <a:p>
              <a:pPr eaLnBrk="1" hangingPunct="1">
                <a:lnSpc>
                  <a:spcPct val="90000"/>
                </a:lnSpc>
                <a:buFont typeface="Arial" panose="020B0604020202020204" pitchFamily="34" charset="0"/>
              </a:pPr>
              <a:r>
                <a:rPr lang="en-US" altLang="zh-CN" sz="1300" b="1" dirty="0">
                  <a:solidFill>
                    <a:schemeClr val="tx1"/>
                  </a:solidFill>
                  <a:latin typeface="Arial" panose="020B0604020202020204" pitchFamily="34" charset="0"/>
                </a:rPr>
                <a:t>V1</a:t>
              </a:r>
              <a:endParaRPr lang="en-US" altLang="zh-CN" sz="1300" b="1" dirty="0">
                <a:solidFill>
                  <a:schemeClr val="tx1"/>
                </a:solidFill>
                <a:latin typeface="Arial" panose="020B0604020202020204" pitchFamily="34" charset="0"/>
              </a:endParaRPr>
            </a:p>
          </p:txBody>
        </p:sp>
        <p:sp>
          <p:nvSpPr>
            <p:cNvPr id="38958" name="Text Box 18"/>
            <p:cNvSpPr txBox="1"/>
            <p:nvPr/>
          </p:nvSpPr>
          <p:spPr>
            <a:xfrm>
              <a:off x="2006" y="503"/>
              <a:ext cx="292" cy="231"/>
            </a:xfrm>
            <a:prstGeom prst="rect">
              <a:avLst/>
            </a:prstGeom>
            <a:noFill/>
            <a:ln w="9525">
              <a:noFill/>
            </a:ln>
          </p:spPr>
          <p:txBody>
            <a:bodyPr wrap="none">
              <a:spAutoFit/>
            </a:bodyPr>
            <a:p>
              <a:pPr eaLnBrk="1" hangingPunct="1">
                <a:lnSpc>
                  <a:spcPct val="90000"/>
                </a:lnSpc>
                <a:buFont typeface="Arial" panose="020B0604020202020204" pitchFamily="34" charset="0"/>
              </a:pPr>
              <a:r>
                <a:rPr lang="en-US" altLang="zh-CN" sz="1300" b="1" dirty="0">
                  <a:solidFill>
                    <a:schemeClr val="tx1"/>
                  </a:solidFill>
                  <a:latin typeface="Arial" panose="020B0604020202020204" pitchFamily="34" charset="0"/>
                </a:rPr>
                <a:t>V2</a:t>
              </a:r>
              <a:endParaRPr lang="en-US" altLang="zh-CN" sz="1300" b="1" dirty="0">
                <a:solidFill>
                  <a:schemeClr val="tx1"/>
                </a:solidFill>
                <a:latin typeface="Arial" panose="020B0604020202020204" pitchFamily="34" charset="0"/>
              </a:endParaRPr>
            </a:p>
          </p:txBody>
        </p:sp>
        <p:sp>
          <p:nvSpPr>
            <p:cNvPr id="38959" name="Text Box 19"/>
            <p:cNvSpPr txBox="1"/>
            <p:nvPr/>
          </p:nvSpPr>
          <p:spPr>
            <a:xfrm>
              <a:off x="950" y="455"/>
              <a:ext cx="220" cy="231"/>
            </a:xfrm>
            <a:prstGeom prst="rect">
              <a:avLst/>
            </a:prstGeom>
            <a:noFill/>
            <a:ln w="9525">
              <a:noFill/>
            </a:ln>
          </p:spPr>
          <p:txBody>
            <a:bodyPr wrap="none">
              <a:spAutoFit/>
            </a:bodyPr>
            <a:p>
              <a:pPr eaLnBrk="1" hangingPunct="1">
                <a:lnSpc>
                  <a:spcPct val="90000"/>
                </a:lnSpc>
                <a:buFont typeface="Arial" panose="020B0604020202020204" pitchFamily="34" charset="0"/>
              </a:pPr>
              <a:r>
                <a:rPr lang="en-US" altLang="zh-CN" sz="1300" b="1" dirty="0">
                  <a:solidFill>
                    <a:schemeClr val="tx1"/>
                  </a:solidFill>
                  <a:latin typeface="Arial" panose="020B0604020202020204" pitchFamily="34" charset="0"/>
                </a:rPr>
                <a:t>R</a:t>
              </a:r>
              <a:endParaRPr lang="en-US" altLang="zh-CN" sz="1300" b="1" dirty="0">
                <a:solidFill>
                  <a:schemeClr val="tx1"/>
                </a:solidFill>
                <a:latin typeface="Arial" panose="020B0604020202020204" pitchFamily="34" charset="0"/>
              </a:endParaRPr>
            </a:p>
          </p:txBody>
        </p:sp>
        <p:sp>
          <p:nvSpPr>
            <p:cNvPr id="38960" name="Text Box 20"/>
            <p:cNvSpPr txBox="1"/>
            <p:nvPr/>
          </p:nvSpPr>
          <p:spPr>
            <a:xfrm>
              <a:off x="1478" y="455"/>
              <a:ext cx="220" cy="231"/>
            </a:xfrm>
            <a:prstGeom prst="rect">
              <a:avLst/>
            </a:prstGeom>
            <a:noFill/>
            <a:ln w="9525">
              <a:noFill/>
            </a:ln>
          </p:spPr>
          <p:txBody>
            <a:bodyPr wrap="none">
              <a:spAutoFit/>
            </a:bodyPr>
            <a:p>
              <a:pPr eaLnBrk="1" hangingPunct="1">
                <a:lnSpc>
                  <a:spcPct val="90000"/>
                </a:lnSpc>
                <a:buFont typeface="Arial" panose="020B0604020202020204" pitchFamily="34" charset="0"/>
              </a:pPr>
              <a:r>
                <a:rPr lang="en-US" altLang="zh-CN" sz="1300" b="1" dirty="0">
                  <a:solidFill>
                    <a:schemeClr val="tx1"/>
                  </a:solidFill>
                  <a:latin typeface="Arial" panose="020B0604020202020204" pitchFamily="34" charset="0"/>
                </a:rPr>
                <a:t>C</a:t>
              </a:r>
              <a:endParaRPr lang="en-US" altLang="zh-CN" sz="1300" b="1" dirty="0">
                <a:solidFill>
                  <a:schemeClr val="tx1"/>
                </a:solidFill>
                <a:latin typeface="Arial" panose="020B0604020202020204" pitchFamily="34" charset="0"/>
              </a:endParaRPr>
            </a:p>
          </p:txBody>
        </p:sp>
      </p:grpSp>
      <p:grpSp>
        <p:nvGrpSpPr>
          <p:cNvPr id="37895" name="Group 52"/>
          <p:cNvGrpSpPr/>
          <p:nvPr/>
        </p:nvGrpSpPr>
        <p:grpSpPr>
          <a:xfrm>
            <a:off x="4114800" y="2725738"/>
            <a:ext cx="4876800" cy="1771650"/>
            <a:chOff x="96" y="480"/>
            <a:chExt cx="3072" cy="1488"/>
          </a:xfrm>
        </p:grpSpPr>
        <p:sp>
          <p:nvSpPr>
            <p:cNvPr id="38920" name="Line 22"/>
            <p:cNvSpPr/>
            <p:nvPr/>
          </p:nvSpPr>
          <p:spPr>
            <a:xfrm>
              <a:off x="144" y="720"/>
              <a:ext cx="576" cy="0"/>
            </a:xfrm>
            <a:prstGeom prst="line">
              <a:avLst/>
            </a:prstGeom>
            <a:ln w="28575" cap="flat" cmpd="sng">
              <a:solidFill>
                <a:schemeClr val="tx1"/>
              </a:solidFill>
              <a:prstDash val="solid"/>
              <a:headEnd type="none" w="med" len="med"/>
              <a:tailEnd type="none" w="med" len="med"/>
            </a:ln>
          </p:spPr>
        </p:sp>
        <p:sp>
          <p:nvSpPr>
            <p:cNvPr id="38921" name="Line 23"/>
            <p:cNvSpPr/>
            <p:nvPr/>
          </p:nvSpPr>
          <p:spPr>
            <a:xfrm>
              <a:off x="720" y="480"/>
              <a:ext cx="576" cy="0"/>
            </a:xfrm>
            <a:prstGeom prst="line">
              <a:avLst/>
            </a:prstGeom>
            <a:ln w="28575" cap="flat" cmpd="sng">
              <a:solidFill>
                <a:schemeClr val="tx1"/>
              </a:solidFill>
              <a:prstDash val="solid"/>
              <a:headEnd type="none" w="med" len="med"/>
              <a:tailEnd type="none" w="med" len="med"/>
            </a:ln>
          </p:spPr>
        </p:sp>
        <p:sp>
          <p:nvSpPr>
            <p:cNvPr id="38922" name="Line 24"/>
            <p:cNvSpPr/>
            <p:nvPr/>
          </p:nvSpPr>
          <p:spPr>
            <a:xfrm>
              <a:off x="1296" y="720"/>
              <a:ext cx="192" cy="0"/>
            </a:xfrm>
            <a:prstGeom prst="line">
              <a:avLst/>
            </a:prstGeom>
            <a:ln w="28575" cap="flat" cmpd="sng">
              <a:solidFill>
                <a:schemeClr val="tx1"/>
              </a:solidFill>
              <a:prstDash val="solid"/>
              <a:headEnd type="none" w="med" len="med"/>
              <a:tailEnd type="none" w="med" len="med"/>
            </a:ln>
          </p:spPr>
        </p:sp>
        <p:sp>
          <p:nvSpPr>
            <p:cNvPr id="38923" name="Line 25"/>
            <p:cNvSpPr/>
            <p:nvPr/>
          </p:nvSpPr>
          <p:spPr>
            <a:xfrm>
              <a:off x="2400" y="480"/>
              <a:ext cx="96" cy="0"/>
            </a:xfrm>
            <a:prstGeom prst="line">
              <a:avLst/>
            </a:prstGeom>
            <a:ln w="28575" cap="flat" cmpd="sng">
              <a:solidFill>
                <a:schemeClr val="tx1"/>
              </a:solidFill>
              <a:prstDash val="solid"/>
              <a:headEnd type="none" w="med" len="med"/>
              <a:tailEnd type="none" w="med" len="med"/>
            </a:ln>
          </p:spPr>
        </p:sp>
        <p:sp>
          <p:nvSpPr>
            <p:cNvPr id="38924" name="Line 26"/>
            <p:cNvSpPr/>
            <p:nvPr/>
          </p:nvSpPr>
          <p:spPr>
            <a:xfrm>
              <a:off x="2304" y="720"/>
              <a:ext cx="96" cy="0"/>
            </a:xfrm>
            <a:prstGeom prst="line">
              <a:avLst/>
            </a:prstGeom>
            <a:ln w="28575" cap="flat" cmpd="sng">
              <a:solidFill>
                <a:schemeClr val="tx1"/>
              </a:solidFill>
              <a:prstDash val="solid"/>
              <a:headEnd type="none" w="med" len="med"/>
              <a:tailEnd type="none" w="med" len="med"/>
            </a:ln>
          </p:spPr>
        </p:sp>
        <p:sp>
          <p:nvSpPr>
            <p:cNvPr id="38925" name="Line 27"/>
            <p:cNvSpPr/>
            <p:nvPr/>
          </p:nvSpPr>
          <p:spPr>
            <a:xfrm>
              <a:off x="1488" y="480"/>
              <a:ext cx="816" cy="0"/>
            </a:xfrm>
            <a:prstGeom prst="line">
              <a:avLst/>
            </a:prstGeom>
            <a:ln w="28575" cap="flat" cmpd="sng">
              <a:solidFill>
                <a:schemeClr val="tx1"/>
              </a:solidFill>
              <a:prstDash val="solid"/>
              <a:headEnd type="none" w="med" len="med"/>
              <a:tailEnd type="none" w="med" len="med"/>
            </a:ln>
          </p:spPr>
        </p:sp>
        <p:sp>
          <p:nvSpPr>
            <p:cNvPr id="38926" name="Line 28"/>
            <p:cNvSpPr/>
            <p:nvPr/>
          </p:nvSpPr>
          <p:spPr>
            <a:xfrm>
              <a:off x="2496" y="480"/>
              <a:ext cx="0" cy="240"/>
            </a:xfrm>
            <a:prstGeom prst="line">
              <a:avLst/>
            </a:prstGeom>
            <a:ln w="28575" cap="flat" cmpd="sng">
              <a:solidFill>
                <a:schemeClr val="tx1"/>
              </a:solidFill>
              <a:prstDash val="solid"/>
              <a:headEnd type="none" w="med" len="med"/>
              <a:tailEnd type="none" w="med" len="med"/>
            </a:ln>
          </p:spPr>
        </p:sp>
        <p:sp>
          <p:nvSpPr>
            <p:cNvPr id="38927" name="Line 29"/>
            <p:cNvSpPr/>
            <p:nvPr/>
          </p:nvSpPr>
          <p:spPr>
            <a:xfrm>
              <a:off x="2400" y="480"/>
              <a:ext cx="0" cy="240"/>
            </a:xfrm>
            <a:prstGeom prst="line">
              <a:avLst/>
            </a:prstGeom>
            <a:ln w="28575" cap="flat" cmpd="sng">
              <a:solidFill>
                <a:schemeClr val="tx1"/>
              </a:solidFill>
              <a:prstDash val="solid"/>
              <a:headEnd type="none" w="med" len="med"/>
              <a:tailEnd type="none" w="med" len="med"/>
            </a:ln>
          </p:spPr>
        </p:sp>
        <p:sp>
          <p:nvSpPr>
            <p:cNvPr id="38928" name="Line 30"/>
            <p:cNvSpPr/>
            <p:nvPr/>
          </p:nvSpPr>
          <p:spPr>
            <a:xfrm>
              <a:off x="2304" y="480"/>
              <a:ext cx="0" cy="240"/>
            </a:xfrm>
            <a:prstGeom prst="line">
              <a:avLst/>
            </a:prstGeom>
            <a:ln w="28575" cap="flat" cmpd="sng">
              <a:solidFill>
                <a:schemeClr val="tx1"/>
              </a:solidFill>
              <a:prstDash val="solid"/>
              <a:headEnd type="none" w="med" len="med"/>
              <a:tailEnd type="none" w="med" len="med"/>
            </a:ln>
          </p:spPr>
        </p:sp>
        <p:sp>
          <p:nvSpPr>
            <p:cNvPr id="38929" name="Line 31"/>
            <p:cNvSpPr/>
            <p:nvPr/>
          </p:nvSpPr>
          <p:spPr>
            <a:xfrm>
              <a:off x="1488" y="480"/>
              <a:ext cx="0" cy="240"/>
            </a:xfrm>
            <a:prstGeom prst="line">
              <a:avLst/>
            </a:prstGeom>
            <a:ln w="28575" cap="flat" cmpd="sng">
              <a:solidFill>
                <a:schemeClr val="tx1"/>
              </a:solidFill>
              <a:prstDash val="solid"/>
              <a:headEnd type="none" w="med" len="med"/>
              <a:tailEnd type="none" w="med" len="med"/>
            </a:ln>
          </p:spPr>
        </p:sp>
        <p:sp>
          <p:nvSpPr>
            <p:cNvPr id="38930" name="Line 32"/>
            <p:cNvSpPr/>
            <p:nvPr/>
          </p:nvSpPr>
          <p:spPr>
            <a:xfrm>
              <a:off x="1296" y="480"/>
              <a:ext cx="0" cy="240"/>
            </a:xfrm>
            <a:prstGeom prst="line">
              <a:avLst/>
            </a:prstGeom>
            <a:ln w="28575" cap="flat" cmpd="sng">
              <a:solidFill>
                <a:schemeClr val="tx1"/>
              </a:solidFill>
              <a:prstDash val="solid"/>
              <a:headEnd type="none" w="med" len="med"/>
              <a:tailEnd type="none" w="med" len="med"/>
            </a:ln>
          </p:spPr>
        </p:sp>
        <p:sp>
          <p:nvSpPr>
            <p:cNvPr id="38931" name="Line 33"/>
            <p:cNvSpPr/>
            <p:nvPr/>
          </p:nvSpPr>
          <p:spPr>
            <a:xfrm>
              <a:off x="720" y="480"/>
              <a:ext cx="0" cy="240"/>
            </a:xfrm>
            <a:prstGeom prst="line">
              <a:avLst/>
            </a:prstGeom>
            <a:ln w="28575" cap="flat" cmpd="sng">
              <a:solidFill>
                <a:schemeClr val="tx1"/>
              </a:solidFill>
              <a:prstDash val="solid"/>
              <a:headEnd type="none" w="med" len="med"/>
              <a:tailEnd type="none" w="med" len="med"/>
            </a:ln>
          </p:spPr>
        </p:sp>
        <p:sp>
          <p:nvSpPr>
            <p:cNvPr id="38932" name="Line 34"/>
            <p:cNvSpPr/>
            <p:nvPr/>
          </p:nvSpPr>
          <p:spPr>
            <a:xfrm>
              <a:off x="96" y="1824"/>
              <a:ext cx="624" cy="0"/>
            </a:xfrm>
            <a:prstGeom prst="line">
              <a:avLst/>
            </a:prstGeom>
            <a:ln w="28575" cap="flat" cmpd="sng">
              <a:solidFill>
                <a:schemeClr val="tx1"/>
              </a:solidFill>
              <a:prstDash val="solid"/>
              <a:headEnd type="none" w="med" len="med"/>
              <a:tailEnd type="none" w="med" len="med"/>
            </a:ln>
          </p:spPr>
        </p:sp>
        <p:sp>
          <p:nvSpPr>
            <p:cNvPr id="38933" name="Line 35"/>
            <p:cNvSpPr/>
            <p:nvPr/>
          </p:nvSpPr>
          <p:spPr>
            <a:xfrm>
              <a:off x="2496" y="720"/>
              <a:ext cx="576" cy="0"/>
            </a:xfrm>
            <a:prstGeom prst="line">
              <a:avLst/>
            </a:prstGeom>
            <a:ln w="28575" cap="flat" cmpd="sng">
              <a:solidFill>
                <a:schemeClr val="tx1"/>
              </a:solidFill>
              <a:prstDash val="solid"/>
              <a:headEnd type="none" w="med" len="med"/>
              <a:tailEnd type="none" w="med" len="med"/>
            </a:ln>
          </p:spPr>
        </p:sp>
        <p:sp>
          <p:nvSpPr>
            <p:cNvPr id="38934" name="Line 36"/>
            <p:cNvSpPr/>
            <p:nvPr/>
          </p:nvSpPr>
          <p:spPr>
            <a:xfrm>
              <a:off x="720" y="720"/>
              <a:ext cx="0" cy="1200"/>
            </a:xfrm>
            <a:prstGeom prst="line">
              <a:avLst/>
            </a:prstGeom>
            <a:ln w="9525" cap="flat" cmpd="sng">
              <a:solidFill>
                <a:srgbClr val="FF9900"/>
              </a:solidFill>
              <a:prstDash val="lgDash"/>
              <a:headEnd type="none" w="med" len="med"/>
              <a:tailEnd type="none" w="med" len="med"/>
            </a:ln>
          </p:spPr>
        </p:sp>
        <p:sp>
          <p:nvSpPr>
            <p:cNvPr id="38935" name="Freeform 37"/>
            <p:cNvSpPr/>
            <p:nvPr/>
          </p:nvSpPr>
          <p:spPr>
            <a:xfrm>
              <a:off x="720" y="1528"/>
              <a:ext cx="576" cy="296"/>
            </a:xfrm>
            <a:custGeom>
              <a:avLst/>
              <a:gdLst/>
              <a:ahLst/>
              <a:cxnLst>
                <a:cxn ang="0">
                  <a:pos x="0" y="296"/>
                </a:cxn>
                <a:cxn ang="0">
                  <a:pos x="48" y="152"/>
                </a:cxn>
                <a:cxn ang="0">
                  <a:pos x="192" y="56"/>
                </a:cxn>
                <a:cxn ang="0">
                  <a:pos x="384" y="8"/>
                </a:cxn>
                <a:cxn ang="0">
                  <a:pos x="576" y="8"/>
                </a:cxn>
              </a:cxnLst>
              <a:pathLst>
                <a:path w="576" h="296">
                  <a:moveTo>
                    <a:pt x="0" y="296"/>
                  </a:moveTo>
                  <a:cubicBezTo>
                    <a:pt x="8" y="244"/>
                    <a:pt x="16" y="192"/>
                    <a:pt x="48" y="152"/>
                  </a:cubicBezTo>
                  <a:cubicBezTo>
                    <a:pt x="80" y="112"/>
                    <a:pt x="136" y="80"/>
                    <a:pt x="192" y="56"/>
                  </a:cubicBezTo>
                  <a:cubicBezTo>
                    <a:pt x="248" y="32"/>
                    <a:pt x="320" y="16"/>
                    <a:pt x="384" y="8"/>
                  </a:cubicBezTo>
                  <a:cubicBezTo>
                    <a:pt x="448" y="0"/>
                    <a:pt x="544" y="8"/>
                    <a:pt x="576" y="8"/>
                  </a:cubicBez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38936" name="Line 38"/>
            <p:cNvSpPr/>
            <p:nvPr/>
          </p:nvSpPr>
          <p:spPr>
            <a:xfrm>
              <a:off x="1296" y="720"/>
              <a:ext cx="0" cy="1248"/>
            </a:xfrm>
            <a:prstGeom prst="line">
              <a:avLst/>
            </a:prstGeom>
            <a:ln w="9525" cap="flat" cmpd="sng">
              <a:solidFill>
                <a:srgbClr val="FF9900"/>
              </a:solidFill>
              <a:prstDash val="lgDash"/>
              <a:headEnd type="none" w="med" len="med"/>
              <a:tailEnd type="none" w="med" len="med"/>
            </a:ln>
          </p:spPr>
        </p:sp>
        <p:sp>
          <p:nvSpPr>
            <p:cNvPr id="38937" name="Line 39"/>
            <p:cNvSpPr/>
            <p:nvPr/>
          </p:nvSpPr>
          <p:spPr>
            <a:xfrm>
              <a:off x="1488" y="720"/>
              <a:ext cx="0" cy="1248"/>
            </a:xfrm>
            <a:prstGeom prst="line">
              <a:avLst/>
            </a:prstGeom>
            <a:ln w="9525" cap="flat" cmpd="sng">
              <a:solidFill>
                <a:srgbClr val="FF9900"/>
              </a:solidFill>
              <a:prstDash val="lgDash"/>
              <a:headEnd type="none" w="med" len="med"/>
              <a:tailEnd type="none" w="med" len="med"/>
            </a:ln>
          </p:spPr>
        </p:sp>
        <p:sp>
          <p:nvSpPr>
            <p:cNvPr id="38938" name="Line 40"/>
            <p:cNvSpPr/>
            <p:nvPr/>
          </p:nvSpPr>
          <p:spPr>
            <a:xfrm>
              <a:off x="2304" y="684"/>
              <a:ext cx="0" cy="1248"/>
            </a:xfrm>
            <a:prstGeom prst="line">
              <a:avLst/>
            </a:prstGeom>
            <a:ln w="9525" cap="flat" cmpd="sng">
              <a:solidFill>
                <a:srgbClr val="FF9900"/>
              </a:solidFill>
              <a:prstDash val="lgDash"/>
              <a:headEnd type="none" w="med" len="med"/>
              <a:tailEnd type="none" w="med" len="med"/>
            </a:ln>
          </p:spPr>
        </p:sp>
        <p:sp>
          <p:nvSpPr>
            <p:cNvPr id="38939" name="Line 41"/>
            <p:cNvSpPr/>
            <p:nvPr/>
          </p:nvSpPr>
          <p:spPr>
            <a:xfrm>
              <a:off x="2400" y="720"/>
              <a:ext cx="0" cy="1248"/>
            </a:xfrm>
            <a:prstGeom prst="line">
              <a:avLst/>
            </a:prstGeom>
            <a:ln w="9525" cap="flat" cmpd="sng">
              <a:solidFill>
                <a:srgbClr val="FF9900"/>
              </a:solidFill>
              <a:prstDash val="lgDash"/>
              <a:headEnd type="none" w="med" len="med"/>
              <a:tailEnd type="none" w="med" len="med"/>
            </a:ln>
          </p:spPr>
        </p:sp>
        <p:sp>
          <p:nvSpPr>
            <p:cNvPr id="38940" name="Line 42"/>
            <p:cNvSpPr/>
            <p:nvPr/>
          </p:nvSpPr>
          <p:spPr>
            <a:xfrm>
              <a:off x="2496" y="720"/>
              <a:ext cx="0" cy="1248"/>
            </a:xfrm>
            <a:prstGeom prst="line">
              <a:avLst/>
            </a:prstGeom>
            <a:ln w="9525" cap="flat" cmpd="sng">
              <a:solidFill>
                <a:srgbClr val="FF9900"/>
              </a:solidFill>
              <a:prstDash val="lgDash"/>
              <a:headEnd type="none" w="med" len="med"/>
              <a:tailEnd type="none" w="med" len="med"/>
            </a:ln>
          </p:spPr>
        </p:sp>
        <p:sp>
          <p:nvSpPr>
            <p:cNvPr id="38941" name="Freeform 43"/>
            <p:cNvSpPr/>
            <p:nvPr/>
          </p:nvSpPr>
          <p:spPr>
            <a:xfrm>
              <a:off x="1296" y="1524"/>
              <a:ext cx="1072" cy="176"/>
            </a:xfrm>
            <a:custGeom>
              <a:avLst/>
              <a:gdLst/>
              <a:ahLst/>
              <a:cxnLst>
                <a:cxn ang="0">
                  <a:pos x="0" y="8"/>
                </a:cxn>
                <a:cxn ang="0">
                  <a:pos x="96" y="152"/>
                </a:cxn>
                <a:cxn ang="0">
                  <a:pos x="192" y="152"/>
                </a:cxn>
                <a:cxn ang="0">
                  <a:pos x="240" y="56"/>
                </a:cxn>
                <a:cxn ang="0">
                  <a:pos x="288" y="8"/>
                </a:cxn>
                <a:cxn ang="0">
                  <a:pos x="384" y="8"/>
                </a:cxn>
                <a:cxn ang="0">
                  <a:pos x="1008" y="8"/>
                </a:cxn>
                <a:cxn ang="0">
                  <a:pos x="768" y="8"/>
                </a:cxn>
                <a:cxn ang="0">
                  <a:pos x="960" y="8"/>
                </a:cxn>
              </a:cxnLst>
              <a:pathLst>
                <a:path w="1072" h="176">
                  <a:moveTo>
                    <a:pt x="0" y="8"/>
                  </a:moveTo>
                  <a:cubicBezTo>
                    <a:pt x="32" y="68"/>
                    <a:pt x="64" y="128"/>
                    <a:pt x="96" y="152"/>
                  </a:cubicBezTo>
                  <a:cubicBezTo>
                    <a:pt x="128" y="176"/>
                    <a:pt x="168" y="168"/>
                    <a:pt x="192" y="152"/>
                  </a:cubicBezTo>
                  <a:cubicBezTo>
                    <a:pt x="216" y="136"/>
                    <a:pt x="224" y="80"/>
                    <a:pt x="240" y="56"/>
                  </a:cubicBezTo>
                  <a:cubicBezTo>
                    <a:pt x="256" y="32"/>
                    <a:pt x="264" y="16"/>
                    <a:pt x="288" y="8"/>
                  </a:cubicBezTo>
                  <a:cubicBezTo>
                    <a:pt x="312" y="0"/>
                    <a:pt x="264" y="8"/>
                    <a:pt x="384" y="8"/>
                  </a:cubicBezTo>
                  <a:cubicBezTo>
                    <a:pt x="504" y="8"/>
                    <a:pt x="944" y="8"/>
                    <a:pt x="1008" y="8"/>
                  </a:cubicBezTo>
                  <a:cubicBezTo>
                    <a:pt x="1072" y="8"/>
                    <a:pt x="776" y="8"/>
                    <a:pt x="768" y="8"/>
                  </a:cubicBezTo>
                  <a:cubicBezTo>
                    <a:pt x="760" y="8"/>
                    <a:pt x="860" y="8"/>
                    <a:pt x="960" y="8"/>
                  </a:cubicBez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38942" name="Freeform 44"/>
            <p:cNvSpPr/>
            <p:nvPr/>
          </p:nvSpPr>
          <p:spPr>
            <a:xfrm>
              <a:off x="2301" y="1542"/>
              <a:ext cx="106" cy="117"/>
            </a:xfrm>
            <a:custGeom>
              <a:avLst/>
              <a:gdLst/>
              <a:ahLst/>
              <a:cxnLst>
                <a:cxn ang="0">
                  <a:pos x="0" y="0"/>
                </a:cxn>
                <a:cxn ang="0">
                  <a:pos x="106" y="117"/>
                </a:cxn>
              </a:cxnLst>
              <a:pathLst>
                <a:path w="106" h="117">
                  <a:moveTo>
                    <a:pt x="0" y="0"/>
                  </a:moveTo>
                  <a:cubicBezTo>
                    <a:pt x="18" y="54"/>
                    <a:pt x="30" y="117"/>
                    <a:pt x="106" y="117"/>
                  </a:cubicBez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38943" name="Freeform 50"/>
            <p:cNvSpPr/>
            <p:nvPr/>
          </p:nvSpPr>
          <p:spPr>
            <a:xfrm>
              <a:off x="2496" y="1536"/>
              <a:ext cx="672" cy="296"/>
            </a:xfrm>
            <a:custGeom>
              <a:avLst/>
              <a:gdLst/>
              <a:ahLst/>
              <a:cxnLst>
                <a:cxn ang="0">
                  <a:pos x="0" y="0"/>
                </a:cxn>
                <a:cxn ang="0">
                  <a:pos x="1" y="240"/>
                </a:cxn>
                <a:cxn ang="0">
                  <a:pos x="1" y="288"/>
                </a:cxn>
                <a:cxn ang="0">
                  <a:pos x="1" y="288"/>
                </a:cxn>
              </a:cxnLst>
              <a:pathLst>
                <a:path w="912" h="296">
                  <a:moveTo>
                    <a:pt x="0" y="0"/>
                  </a:moveTo>
                  <a:cubicBezTo>
                    <a:pt x="52" y="96"/>
                    <a:pt x="104" y="192"/>
                    <a:pt x="192" y="240"/>
                  </a:cubicBezTo>
                  <a:cubicBezTo>
                    <a:pt x="280" y="288"/>
                    <a:pt x="408" y="280"/>
                    <a:pt x="528" y="288"/>
                  </a:cubicBezTo>
                  <a:cubicBezTo>
                    <a:pt x="648" y="296"/>
                    <a:pt x="848" y="288"/>
                    <a:pt x="912" y="288"/>
                  </a:cubicBez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38944" name="Freeform 51"/>
            <p:cNvSpPr/>
            <p:nvPr/>
          </p:nvSpPr>
          <p:spPr>
            <a:xfrm>
              <a:off x="2400" y="1536"/>
              <a:ext cx="96" cy="144"/>
            </a:xfrm>
            <a:custGeom>
              <a:avLst/>
              <a:gdLst/>
              <a:ahLst/>
              <a:cxnLst>
                <a:cxn ang="0">
                  <a:pos x="0" y="144"/>
                </a:cxn>
                <a:cxn ang="0">
                  <a:pos x="48" y="48"/>
                </a:cxn>
                <a:cxn ang="0">
                  <a:pos x="96" y="0"/>
                </a:cxn>
              </a:cxnLst>
              <a:pathLst>
                <a:path w="96" h="144">
                  <a:moveTo>
                    <a:pt x="0" y="144"/>
                  </a:moveTo>
                  <a:cubicBezTo>
                    <a:pt x="16" y="108"/>
                    <a:pt x="32" y="72"/>
                    <a:pt x="48" y="48"/>
                  </a:cubicBezTo>
                  <a:cubicBezTo>
                    <a:pt x="64" y="24"/>
                    <a:pt x="88" y="8"/>
                    <a:pt x="96" y="0"/>
                  </a:cubicBez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grpSp>
      <p:sp>
        <p:nvSpPr>
          <p:cNvPr id="2" name="Text Box 17"/>
          <p:cNvSpPr txBox="1"/>
          <p:nvPr/>
        </p:nvSpPr>
        <p:spPr>
          <a:xfrm>
            <a:off x="3797300" y="2812494"/>
            <a:ext cx="463550" cy="275034"/>
          </a:xfrm>
          <a:prstGeom prst="rect">
            <a:avLst/>
          </a:prstGeom>
          <a:noFill/>
          <a:ln w="9525">
            <a:noFill/>
          </a:ln>
        </p:spPr>
        <p:txBody>
          <a:bodyPr wrap="none">
            <a:spAutoFit/>
          </a:bodyPr>
          <a:p>
            <a:pPr eaLnBrk="1" hangingPunct="1">
              <a:lnSpc>
                <a:spcPct val="90000"/>
              </a:lnSpc>
              <a:buFont typeface="Arial" panose="020B0604020202020204" pitchFamily="34" charset="0"/>
            </a:pPr>
            <a:r>
              <a:rPr lang="en-US" altLang="zh-CN" sz="1300" b="1" dirty="0">
                <a:solidFill>
                  <a:schemeClr val="tx1"/>
                </a:solidFill>
                <a:latin typeface="Arial" panose="020B0604020202020204" pitchFamily="34" charset="0"/>
              </a:rPr>
              <a:t>V1</a:t>
            </a:r>
            <a:endParaRPr lang="en-US" altLang="zh-CN" sz="1300" b="1" dirty="0">
              <a:solidFill>
                <a:schemeClr val="tx1"/>
              </a:solidFill>
              <a:latin typeface="Arial" panose="020B0604020202020204" pitchFamily="34" charset="0"/>
            </a:endParaRPr>
          </a:p>
        </p:txBody>
      </p:sp>
      <p:sp>
        <p:nvSpPr>
          <p:cNvPr id="3" name="Text Box 17"/>
          <p:cNvSpPr txBox="1"/>
          <p:nvPr/>
        </p:nvSpPr>
        <p:spPr>
          <a:xfrm>
            <a:off x="3780790" y="4087574"/>
            <a:ext cx="384810" cy="270510"/>
          </a:xfrm>
          <a:prstGeom prst="rect">
            <a:avLst/>
          </a:prstGeom>
          <a:noFill/>
          <a:ln w="9525">
            <a:noFill/>
          </a:ln>
        </p:spPr>
        <p:txBody>
          <a:bodyPr wrap="none">
            <a:spAutoFit/>
          </a:bodyPr>
          <a:p>
            <a:pPr eaLnBrk="1" hangingPunct="1">
              <a:lnSpc>
                <a:spcPct val="90000"/>
              </a:lnSpc>
              <a:buFont typeface="Arial" panose="020B0604020202020204" pitchFamily="34" charset="0"/>
            </a:pPr>
            <a:r>
              <a:rPr lang="en-US" altLang="zh-CN" sz="1300" b="1" dirty="0">
                <a:solidFill>
                  <a:schemeClr val="tx1"/>
                </a:solidFill>
                <a:latin typeface="Arial" panose="020B0604020202020204" pitchFamily="34" charset="0"/>
              </a:rPr>
              <a:t>V2</a:t>
            </a:r>
            <a:endParaRPr lang="en-US" altLang="zh-CN" sz="1300" b="1" dirty="0">
              <a:solidFill>
                <a:schemeClr val="tx1"/>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892"/>
                                        </p:tgtEl>
                                        <p:attrNameLst>
                                          <p:attrName>style.visibility</p:attrName>
                                        </p:attrNameLst>
                                      </p:cBhvr>
                                      <p:to>
                                        <p:strVal val="visible"/>
                                      </p:to>
                                    </p:set>
                                    <p:anim calcmode="lin" valueType="num">
                                      <p:cBhvr additive="base">
                                        <p:cTn id="7" dur="500" fill="hold"/>
                                        <p:tgtEl>
                                          <p:spTgt spid="37892"/>
                                        </p:tgtEl>
                                        <p:attrNameLst>
                                          <p:attrName>ppt_x</p:attrName>
                                        </p:attrNameLst>
                                      </p:cBhvr>
                                      <p:tavLst>
                                        <p:tav tm="0">
                                          <p:val>
                                            <p:strVal val="#ppt_x"/>
                                          </p:val>
                                        </p:tav>
                                        <p:tav tm="100000">
                                          <p:val>
                                            <p:strVal val="#ppt_x"/>
                                          </p:val>
                                        </p:tav>
                                      </p:tavLst>
                                    </p:anim>
                                    <p:anim calcmode="lin" valueType="num">
                                      <p:cBhvr additive="base">
                                        <p:cTn id="8" dur="500" fill="hold"/>
                                        <p:tgtEl>
                                          <p:spTgt spid="3789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893"/>
                                        </p:tgtEl>
                                        <p:attrNameLst>
                                          <p:attrName>style.visibility</p:attrName>
                                        </p:attrNameLst>
                                      </p:cBhvr>
                                      <p:to>
                                        <p:strVal val="visible"/>
                                      </p:to>
                                    </p:set>
                                    <p:anim calcmode="lin" valueType="num">
                                      <p:cBhvr additive="base">
                                        <p:cTn id="13" dur="500" fill="hold"/>
                                        <p:tgtEl>
                                          <p:spTgt spid="37893"/>
                                        </p:tgtEl>
                                        <p:attrNameLst>
                                          <p:attrName>ppt_x</p:attrName>
                                        </p:attrNameLst>
                                      </p:cBhvr>
                                      <p:tavLst>
                                        <p:tav tm="0">
                                          <p:val>
                                            <p:strVal val="#ppt_x"/>
                                          </p:val>
                                        </p:tav>
                                        <p:tav tm="100000">
                                          <p:val>
                                            <p:strVal val="#ppt_x"/>
                                          </p:val>
                                        </p:tav>
                                      </p:tavLst>
                                    </p:anim>
                                    <p:anim calcmode="lin" valueType="num">
                                      <p:cBhvr additive="base">
                                        <p:cTn id="14" dur="500" fill="hold"/>
                                        <p:tgtEl>
                                          <p:spTgt spid="37893"/>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7893">
                                            <p:txEl>
                                              <p:charRg st="0" end="41"/>
                                            </p:txEl>
                                          </p:spTgt>
                                        </p:tgtEl>
                                        <p:attrNameLst>
                                          <p:attrName>style.visibility</p:attrName>
                                        </p:attrNameLst>
                                      </p:cBhvr>
                                      <p:to>
                                        <p:strVal val="visible"/>
                                      </p:to>
                                    </p:set>
                                    <p:anim calcmode="lin" valueType="num">
                                      <p:cBhvr additive="base">
                                        <p:cTn id="17" dur="500" fill="hold"/>
                                        <p:tgtEl>
                                          <p:spTgt spid="37893">
                                            <p:txEl>
                                              <p:charRg st="0" end="4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7893">
                                            <p:txEl>
                                              <p:charRg st="0" end="4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37895"/>
                                        </p:tgtEl>
                                        <p:attrNameLst>
                                          <p:attrName>style.visibility</p:attrName>
                                        </p:attrNameLst>
                                      </p:cBhvr>
                                      <p:to>
                                        <p:strVal val="visible"/>
                                      </p:to>
                                    </p:set>
                                    <p:animEffect transition="in" filter="randombar(horizontal)">
                                      <p:cBhvr>
                                        <p:cTn id="23" dur="500"/>
                                        <p:tgtEl>
                                          <p:spTgt spid="37895"/>
                                        </p:tgtEl>
                                      </p:cBhvr>
                                    </p:animEffect>
                                  </p:childTnLst>
                                </p:cTn>
                              </p:par>
                              <p:par>
                                <p:cTn id="24" presetID="14" presetClass="entr" presetSubtype="10" fill="hold" nodeType="withEffect">
                                  <p:stCondLst>
                                    <p:cond delay="0"/>
                                  </p:stCondLst>
                                  <p:childTnLst>
                                    <p:set>
                                      <p:cBhvr>
                                        <p:cTn id="25" dur="1" fill="hold">
                                          <p:stCondLst>
                                            <p:cond delay="0"/>
                                          </p:stCondLst>
                                        </p:cTn>
                                        <p:tgtEl>
                                          <p:spTgt spid="37894"/>
                                        </p:tgtEl>
                                        <p:attrNameLst>
                                          <p:attrName>style.visibility</p:attrName>
                                        </p:attrNameLst>
                                      </p:cBhvr>
                                      <p:to>
                                        <p:strVal val="visible"/>
                                      </p:to>
                                    </p:set>
                                    <p:animEffect transition="in" filter="randombar(horizontal)">
                                      <p:cBhvr>
                                        <p:cTn id="26" dur="500"/>
                                        <p:tgtEl>
                                          <p:spTgt spid="37894"/>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linds(horizontal)">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linds(horizontal)">
                                      <p:cBhvr>
                                        <p:cTn id="3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bldLvl="0" animBg="1"/>
      <p:bldP spid="37893" grpId="0" animBg="1" build="p"/>
      <p:bldP spid="2" grpId="0"/>
      <p:bldP spid="2" grpId="1"/>
      <p:bldP spid="3" grpId="0"/>
      <p:bldP spid="3"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日期占位符 3"/>
          <p:cNvSpPr txBox="1">
            <a:spLocks noGrp="1"/>
          </p:cNvSpPr>
          <p:nvPr/>
        </p:nvSpPr>
        <p:spPr>
          <a:xfrm>
            <a:off x="0" y="-17462"/>
            <a:ext cx="900113" cy="158750"/>
          </a:xfrm>
          <a:prstGeom prst="rect">
            <a:avLst/>
          </a:prstGeom>
          <a:solidFill>
            <a:srgbClr val="00CCFF"/>
          </a:solidFill>
          <a:ln w="9525">
            <a:noFill/>
          </a:ln>
        </p:spPr>
        <p:txBody>
          <a:bodyPr tIns="10800"/>
          <a:p>
            <a:pPr eaLnBrk="1" hangingPunct="1">
              <a:lnSpc>
                <a:spcPct val="90000"/>
              </a:lnSpc>
              <a:buFont typeface="Arial" panose="020B0604020202020204" pitchFamily="34" charset="0"/>
            </a:pPr>
            <a:fld id="{BB962C8B-B14F-4D97-AF65-F5344CB8AC3E}" type="datetime11">
              <a:rPr lang="zh-CN" altLang="en-US" sz="900" b="1" dirty="0">
                <a:solidFill>
                  <a:schemeClr val="tx1"/>
                </a:solidFill>
                <a:latin typeface="Calibri" panose="020F0502020204030204" pitchFamily="34" charset="0"/>
              </a:rPr>
            </a:fld>
            <a:endParaRPr lang="zh-CN" altLang="en-US" sz="900" b="1" dirty="0">
              <a:solidFill>
                <a:schemeClr val="tx1"/>
              </a:solidFill>
              <a:latin typeface="Calibri" panose="020F0502020204030204" pitchFamily="34" charset="0"/>
            </a:endParaRPr>
          </a:p>
        </p:txBody>
      </p:sp>
      <p:sp>
        <p:nvSpPr>
          <p:cNvPr id="39939" name="灯片编号占位符 5"/>
          <p:cNvSpPr txBox="1">
            <a:spLocks noGrp="1"/>
          </p:cNvSpPr>
          <p:nvPr/>
        </p:nvSpPr>
        <p:spPr>
          <a:xfrm>
            <a:off x="8748713" y="5056188"/>
            <a:ext cx="431800" cy="142875"/>
          </a:xfrm>
          <a:prstGeom prst="rect">
            <a:avLst/>
          </a:prstGeom>
          <a:solidFill>
            <a:srgbClr val="00CCFF"/>
          </a:solidFill>
          <a:ln w="9525">
            <a:noFill/>
          </a:ln>
        </p:spPr>
        <p:txBody>
          <a:bodyPr lIns="18000" tIns="0"/>
          <a:p>
            <a:pPr algn="r" eaLnBrk="1" hangingPunct="1">
              <a:lnSpc>
                <a:spcPct val="90000"/>
              </a:lnSpc>
              <a:buFont typeface="Arial" panose="020B0604020202020204" pitchFamily="34" charset="0"/>
            </a:pPr>
            <a:fld id="{9A0DB2DC-4C9A-4742-B13C-FB6460FD3503}" type="slidenum">
              <a:rPr lang="en-US" altLang="zh-CN" sz="900" b="1" dirty="0">
                <a:solidFill>
                  <a:schemeClr val="tx1"/>
                </a:solidFill>
                <a:latin typeface="Calibri" panose="020F0502020204030204" pitchFamily="34" charset="0"/>
              </a:rPr>
            </a:fld>
            <a:endParaRPr lang="en-US" altLang="zh-CN" sz="900" b="1" dirty="0">
              <a:solidFill>
                <a:schemeClr val="tx1"/>
              </a:solidFill>
              <a:latin typeface="Calibri" panose="020F0502020204030204" pitchFamily="34" charset="0"/>
            </a:endParaRPr>
          </a:p>
        </p:txBody>
      </p:sp>
      <p:sp>
        <p:nvSpPr>
          <p:cNvPr id="38916" name="Rectangle 3"/>
          <p:cNvSpPr>
            <a:spLocks noGrp="1"/>
          </p:cNvSpPr>
          <p:nvPr>
            <p:ph type="title"/>
          </p:nvPr>
        </p:nvSpPr>
        <p:spPr>
          <a:xfrm>
            <a:off x="685800" y="430213"/>
            <a:ext cx="7759700" cy="628650"/>
          </a:xfrm>
          <a:solidFill>
            <a:srgbClr val="FFFFFF"/>
          </a:solidFill>
          <a:ln>
            <a:solidFill>
              <a:schemeClr val="bg1"/>
            </a:solidFill>
          </a:ln>
        </p:spPr>
        <p:txBody>
          <a:bodyPr anchor="ctr"/>
          <a:p>
            <a:pPr eaLnBrk="1" hangingPunct="1"/>
            <a:r>
              <a:rPr lang="zh-CN" altLang="en-US" sz="2100" b="1" dirty="0">
                <a:solidFill>
                  <a:srgbClr val="FF0000"/>
                </a:solidFill>
                <a:ea typeface="华文新魏" panose="02010800040101010101" pitchFamily="2" charset="-122"/>
              </a:rPr>
              <a:t>三、利用取样脉冲避开险象</a:t>
            </a:r>
            <a:endParaRPr lang="zh-CN" altLang="en-US" sz="2100" b="1" dirty="0">
              <a:solidFill>
                <a:srgbClr val="FF0000"/>
              </a:solidFill>
              <a:ea typeface="华文新魏" panose="02010800040101010101" pitchFamily="2" charset="-122"/>
            </a:endParaRPr>
          </a:p>
        </p:txBody>
      </p:sp>
      <p:sp>
        <p:nvSpPr>
          <p:cNvPr id="38917" name="Rectangle 4"/>
          <p:cNvSpPr>
            <a:spLocks noGrp="1"/>
          </p:cNvSpPr>
          <p:nvPr>
            <p:ph type="body"/>
          </p:nvPr>
        </p:nvSpPr>
        <p:spPr>
          <a:xfrm>
            <a:off x="600710" y="3160395"/>
            <a:ext cx="4548505" cy="423545"/>
          </a:xfrm>
          <a:prstGeom prst="rect">
            <a:avLst/>
          </a:prstGeom>
          <a:solidFill>
            <a:srgbClr val="FFFFFF"/>
          </a:solidFill>
          <a:ln w="9525" cap="flat" cmpd="sng">
            <a:noFill/>
            <a:prstDash val="solid"/>
            <a:headEnd type="none" w="med" len="med"/>
            <a:tailEnd type="none" w="med" len="med"/>
          </a:ln>
        </p:spPr>
        <p:txBody>
          <a:bodyPr/>
          <a:p>
            <a:pPr eaLnBrk="1" hangingPunct="1">
              <a:lnSpc>
                <a:spcPct val="70000"/>
              </a:lnSpc>
              <a:spcBef>
                <a:spcPct val="50000"/>
              </a:spcBef>
              <a:buNone/>
            </a:pPr>
            <a:r>
              <a:rPr lang="en-US" altLang="zh-CN" sz="1700" dirty="0">
                <a:solidFill>
                  <a:srgbClr val="FF0066"/>
                </a:solidFill>
                <a:latin typeface="华文新魏" panose="02010800040101010101" pitchFamily="2" charset="-122"/>
                <a:ea typeface="华文新魏" panose="02010800040101010101" pitchFamily="2" charset="-122"/>
              </a:rPr>
              <a:t>   </a:t>
            </a:r>
            <a:r>
              <a:rPr lang="zh-CN" altLang="en-US" sz="2000" b="1" dirty="0">
                <a:solidFill>
                  <a:srgbClr val="FF0066"/>
                </a:solidFill>
                <a:latin typeface="华文新魏" panose="02010800040101010101" pitchFamily="2" charset="-122"/>
                <a:ea typeface="华文新魏" panose="02010800040101010101" pitchFamily="2" charset="-122"/>
              </a:rPr>
              <a:t>改电平控制为脉冲控制。</a:t>
            </a:r>
            <a:endParaRPr lang="zh-CN" altLang="en-US" sz="2000" b="1" dirty="0">
              <a:solidFill>
                <a:srgbClr val="FF0066"/>
              </a:solidFill>
              <a:latin typeface="华文新魏" panose="02010800040101010101" pitchFamily="2" charset="-122"/>
              <a:ea typeface="华文新魏" panose="02010800040101010101" pitchFamily="2" charset="-122"/>
            </a:endParaRPr>
          </a:p>
        </p:txBody>
      </p:sp>
      <p:grpSp>
        <p:nvGrpSpPr>
          <p:cNvPr id="38918" name="Group 145"/>
          <p:cNvGrpSpPr/>
          <p:nvPr/>
        </p:nvGrpSpPr>
        <p:grpSpPr>
          <a:xfrm>
            <a:off x="5676900" y="846138"/>
            <a:ext cx="2443163" cy="1782762"/>
            <a:chOff x="72" y="134"/>
            <a:chExt cx="1539" cy="1498"/>
          </a:xfrm>
        </p:grpSpPr>
        <p:sp>
          <p:nvSpPr>
            <p:cNvPr id="40011" name="Freeform 31"/>
            <p:cNvSpPr/>
            <p:nvPr/>
          </p:nvSpPr>
          <p:spPr>
            <a:xfrm>
              <a:off x="371" y="176"/>
              <a:ext cx="1192" cy="192"/>
            </a:xfrm>
            <a:custGeom>
              <a:avLst/>
              <a:gdLst/>
              <a:ahLst/>
              <a:cxnLst>
                <a:cxn ang="0">
                  <a:pos x="0" y="0"/>
                </a:cxn>
                <a:cxn ang="0">
                  <a:pos x="528" y="0"/>
                </a:cxn>
                <a:cxn ang="0">
                  <a:pos x="528" y="192"/>
                </a:cxn>
                <a:cxn ang="0">
                  <a:pos x="1192" y="192"/>
                </a:cxn>
              </a:cxnLst>
              <a:pathLst>
                <a:path w="1192" h="192">
                  <a:moveTo>
                    <a:pt x="0" y="0"/>
                  </a:moveTo>
                  <a:lnTo>
                    <a:pt x="528" y="0"/>
                  </a:lnTo>
                  <a:lnTo>
                    <a:pt x="528" y="192"/>
                  </a:lnTo>
                  <a:lnTo>
                    <a:pt x="1192" y="192"/>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40012" name="Freeform 32"/>
            <p:cNvSpPr/>
            <p:nvPr/>
          </p:nvSpPr>
          <p:spPr>
            <a:xfrm>
              <a:off x="400" y="480"/>
              <a:ext cx="1184" cy="193"/>
            </a:xfrm>
            <a:custGeom>
              <a:avLst/>
              <a:gdLst/>
              <a:ahLst/>
              <a:cxnLst>
                <a:cxn ang="0">
                  <a:pos x="0" y="11962"/>
                </a:cxn>
                <a:cxn ang="0">
                  <a:pos x="632" y="11962"/>
                </a:cxn>
                <a:cxn ang="0">
                  <a:pos x="632" y="0"/>
                </a:cxn>
                <a:cxn ang="0">
                  <a:pos x="1184" y="0"/>
                </a:cxn>
              </a:cxnLst>
              <a:pathLst>
                <a:path w="1184" h="160">
                  <a:moveTo>
                    <a:pt x="0" y="160"/>
                  </a:moveTo>
                  <a:lnTo>
                    <a:pt x="632" y="160"/>
                  </a:lnTo>
                  <a:lnTo>
                    <a:pt x="632" y="0"/>
                  </a:lnTo>
                  <a:lnTo>
                    <a:pt x="1184"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40013" name="Line 33"/>
            <p:cNvSpPr/>
            <p:nvPr/>
          </p:nvSpPr>
          <p:spPr>
            <a:xfrm>
              <a:off x="899" y="288"/>
              <a:ext cx="13" cy="1344"/>
            </a:xfrm>
            <a:prstGeom prst="line">
              <a:avLst/>
            </a:prstGeom>
            <a:ln w="9525" cap="flat" cmpd="sng">
              <a:solidFill>
                <a:schemeClr val="tx1"/>
              </a:solidFill>
              <a:prstDash val="dash"/>
              <a:headEnd type="none" w="med" len="med"/>
              <a:tailEnd type="none" w="med" len="med"/>
            </a:ln>
          </p:spPr>
        </p:sp>
        <p:sp>
          <p:nvSpPr>
            <p:cNvPr id="40014" name="Line 34"/>
            <p:cNvSpPr/>
            <p:nvPr/>
          </p:nvSpPr>
          <p:spPr>
            <a:xfrm>
              <a:off x="1040" y="540"/>
              <a:ext cx="1" cy="1080"/>
            </a:xfrm>
            <a:prstGeom prst="line">
              <a:avLst/>
            </a:prstGeom>
            <a:ln w="9525" cap="flat" cmpd="sng">
              <a:solidFill>
                <a:schemeClr val="tx1"/>
              </a:solidFill>
              <a:prstDash val="dash"/>
              <a:headEnd type="none" w="med" len="med"/>
              <a:tailEnd type="none" w="med" len="med"/>
            </a:ln>
          </p:spPr>
        </p:sp>
        <p:sp>
          <p:nvSpPr>
            <p:cNvPr id="40015" name="Line 35"/>
            <p:cNvSpPr/>
            <p:nvPr/>
          </p:nvSpPr>
          <p:spPr>
            <a:xfrm flipH="1">
              <a:off x="1176" y="960"/>
              <a:ext cx="3" cy="672"/>
            </a:xfrm>
            <a:prstGeom prst="line">
              <a:avLst/>
            </a:prstGeom>
            <a:ln w="9525" cap="flat" cmpd="sng">
              <a:solidFill>
                <a:schemeClr val="tx1"/>
              </a:solidFill>
              <a:prstDash val="dash"/>
              <a:headEnd type="none" w="med" len="med"/>
              <a:tailEnd type="none" w="med" len="med"/>
            </a:ln>
          </p:spPr>
        </p:sp>
        <p:sp>
          <p:nvSpPr>
            <p:cNvPr id="40016" name="Line 36"/>
            <p:cNvSpPr/>
            <p:nvPr/>
          </p:nvSpPr>
          <p:spPr>
            <a:xfrm flipH="1">
              <a:off x="1320" y="1105"/>
              <a:ext cx="0" cy="527"/>
            </a:xfrm>
            <a:prstGeom prst="line">
              <a:avLst/>
            </a:prstGeom>
            <a:ln w="9525" cap="flat" cmpd="sng">
              <a:solidFill>
                <a:schemeClr val="tx1"/>
              </a:solidFill>
              <a:prstDash val="dash"/>
              <a:headEnd type="none" w="med" len="med"/>
              <a:tailEnd type="none" w="med" len="med"/>
            </a:ln>
          </p:spPr>
        </p:sp>
        <p:sp>
          <p:nvSpPr>
            <p:cNvPr id="40017" name="Freeform 37"/>
            <p:cNvSpPr/>
            <p:nvPr/>
          </p:nvSpPr>
          <p:spPr>
            <a:xfrm>
              <a:off x="403" y="792"/>
              <a:ext cx="1208" cy="193"/>
            </a:xfrm>
            <a:custGeom>
              <a:avLst/>
              <a:gdLst/>
              <a:ahLst/>
              <a:cxnLst>
                <a:cxn ang="0">
                  <a:pos x="0" y="0"/>
                </a:cxn>
                <a:cxn ang="0">
                  <a:pos x="776" y="0"/>
                </a:cxn>
                <a:cxn ang="0">
                  <a:pos x="776" y="36926"/>
                </a:cxn>
                <a:cxn ang="0">
                  <a:pos x="1208" y="36926"/>
                </a:cxn>
              </a:cxnLst>
              <a:pathLst>
                <a:path w="1208" h="152">
                  <a:moveTo>
                    <a:pt x="0" y="0"/>
                  </a:moveTo>
                  <a:lnTo>
                    <a:pt x="776" y="0"/>
                  </a:lnTo>
                  <a:lnTo>
                    <a:pt x="776" y="152"/>
                  </a:lnTo>
                  <a:lnTo>
                    <a:pt x="1208" y="152"/>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40018" name="Text Box 40"/>
            <p:cNvSpPr txBox="1"/>
            <p:nvPr/>
          </p:nvSpPr>
          <p:spPr>
            <a:xfrm>
              <a:off x="108" y="134"/>
              <a:ext cx="223"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B</a:t>
              </a:r>
              <a:endParaRPr lang="en-US" altLang="zh-CN" sz="1500" b="1" dirty="0">
                <a:solidFill>
                  <a:schemeClr val="tx1"/>
                </a:solidFill>
                <a:latin typeface="Arial" panose="020B0604020202020204" pitchFamily="34" charset="0"/>
              </a:endParaRPr>
            </a:p>
          </p:txBody>
        </p:sp>
        <p:sp>
          <p:nvSpPr>
            <p:cNvPr id="40019" name="Text Box 41"/>
            <p:cNvSpPr txBox="1"/>
            <p:nvPr/>
          </p:nvSpPr>
          <p:spPr>
            <a:xfrm>
              <a:off x="113" y="439"/>
              <a:ext cx="223"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B</a:t>
              </a:r>
              <a:endParaRPr lang="en-US" altLang="zh-CN" sz="1500" b="1" dirty="0">
                <a:solidFill>
                  <a:schemeClr val="tx1"/>
                </a:solidFill>
                <a:latin typeface="Arial" panose="020B0604020202020204" pitchFamily="34" charset="0"/>
              </a:endParaRPr>
            </a:p>
          </p:txBody>
        </p:sp>
        <p:sp>
          <p:nvSpPr>
            <p:cNvPr id="40020" name="Text Box 42"/>
            <p:cNvSpPr txBox="1"/>
            <p:nvPr/>
          </p:nvSpPr>
          <p:spPr>
            <a:xfrm>
              <a:off x="72" y="758"/>
              <a:ext cx="312"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P1</a:t>
              </a:r>
              <a:endParaRPr lang="en-US" altLang="zh-CN" sz="1500" b="1" dirty="0">
                <a:solidFill>
                  <a:schemeClr val="tx1"/>
                </a:solidFill>
                <a:latin typeface="Arial" panose="020B0604020202020204" pitchFamily="34" charset="0"/>
              </a:endParaRPr>
            </a:p>
          </p:txBody>
        </p:sp>
        <p:sp>
          <p:nvSpPr>
            <p:cNvPr id="40021" name="Text Box 43"/>
            <p:cNvSpPr txBox="1"/>
            <p:nvPr/>
          </p:nvSpPr>
          <p:spPr>
            <a:xfrm>
              <a:off x="72" y="1008"/>
              <a:ext cx="312"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P2</a:t>
              </a:r>
              <a:endParaRPr lang="en-US" altLang="zh-CN" sz="1500" b="1" dirty="0">
                <a:solidFill>
                  <a:schemeClr val="tx1"/>
                </a:solidFill>
                <a:latin typeface="Arial" panose="020B0604020202020204" pitchFamily="34" charset="0"/>
              </a:endParaRPr>
            </a:p>
          </p:txBody>
        </p:sp>
        <p:sp>
          <p:nvSpPr>
            <p:cNvPr id="40022" name="Text Box 44"/>
            <p:cNvSpPr txBox="1"/>
            <p:nvPr/>
          </p:nvSpPr>
          <p:spPr>
            <a:xfrm>
              <a:off x="122" y="1296"/>
              <a:ext cx="214"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F</a:t>
              </a:r>
              <a:endParaRPr lang="en-US" altLang="zh-CN" sz="1500" b="1" dirty="0">
                <a:solidFill>
                  <a:schemeClr val="tx1"/>
                </a:solidFill>
                <a:latin typeface="Arial" panose="020B0604020202020204" pitchFamily="34" charset="0"/>
              </a:endParaRPr>
            </a:p>
          </p:txBody>
        </p:sp>
        <p:sp>
          <p:nvSpPr>
            <p:cNvPr id="40023" name="Line 133"/>
            <p:cNvSpPr/>
            <p:nvPr/>
          </p:nvSpPr>
          <p:spPr>
            <a:xfrm>
              <a:off x="156" y="468"/>
              <a:ext cx="116" cy="0"/>
            </a:xfrm>
            <a:prstGeom prst="line">
              <a:avLst/>
            </a:prstGeom>
            <a:ln w="9525" cap="flat" cmpd="sng">
              <a:solidFill>
                <a:schemeClr val="tx1"/>
              </a:solidFill>
              <a:prstDash val="solid"/>
              <a:headEnd type="none" w="med" len="med"/>
              <a:tailEnd type="none" w="med" len="med"/>
            </a:ln>
          </p:spPr>
        </p:sp>
        <p:sp>
          <p:nvSpPr>
            <p:cNvPr id="40024" name="Freeform 134"/>
            <p:cNvSpPr/>
            <p:nvPr/>
          </p:nvSpPr>
          <p:spPr>
            <a:xfrm>
              <a:off x="408" y="1103"/>
              <a:ext cx="1184" cy="193"/>
            </a:xfrm>
            <a:custGeom>
              <a:avLst/>
              <a:gdLst/>
              <a:ahLst/>
              <a:cxnLst>
                <a:cxn ang="0">
                  <a:pos x="0" y="11962"/>
                </a:cxn>
                <a:cxn ang="0">
                  <a:pos x="632" y="11962"/>
                </a:cxn>
                <a:cxn ang="0">
                  <a:pos x="632" y="0"/>
                </a:cxn>
                <a:cxn ang="0">
                  <a:pos x="1184" y="0"/>
                </a:cxn>
              </a:cxnLst>
              <a:pathLst>
                <a:path w="1184" h="160">
                  <a:moveTo>
                    <a:pt x="0" y="160"/>
                  </a:moveTo>
                  <a:lnTo>
                    <a:pt x="632" y="160"/>
                  </a:lnTo>
                  <a:lnTo>
                    <a:pt x="632" y="0"/>
                  </a:lnTo>
                  <a:lnTo>
                    <a:pt x="1184"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40025" name="Line 136"/>
            <p:cNvSpPr/>
            <p:nvPr/>
          </p:nvSpPr>
          <p:spPr>
            <a:xfrm>
              <a:off x="408" y="1392"/>
              <a:ext cx="766" cy="0"/>
            </a:xfrm>
            <a:prstGeom prst="line">
              <a:avLst/>
            </a:prstGeom>
            <a:ln w="28575" cap="flat" cmpd="sng">
              <a:solidFill>
                <a:schemeClr val="tx1"/>
              </a:solidFill>
              <a:prstDash val="solid"/>
              <a:headEnd type="none" w="med" len="med"/>
              <a:tailEnd type="none" w="med" len="med"/>
            </a:ln>
          </p:spPr>
        </p:sp>
        <p:sp>
          <p:nvSpPr>
            <p:cNvPr id="40026" name="Line 140"/>
            <p:cNvSpPr/>
            <p:nvPr/>
          </p:nvSpPr>
          <p:spPr>
            <a:xfrm>
              <a:off x="1176" y="1392"/>
              <a:ext cx="0" cy="193"/>
            </a:xfrm>
            <a:prstGeom prst="line">
              <a:avLst/>
            </a:prstGeom>
            <a:ln w="28575" cap="flat" cmpd="sng">
              <a:solidFill>
                <a:schemeClr val="tx1"/>
              </a:solidFill>
              <a:prstDash val="solid"/>
              <a:headEnd type="none" w="med" len="med"/>
              <a:tailEnd type="none" w="med" len="med"/>
            </a:ln>
          </p:spPr>
        </p:sp>
        <p:sp>
          <p:nvSpPr>
            <p:cNvPr id="40027" name="Line 142"/>
            <p:cNvSpPr/>
            <p:nvPr/>
          </p:nvSpPr>
          <p:spPr>
            <a:xfrm>
              <a:off x="1320" y="1392"/>
              <a:ext cx="0" cy="193"/>
            </a:xfrm>
            <a:prstGeom prst="line">
              <a:avLst/>
            </a:prstGeom>
            <a:ln w="28575" cap="flat" cmpd="sng">
              <a:solidFill>
                <a:schemeClr val="tx1"/>
              </a:solidFill>
              <a:prstDash val="solid"/>
              <a:headEnd type="none" w="med" len="med"/>
              <a:tailEnd type="none" w="med" len="med"/>
            </a:ln>
          </p:spPr>
        </p:sp>
        <p:sp>
          <p:nvSpPr>
            <p:cNvPr id="40028" name="Line 143"/>
            <p:cNvSpPr/>
            <p:nvPr/>
          </p:nvSpPr>
          <p:spPr>
            <a:xfrm>
              <a:off x="1164" y="1584"/>
              <a:ext cx="159" cy="0"/>
            </a:xfrm>
            <a:prstGeom prst="line">
              <a:avLst/>
            </a:prstGeom>
            <a:ln w="28575" cap="flat" cmpd="sng">
              <a:solidFill>
                <a:schemeClr val="tx1"/>
              </a:solidFill>
              <a:prstDash val="solid"/>
              <a:headEnd type="none" w="med" len="med"/>
              <a:tailEnd type="none" w="med" len="med"/>
            </a:ln>
          </p:spPr>
        </p:sp>
        <p:sp>
          <p:nvSpPr>
            <p:cNvPr id="40029" name="Line 144"/>
            <p:cNvSpPr/>
            <p:nvPr/>
          </p:nvSpPr>
          <p:spPr>
            <a:xfrm>
              <a:off x="1322" y="1392"/>
              <a:ext cx="238" cy="0"/>
            </a:xfrm>
            <a:prstGeom prst="line">
              <a:avLst/>
            </a:prstGeom>
            <a:ln w="28575" cap="flat" cmpd="sng">
              <a:solidFill>
                <a:schemeClr val="tx1"/>
              </a:solidFill>
              <a:prstDash val="solid"/>
              <a:headEnd type="none" w="med" len="med"/>
              <a:tailEnd type="none" w="med" len="med"/>
            </a:ln>
          </p:spPr>
        </p:sp>
      </p:grpSp>
      <p:grpSp>
        <p:nvGrpSpPr>
          <p:cNvPr id="38919" name="Group 163"/>
          <p:cNvGrpSpPr/>
          <p:nvPr/>
        </p:nvGrpSpPr>
        <p:grpSpPr>
          <a:xfrm>
            <a:off x="464185" y="1075055"/>
            <a:ext cx="4073525" cy="2012950"/>
            <a:chOff x="0" y="86"/>
            <a:chExt cx="2566" cy="1690"/>
          </a:xfrm>
        </p:grpSpPr>
        <p:sp>
          <p:nvSpPr>
            <p:cNvPr id="39968" name="Line 13"/>
            <p:cNvSpPr/>
            <p:nvPr/>
          </p:nvSpPr>
          <p:spPr>
            <a:xfrm>
              <a:off x="207" y="239"/>
              <a:ext cx="1000" cy="1"/>
            </a:xfrm>
            <a:prstGeom prst="line">
              <a:avLst/>
            </a:prstGeom>
            <a:ln w="9525" cap="flat" cmpd="sng">
              <a:solidFill>
                <a:schemeClr val="tx1"/>
              </a:solidFill>
              <a:prstDash val="solid"/>
              <a:headEnd type="none" w="med" len="med"/>
              <a:tailEnd type="none" w="med" len="med"/>
            </a:ln>
          </p:spPr>
        </p:sp>
        <p:sp>
          <p:nvSpPr>
            <p:cNvPr id="39969" name="Line 14"/>
            <p:cNvSpPr/>
            <p:nvPr/>
          </p:nvSpPr>
          <p:spPr>
            <a:xfrm>
              <a:off x="983" y="468"/>
              <a:ext cx="217" cy="0"/>
            </a:xfrm>
            <a:prstGeom prst="line">
              <a:avLst/>
            </a:prstGeom>
            <a:ln w="9525" cap="flat" cmpd="sng">
              <a:solidFill>
                <a:schemeClr val="tx1"/>
              </a:solidFill>
              <a:prstDash val="solid"/>
              <a:headEnd type="none" w="med" len="med"/>
              <a:tailEnd type="none" w="med" len="med"/>
            </a:ln>
          </p:spPr>
        </p:sp>
        <p:sp>
          <p:nvSpPr>
            <p:cNvPr id="39970" name="Line 15"/>
            <p:cNvSpPr/>
            <p:nvPr/>
          </p:nvSpPr>
          <p:spPr>
            <a:xfrm>
              <a:off x="245" y="480"/>
              <a:ext cx="379" cy="1"/>
            </a:xfrm>
            <a:prstGeom prst="line">
              <a:avLst/>
            </a:prstGeom>
            <a:ln w="9525" cap="flat" cmpd="sng">
              <a:solidFill>
                <a:schemeClr val="tx1"/>
              </a:solidFill>
              <a:prstDash val="solid"/>
              <a:headEnd type="none" w="med" len="med"/>
              <a:tailEnd type="none" w="med" len="med"/>
            </a:ln>
          </p:spPr>
        </p:sp>
        <p:sp>
          <p:nvSpPr>
            <p:cNvPr id="39971" name="Freeform 17"/>
            <p:cNvSpPr/>
            <p:nvPr/>
          </p:nvSpPr>
          <p:spPr>
            <a:xfrm>
              <a:off x="1056" y="360"/>
              <a:ext cx="183" cy="1128"/>
            </a:xfrm>
            <a:custGeom>
              <a:avLst/>
              <a:gdLst/>
              <a:ahLst/>
              <a:cxnLst>
                <a:cxn ang="0">
                  <a:pos x="3501" y="0"/>
                </a:cxn>
                <a:cxn ang="0">
                  <a:pos x="0" y="0"/>
                </a:cxn>
                <a:cxn ang="0">
                  <a:pos x="0" y="1"/>
                </a:cxn>
              </a:cxnLst>
              <a:pathLst>
                <a:path w="160" h="1736">
                  <a:moveTo>
                    <a:pt x="160" y="0"/>
                  </a:moveTo>
                  <a:lnTo>
                    <a:pt x="0" y="0"/>
                  </a:lnTo>
                  <a:lnTo>
                    <a:pt x="0" y="1736"/>
                  </a:lnTo>
                </a:path>
              </a:pathLst>
            </a:custGeom>
            <a:no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39972" name="Freeform 20"/>
            <p:cNvSpPr/>
            <p:nvPr/>
          </p:nvSpPr>
          <p:spPr>
            <a:xfrm>
              <a:off x="895" y="1536"/>
              <a:ext cx="353" cy="192"/>
            </a:xfrm>
            <a:custGeom>
              <a:avLst/>
              <a:gdLst/>
              <a:ahLst/>
              <a:cxnLst>
                <a:cxn ang="0">
                  <a:pos x="0" y="2"/>
                </a:cxn>
                <a:cxn ang="0">
                  <a:pos x="0" y="2"/>
                </a:cxn>
                <a:cxn ang="0">
                  <a:pos x="0" y="0"/>
                </a:cxn>
                <a:cxn ang="0">
                  <a:pos x="0" y="0"/>
                </a:cxn>
                <a:cxn ang="0">
                  <a:pos x="0" y="2"/>
                </a:cxn>
                <a:cxn ang="0">
                  <a:pos x="0" y="2"/>
                </a:cxn>
              </a:cxnLst>
              <a:pathLst>
                <a:path w="752" h="256">
                  <a:moveTo>
                    <a:pt x="0" y="256"/>
                  </a:moveTo>
                  <a:lnTo>
                    <a:pt x="240" y="256"/>
                  </a:lnTo>
                  <a:lnTo>
                    <a:pt x="240" y="0"/>
                  </a:lnTo>
                  <a:lnTo>
                    <a:pt x="496" y="0"/>
                  </a:lnTo>
                  <a:lnTo>
                    <a:pt x="496" y="256"/>
                  </a:lnTo>
                  <a:lnTo>
                    <a:pt x="752" y="256"/>
                  </a:lnTo>
                </a:path>
              </a:pathLst>
            </a:custGeom>
            <a:no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39973" name="Text Box 24"/>
            <p:cNvSpPr txBox="1"/>
            <p:nvPr/>
          </p:nvSpPr>
          <p:spPr>
            <a:xfrm>
              <a:off x="8" y="86"/>
              <a:ext cx="223"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A</a:t>
              </a:r>
              <a:endParaRPr lang="en-US" altLang="zh-CN" sz="1500" b="1" dirty="0">
                <a:solidFill>
                  <a:schemeClr val="tx1"/>
                </a:solidFill>
                <a:latin typeface="Arial" panose="020B0604020202020204" pitchFamily="34" charset="0"/>
              </a:endParaRPr>
            </a:p>
          </p:txBody>
        </p:sp>
        <p:sp>
          <p:nvSpPr>
            <p:cNvPr id="39974" name="Text Box 25"/>
            <p:cNvSpPr txBox="1"/>
            <p:nvPr/>
          </p:nvSpPr>
          <p:spPr>
            <a:xfrm>
              <a:off x="17" y="336"/>
              <a:ext cx="223"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B</a:t>
              </a:r>
              <a:endParaRPr lang="en-US" altLang="zh-CN" sz="1500" b="1" dirty="0">
                <a:solidFill>
                  <a:schemeClr val="tx1"/>
                </a:solidFill>
                <a:latin typeface="Arial" panose="020B0604020202020204" pitchFamily="34" charset="0"/>
              </a:endParaRPr>
            </a:p>
          </p:txBody>
        </p:sp>
        <p:sp>
          <p:nvSpPr>
            <p:cNvPr id="39975" name="Text Box 26"/>
            <p:cNvSpPr txBox="1"/>
            <p:nvPr/>
          </p:nvSpPr>
          <p:spPr>
            <a:xfrm>
              <a:off x="0" y="1008"/>
              <a:ext cx="232"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C</a:t>
              </a:r>
              <a:endParaRPr lang="en-US" altLang="zh-CN" sz="1500" b="1" dirty="0">
                <a:solidFill>
                  <a:schemeClr val="tx1"/>
                </a:solidFill>
                <a:latin typeface="Arial" panose="020B0604020202020204" pitchFamily="34" charset="0"/>
              </a:endParaRPr>
            </a:p>
          </p:txBody>
        </p:sp>
        <p:sp>
          <p:nvSpPr>
            <p:cNvPr id="39976" name="Text Box 27"/>
            <p:cNvSpPr txBox="1"/>
            <p:nvPr/>
          </p:nvSpPr>
          <p:spPr>
            <a:xfrm>
              <a:off x="2352" y="543"/>
              <a:ext cx="214"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F</a:t>
              </a:r>
              <a:endParaRPr lang="en-US" altLang="zh-CN" sz="1500" b="1" dirty="0">
                <a:solidFill>
                  <a:schemeClr val="tx1"/>
                </a:solidFill>
                <a:latin typeface="Arial" panose="020B0604020202020204" pitchFamily="34" charset="0"/>
              </a:endParaRPr>
            </a:p>
          </p:txBody>
        </p:sp>
        <p:sp>
          <p:nvSpPr>
            <p:cNvPr id="39977" name="Text Box 28"/>
            <p:cNvSpPr txBox="1"/>
            <p:nvPr/>
          </p:nvSpPr>
          <p:spPr>
            <a:xfrm>
              <a:off x="1512" y="111"/>
              <a:ext cx="312"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P1</a:t>
              </a:r>
              <a:endParaRPr lang="en-US" altLang="zh-CN" sz="1500" b="1" dirty="0">
                <a:solidFill>
                  <a:schemeClr val="tx1"/>
                </a:solidFill>
                <a:latin typeface="Arial" panose="020B0604020202020204" pitchFamily="34" charset="0"/>
              </a:endParaRPr>
            </a:p>
          </p:txBody>
        </p:sp>
        <p:sp>
          <p:nvSpPr>
            <p:cNvPr id="39978" name="Text Box 29"/>
            <p:cNvSpPr txBox="1"/>
            <p:nvPr/>
          </p:nvSpPr>
          <p:spPr>
            <a:xfrm>
              <a:off x="1540" y="1056"/>
              <a:ext cx="312" cy="250"/>
            </a:xfrm>
            <a:prstGeom prst="rect">
              <a:avLst/>
            </a:prstGeom>
            <a:noFill/>
            <a:ln w="9525">
              <a:noFill/>
            </a:ln>
          </p:spPr>
          <p:txBody>
            <a:bodyPr>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P2</a:t>
              </a:r>
              <a:endParaRPr lang="en-US" altLang="zh-CN" sz="1500" b="1" dirty="0">
                <a:solidFill>
                  <a:schemeClr val="tx1"/>
                </a:solidFill>
                <a:latin typeface="Arial" panose="020B0604020202020204" pitchFamily="34" charset="0"/>
              </a:endParaRPr>
            </a:p>
          </p:txBody>
        </p:sp>
        <p:sp>
          <p:nvSpPr>
            <p:cNvPr id="39979" name="Text Box 30"/>
            <p:cNvSpPr txBox="1"/>
            <p:nvPr/>
          </p:nvSpPr>
          <p:spPr>
            <a:xfrm>
              <a:off x="624" y="1526"/>
              <a:ext cx="330"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rgbClr val="FF3300"/>
                  </a:solidFill>
                  <a:latin typeface="Arial" panose="020B0604020202020204" pitchFamily="34" charset="0"/>
                </a:rPr>
                <a:t>SP</a:t>
              </a:r>
              <a:endParaRPr lang="en-US" altLang="zh-CN" sz="1500" b="1" dirty="0">
                <a:solidFill>
                  <a:srgbClr val="FF3300"/>
                </a:solidFill>
                <a:latin typeface="Arial" panose="020B0604020202020204" pitchFamily="34" charset="0"/>
              </a:endParaRPr>
            </a:p>
          </p:txBody>
        </p:sp>
        <p:sp>
          <p:nvSpPr>
            <p:cNvPr id="39980" name="Oval 65"/>
            <p:cNvSpPr/>
            <p:nvPr/>
          </p:nvSpPr>
          <p:spPr>
            <a:xfrm>
              <a:off x="1032" y="1032"/>
              <a:ext cx="48" cy="48"/>
            </a:xfrm>
            <a:prstGeom prst="ellipse">
              <a:avLst/>
            </a:prstGeom>
            <a:solidFill>
              <a:srgbClr val="FF3300"/>
            </a:solidFill>
            <a:ln w="9525" cap="flat" cmpd="sng">
              <a:solidFill>
                <a:srgbClr val="FF3300"/>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nvGrpSpPr>
            <p:cNvPr id="39981" name="Group 104"/>
            <p:cNvGrpSpPr/>
            <p:nvPr/>
          </p:nvGrpSpPr>
          <p:grpSpPr>
            <a:xfrm>
              <a:off x="1776" y="480"/>
              <a:ext cx="356" cy="384"/>
              <a:chOff x="0" y="0"/>
              <a:chExt cx="356" cy="384"/>
            </a:xfrm>
          </p:grpSpPr>
          <p:sp>
            <p:nvSpPr>
              <p:cNvPr id="40007" name="Oval 12"/>
              <p:cNvSpPr/>
              <p:nvPr/>
            </p:nvSpPr>
            <p:spPr>
              <a:xfrm>
                <a:off x="288" y="156"/>
                <a:ext cx="68" cy="68"/>
              </a:xfrm>
              <a:prstGeom prst="ellipse">
                <a:avLst/>
              </a:prstGeom>
              <a:noFill/>
              <a:ln w="12700"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nvGrpSpPr>
              <p:cNvPr id="40008" name="Group 88"/>
              <p:cNvGrpSpPr/>
              <p:nvPr/>
            </p:nvGrpSpPr>
            <p:grpSpPr>
              <a:xfrm>
                <a:off x="0" y="0"/>
                <a:ext cx="321" cy="384"/>
                <a:chOff x="0" y="0"/>
                <a:chExt cx="321" cy="384"/>
              </a:xfrm>
            </p:grpSpPr>
            <p:sp>
              <p:nvSpPr>
                <p:cNvPr id="40009" name="Rectangle 89"/>
                <p:cNvSpPr/>
                <p:nvPr/>
              </p:nvSpPr>
              <p:spPr>
                <a:xfrm>
                  <a:off x="0"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40010" name="Text Box 90"/>
                <p:cNvSpPr txBox="1"/>
                <p:nvPr/>
              </p:nvSpPr>
              <p:spPr>
                <a:xfrm>
                  <a:off x="37" y="75"/>
                  <a:ext cx="284" cy="231"/>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300" b="1" dirty="0">
                      <a:solidFill>
                        <a:schemeClr val="tx1"/>
                      </a:solidFill>
                      <a:latin typeface="Calibri" panose="020F0502020204030204" pitchFamily="34" charset="0"/>
                      <a:cs typeface="Times New Roman" panose="02020603050405020304" pitchFamily="18" charset="0"/>
                    </a:rPr>
                    <a:t>&amp;</a:t>
                  </a:r>
                  <a:endParaRPr lang="en-US" altLang="zh-CN" sz="1300" b="1" dirty="0">
                    <a:solidFill>
                      <a:schemeClr val="tx1"/>
                    </a:solidFill>
                    <a:latin typeface="Calibri" panose="020F0502020204030204" pitchFamily="34" charset="0"/>
                  </a:endParaRPr>
                </a:p>
              </p:txBody>
            </p:sp>
          </p:grpSp>
        </p:grpSp>
        <p:grpSp>
          <p:nvGrpSpPr>
            <p:cNvPr id="39982" name="Group 115"/>
            <p:cNvGrpSpPr/>
            <p:nvPr/>
          </p:nvGrpSpPr>
          <p:grpSpPr>
            <a:xfrm>
              <a:off x="624" y="288"/>
              <a:ext cx="356" cy="384"/>
              <a:chOff x="0" y="0"/>
              <a:chExt cx="356" cy="384"/>
            </a:xfrm>
          </p:grpSpPr>
          <p:sp>
            <p:nvSpPr>
              <p:cNvPr id="40003" name="Oval 116"/>
              <p:cNvSpPr/>
              <p:nvPr/>
            </p:nvSpPr>
            <p:spPr>
              <a:xfrm>
                <a:off x="288" y="156"/>
                <a:ext cx="68" cy="68"/>
              </a:xfrm>
              <a:prstGeom prst="ellipse">
                <a:avLst/>
              </a:prstGeom>
              <a:noFill/>
              <a:ln w="12700"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nvGrpSpPr>
              <p:cNvPr id="40004" name="Group 117"/>
              <p:cNvGrpSpPr/>
              <p:nvPr/>
            </p:nvGrpSpPr>
            <p:grpSpPr>
              <a:xfrm>
                <a:off x="0" y="0"/>
                <a:ext cx="321" cy="384"/>
                <a:chOff x="0" y="0"/>
                <a:chExt cx="321" cy="384"/>
              </a:xfrm>
            </p:grpSpPr>
            <p:sp>
              <p:nvSpPr>
                <p:cNvPr id="40005" name="Rectangle 118"/>
                <p:cNvSpPr/>
                <p:nvPr/>
              </p:nvSpPr>
              <p:spPr>
                <a:xfrm>
                  <a:off x="0"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40006" name="Text Box 119"/>
                <p:cNvSpPr txBox="1"/>
                <p:nvPr/>
              </p:nvSpPr>
              <p:spPr>
                <a:xfrm>
                  <a:off x="37" y="75"/>
                  <a:ext cx="284" cy="231"/>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300" b="1" dirty="0">
                      <a:solidFill>
                        <a:schemeClr val="tx1"/>
                      </a:solidFill>
                      <a:latin typeface="Calibri" panose="020F0502020204030204" pitchFamily="34" charset="0"/>
                      <a:cs typeface="Times New Roman" panose="02020603050405020304" pitchFamily="18" charset="0"/>
                    </a:rPr>
                    <a:t>&amp;</a:t>
                  </a:r>
                  <a:endParaRPr lang="en-US" altLang="zh-CN" sz="1300" b="1" dirty="0">
                    <a:solidFill>
                      <a:schemeClr val="tx1"/>
                    </a:solidFill>
                    <a:latin typeface="Calibri" panose="020F0502020204030204" pitchFamily="34" charset="0"/>
                  </a:endParaRPr>
                </a:p>
              </p:txBody>
            </p:sp>
          </p:grpSp>
        </p:grpSp>
        <p:sp>
          <p:nvSpPr>
            <p:cNvPr id="39983" name="Line 120"/>
            <p:cNvSpPr/>
            <p:nvPr/>
          </p:nvSpPr>
          <p:spPr>
            <a:xfrm flipV="1">
              <a:off x="1057" y="1056"/>
              <a:ext cx="143" cy="1"/>
            </a:xfrm>
            <a:prstGeom prst="line">
              <a:avLst/>
            </a:prstGeom>
            <a:ln w="9525" cap="flat" cmpd="sng">
              <a:solidFill>
                <a:srgbClr val="FF3300"/>
              </a:solidFill>
              <a:prstDash val="solid"/>
              <a:headEnd type="none" w="med" len="med"/>
              <a:tailEnd type="none" w="med" len="med"/>
            </a:ln>
          </p:spPr>
        </p:sp>
        <p:sp>
          <p:nvSpPr>
            <p:cNvPr id="39984" name="Oval 121"/>
            <p:cNvSpPr/>
            <p:nvPr/>
          </p:nvSpPr>
          <p:spPr>
            <a:xfrm>
              <a:off x="450" y="456"/>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9985" name="Line 122"/>
            <p:cNvSpPr/>
            <p:nvPr/>
          </p:nvSpPr>
          <p:spPr>
            <a:xfrm>
              <a:off x="473" y="480"/>
              <a:ext cx="0" cy="478"/>
            </a:xfrm>
            <a:prstGeom prst="line">
              <a:avLst/>
            </a:prstGeom>
            <a:ln w="9525" cap="flat" cmpd="sng">
              <a:solidFill>
                <a:schemeClr val="tx1"/>
              </a:solidFill>
              <a:prstDash val="solid"/>
              <a:headEnd type="none" w="med" len="med"/>
              <a:tailEnd type="none" w="med" len="med"/>
            </a:ln>
          </p:spPr>
        </p:sp>
        <p:sp>
          <p:nvSpPr>
            <p:cNvPr id="39986" name="Line 123"/>
            <p:cNvSpPr/>
            <p:nvPr/>
          </p:nvSpPr>
          <p:spPr>
            <a:xfrm>
              <a:off x="470" y="960"/>
              <a:ext cx="720" cy="0"/>
            </a:xfrm>
            <a:prstGeom prst="line">
              <a:avLst/>
            </a:prstGeom>
            <a:ln w="9525" cap="flat" cmpd="sng">
              <a:solidFill>
                <a:schemeClr val="tx1"/>
              </a:solidFill>
              <a:prstDash val="solid"/>
              <a:headEnd type="none" w="med" len="med"/>
              <a:tailEnd type="none" w="med" len="med"/>
            </a:ln>
          </p:spPr>
        </p:sp>
        <p:sp>
          <p:nvSpPr>
            <p:cNvPr id="39987" name="Line 124"/>
            <p:cNvSpPr/>
            <p:nvPr/>
          </p:nvSpPr>
          <p:spPr>
            <a:xfrm>
              <a:off x="192" y="1151"/>
              <a:ext cx="1000" cy="1"/>
            </a:xfrm>
            <a:prstGeom prst="line">
              <a:avLst/>
            </a:prstGeom>
            <a:ln w="9525" cap="flat" cmpd="sng">
              <a:solidFill>
                <a:schemeClr val="tx1"/>
              </a:solidFill>
              <a:prstDash val="solid"/>
              <a:headEnd type="none" w="med" len="med"/>
              <a:tailEnd type="none" w="med" len="med"/>
            </a:ln>
          </p:spPr>
        </p:sp>
        <p:sp>
          <p:nvSpPr>
            <p:cNvPr id="39988" name="Line 125"/>
            <p:cNvSpPr/>
            <p:nvPr/>
          </p:nvSpPr>
          <p:spPr>
            <a:xfrm>
              <a:off x="1548" y="336"/>
              <a:ext cx="86" cy="1"/>
            </a:xfrm>
            <a:prstGeom prst="line">
              <a:avLst/>
            </a:prstGeom>
            <a:ln w="9525" cap="flat" cmpd="sng">
              <a:solidFill>
                <a:schemeClr val="tx1"/>
              </a:solidFill>
              <a:prstDash val="solid"/>
              <a:headEnd type="none" w="med" len="med"/>
              <a:tailEnd type="none" w="med" len="med"/>
            </a:ln>
          </p:spPr>
        </p:sp>
        <p:sp>
          <p:nvSpPr>
            <p:cNvPr id="39989" name="Line 126"/>
            <p:cNvSpPr/>
            <p:nvPr/>
          </p:nvSpPr>
          <p:spPr>
            <a:xfrm>
              <a:off x="1631" y="337"/>
              <a:ext cx="1" cy="252"/>
            </a:xfrm>
            <a:prstGeom prst="line">
              <a:avLst/>
            </a:prstGeom>
            <a:ln w="9525" cap="flat" cmpd="sng">
              <a:solidFill>
                <a:schemeClr val="tx1"/>
              </a:solidFill>
              <a:prstDash val="solid"/>
              <a:headEnd type="none" w="med" len="med"/>
              <a:tailEnd type="none" w="med" len="med"/>
            </a:ln>
          </p:spPr>
        </p:sp>
        <p:sp>
          <p:nvSpPr>
            <p:cNvPr id="39990" name="Line 127"/>
            <p:cNvSpPr/>
            <p:nvPr/>
          </p:nvSpPr>
          <p:spPr>
            <a:xfrm>
              <a:off x="1632" y="588"/>
              <a:ext cx="144" cy="0"/>
            </a:xfrm>
            <a:prstGeom prst="line">
              <a:avLst/>
            </a:prstGeom>
            <a:ln w="9525" cap="flat" cmpd="sng">
              <a:solidFill>
                <a:schemeClr val="tx1"/>
              </a:solidFill>
              <a:prstDash val="solid"/>
              <a:headEnd type="none" w="med" len="med"/>
              <a:tailEnd type="none" w="med" len="med"/>
            </a:ln>
          </p:spPr>
        </p:sp>
        <p:sp>
          <p:nvSpPr>
            <p:cNvPr id="39991" name="Line 128"/>
            <p:cNvSpPr/>
            <p:nvPr/>
          </p:nvSpPr>
          <p:spPr>
            <a:xfrm>
              <a:off x="1632" y="768"/>
              <a:ext cx="144" cy="0"/>
            </a:xfrm>
            <a:prstGeom prst="line">
              <a:avLst/>
            </a:prstGeom>
            <a:ln w="9525" cap="flat" cmpd="sng">
              <a:solidFill>
                <a:schemeClr val="tx1"/>
              </a:solidFill>
              <a:prstDash val="solid"/>
              <a:headEnd type="none" w="med" len="med"/>
              <a:tailEnd type="none" w="med" len="med"/>
            </a:ln>
          </p:spPr>
        </p:sp>
        <p:sp>
          <p:nvSpPr>
            <p:cNvPr id="39992" name="Line 129"/>
            <p:cNvSpPr/>
            <p:nvPr/>
          </p:nvSpPr>
          <p:spPr>
            <a:xfrm>
              <a:off x="1632" y="768"/>
              <a:ext cx="0" cy="288"/>
            </a:xfrm>
            <a:prstGeom prst="line">
              <a:avLst/>
            </a:prstGeom>
            <a:ln w="9525" cap="flat" cmpd="sng">
              <a:solidFill>
                <a:schemeClr val="tx1"/>
              </a:solidFill>
              <a:prstDash val="solid"/>
              <a:headEnd type="none" w="med" len="med"/>
              <a:tailEnd type="none" w="med" len="med"/>
            </a:ln>
          </p:spPr>
        </p:sp>
        <p:sp>
          <p:nvSpPr>
            <p:cNvPr id="39993" name="Line 130"/>
            <p:cNvSpPr/>
            <p:nvPr/>
          </p:nvSpPr>
          <p:spPr>
            <a:xfrm flipV="1">
              <a:off x="1548" y="1056"/>
              <a:ext cx="84" cy="1"/>
            </a:xfrm>
            <a:prstGeom prst="line">
              <a:avLst/>
            </a:prstGeom>
            <a:ln w="9525" cap="flat" cmpd="sng">
              <a:solidFill>
                <a:schemeClr val="tx1"/>
              </a:solidFill>
              <a:prstDash val="solid"/>
              <a:headEnd type="none" w="med" len="med"/>
              <a:tailEnd type="none" w="med" len="med"/>
            </a:ln>
          </p:spPr>
        </p:sp>
        <p:sp>
          <p:nvSpPr>
            <p:cNvPr id="39994" name="Oval 106"/>
            <p:cNvSpPr/>
            <p:nvPr/>
          </p:nvSpPr>
          <p:spPr>
            <a:xfrm>
              <a:off x="1489" y="299"/>
              <a:ext cx="68" cy="68"/>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nvGrpSpPr>
            <p:cNvPr id="39995" name="Group 107"/>
            <p:cNvGrpSpPr/>
            <p:nvPr/>
          </p:nvGrpSpPr>
          <p:grpSpPr>
            <a:xfrm>
              <a:off x="1200" y="156"/>
              <a:ext cx="321" cy="384"/>
              <a:chOff x="0" y="0"/>
              <a:chExt cx="321" cy="384"/>
            </a:xfrm>
          </p:grpSpPr>
          <p:sp>
            <p:nvSpPr>
              <p:cNvPr id="40001" name="Rectangle 108"/>
              <p:cNvSpPr/>
              <p:nvPr/>
            </p:nvSpPr>
            <p:spPr>
              <a:xfrm>
                <a:off x="0"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40002" name="Text Box 109"/>
              <p:cNvSpPr txBox="1"/>
              <p:nvPr/>
            </p:nvSpPr>
            <p:spPr>
              <a:xfrm>
                <a:off x="37" y="75"/>
                <a:ext cx="284" cy="231"/>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300" b="1" dirty="0">
                    <a:solidFill>
                      <a:schemeClr val="tx1"/>
                    </a:solidFill>
                    <a:latin typeface="Calibri" panose="020F0502020204030204" pitchFamily="34" charset="0"/>
                    <a:cs typeface="Times New Roman" panose="02020603050405020304" pitchFamily="18" charset="0"/>
                  </a:rPr>
                  <a:t>&amp;</a:t>
                </a:r>
                <a:endParaRPr lang="en-US" altLang="zh-CN" sz="1300" b="1" dirty="0">
                  <a:solidFill>
                    <a:schemeClr val="tx1"/>
                  </a:solidFill>
                  <a:latin typeface="Calibri" panose="020F0502020204030204" pitchFamily="34" charset="0"/>
                </a:endParaRPr>
              </a:p>
            </p:txBody>
          </p:sp>
        </p:grpSp>
        <p:sp>
          <p:nvSpPr>
            <p:cNvPr id="39996" name="Line 131"/>
            <p:cNvSpPr/>
            <p:nvPr/>
          </p:nvSpPr>
          <p:spPr>
            <a:xfrm>
              <a:off x="2136" y="660"/>
              <a:ext cx="192" cy="0"/>
            </a:xfrm>
            <a:prstGeom prst="line">
              <a:avLst/>
            </a:prstGeom>
            <a:ln w="9525" cap="flat" cmpd="sng">
              <a:solidFill>
                <a:schemeClr val="tx1"/>
              </a:solidFill>
              <a:prstDash val="solid"/>
              <a:headEnd type="none" w="med" len="med"/>
              <a:tailEnd type="none" w="med" len="med"/>
            </a:ln>
          </p:spPr>
        </p:sp>
        <p:sp>
          <p:nvSpPr>
            <p:cNvPr id="39997" name="Oval 111"/>
            <p:cNvSpPr/>
            <p:nvPr/>
          </p:nvSpPr>
          <p:spPr>
            <a:xfrm>
              <a:off x="1488" y="1020"/>
              <a:ext cx="68" cy="68"/>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nvGrpSpPr>
            <p:cNvPr id="39998" name="Group 112"/>
            <p:cNvGrpSpPr/>
            <p:nvPr/>
          </p:nvGrpSpPr>
          <p:grpSpPr>
            <a:xfrm>
              <a:off x="1193" y="864"/>
              <a:ext cx="328" cy="384"/>
              <a:chOff x="-7" y="0"/>
              <a:chExt cx="328" cy="384"/>
            </a:xfrm>
          </p:grpSpPr>
          <p:sp>
            <p:nvSpPr>
              <p:cNvPr id="39999" name="Rectangle 113"/>
              <p:cNvSpPr/>
              <p:nvPr/>
            </p:nvSpPr>
            <p:spPr>
              <a:xfrm>
                <a:off x="-7"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40000" name="Text Box 114"/>
              <p:cNvSpPr txBox="1"/>
              <p:nvPr/>
            </p:nvSpPr>
            <p:spPr>
              <a:xfrm>
                <a:off x="37" y="75"/>
                <a:ext cx="284" cy="231"/>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300" b="1" dirty="0">
                    <a:solidFill>
                      <a:schemeClr val="tx1"/>
                    </a:solidFill>
                    <a:latin typeface="Calibri" panose="020F0502020204030204" pitchFamily="34" charset="0"/>
                    <a:cs typeface="Times New Roman" panose="02020603050405020304" pitchFamily="18" charset="0"/>
                  </a:rPr>
                  <a:t>&amp;</a:t>
                </a:r>
                <a:endParaRPr lang="en-US" altLang="zh-CN" sz="1300" b="1" dirty="0">
                  <a:solidFill>
                    <a:schemeClr val="tx1"/>
                  </a:solidFill>
                  <a:latin typeface="Calibri" panose="020F0502020204030204" pitchFamily="34" charset="0"/>
                </a:endParaRPr>
              </a:p>
            </p:txBody>
          </p:sp>
        </p:grpSp>
      </p:grpSp>
      <p:grpSp>
        <p:nvGrpSpPr>
          <p:cNvPr id="38920" name="Group 168"/>
          <p:cNvGrpSpPr/>
          <p:nvPr/>
        </p:nvGrpSpPr>
        <p:grpSpPr>
          <a:xfrm>
            <a:off x="5648325" y="3074988"/>
            <a:ext cx="2797175" cy="2024062"/>
            <a:chOff x="54" y="96"/>
            <a:chExt cx="1762" cy="1700"/>
          </a:xfrm>
        </p:grpSpPr>
        <p:sp>
          <p:nvSpPr>
            <p:cNvPr id="39946" name="Freeform 46"/>
            <p:cNvSpPr/>
            <p:nvPr/>
          </p:nvSpPr>
          <p:spPr>
            <a:xfrm>
              <a:off x="284" y="106"/>
              <a:ext cx="1252" cy="183"/>
            </a:xfrm>
            <a:custGeom>
              <a:avLst/>
              <a:gdLst/>
              <a:ahLst/>
              <a:cxnLst>
                <a:cxn ang="0">
                  <a:pos x="0" y="0"/>
                </a:cxn>
                <a:cxn ang="0">
                  <a:pos x="2" y="0"/>
                </a:cxn>
                <a:cxn ang="0">
                  <a:pos x="2" y="3501"/>
                </a:cxn>
                <a:cxn ang="0">
                  <a:pos x="4" y="3501"/>
                </a:cxn>
              </a:cxnLst>
              <a:pathLst>
                <a:path w="1632" h="160">
                  <a:moveTo>
                    <a:pt x="0" y="0"/>
                  </a:moveTo>
                  <a:lnTo>
                    <a:pt x="296" y="0"/>
                  </a:lnTo>
                  <a:lnTo>
                    <a:pt x="296" y="160"/>
                  </a:lnTo>
                  <a:lnTo>
                    <a:pt x="1632" y="16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39947" name="Freeform 47"/>
            <p:cNvSpPr/>
            <p:nvPr/>
          </p:nvSpPr>
          <p:spPr>
            <a:xfrm>
              <a:off x="348" y="376"/>
              <a:ext cx="1284" cy="193"/>
            </a:xfrm>
            <a:custGeom>
              <a:avLst/>
              <a:gdLst/>
              <a:ahLst/>
              <a:cxnLst>
                <a:cxn ang="0">
                  <a:pos x="0" y="88"/>
                </a:cxn>
                <a:cxn ang="0">
                  <a:pos x="2" y="88"/>
                </a:cxn>
                <a:cxn ang="0">
                  <a:pos x="2" y="0"/>
                </a:cxn>
                <a:cxn ang="0">
                  <a:pos x="9" y="0"/>
                </a:cxn>
              </a:cxnLst>
              <a:pathLst>
                <a:path w="1608" h="200">
                  <a:moveTo>
                    <a:pt x="0" y="200"/>
                  </a:moveTo>
                  <a:lnTo>
                    <a:pt x="352" y="200"/>
                  </a:lnTo>
                  <a:lnTo>
                    <a:pt x="352" y="0"/>
                  </a:lnTo>
                  <a:lnTo>
                    <a:pt x="1608"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39948" name="Freeform 48"/>
            <p:cNvSpPr/>
            <p:nvPr/>
          </p:nvSpPr>
          <p:spPr>
            <a:xfrm>
              <a:off x="364" y="681"/>
              <a:ext cx="1268" cy="193"/>
            </a:xfrm>
            <a:custGeom>
              <a:avLst/>
              <a:gdLst/>
              <a:ahLst/>
              <a:cxnLst>
                <a:cxn ang="0">
                  <a:pos x="0" y="37"/>
                </a:cxn>
                <a:cxn ang="0">
                  <a:pos x="2" y="37"/>
                </a:cxn>
                <a:cxn ang="0">
                  <a:pos x="2" y="0"/>
                </a:cxn>
                <a:cxn ang="0">
                  <a:pos x="2" y="0"/>
                </a:cxn>
                <a:cxn ang="0">
                  <a:pos x="2" y="37"/>
                </a:cxn>
                <a:cxn ang="0">
                  <a:pos x="3" y="37"/>
                </a:cxn>
              </a:cxnLst>
              <a:pathLst>
                <a:path w="1680" h="208">
                  <a:moveTo>
                    <a:pt x="0" y="208"/>
                  </a:moveTo>
                  <a:lnTo>
                    <a:pt x="808" y="208"/>
                  </a:lnTo>
                  <a:lnTo>
                    <a:pt x="808" y="0"/>
                  </a:lnTo>
                  <a:lnTo>
                    <a:pt x="1144" y="0"/>
                  </a:lnTo>
                  <a:lnTo>
                    <a:pt x="1144" y="208"/>
                  </a:lnTo>
                  <a:lnTo>
                    <a:pt x="1680" y="208"/>
                  </a:lnTo>
                </a:path>
              </a:pathLst>
            </a:custGeom>
            <a:noFill/>
            <a:ln w="28575" cap="flat" cmpd="sng">
              <a:solidFill>
                <a:srgbClr val="FF3300">
                  <a:alpha val="100000"/>
                </a:srgbClr>
              </a:solidFill>
              <a:prstDash val="solid"/>
              <a:round/>
              <a:headEnd type="none" w="med" len="med"/>
              <a:tailEnd type="none" w="med" len="med"/>
            </a:ln>
          </p:spPr>
          <p:txBody>
            <a:bodyPr/>
            <a:p>
              <a:endParaRPr lang="zh-CN" altLang="en-US"/>
            </a:p>
          </p:txBody>
        </p:sp>
        <p:sp>
          <p:nvSpPr>
            <p:cNvPr id="39949" name="Text Box 52"/>
            <p:cNvSpPr txBox="1"/>
            <p:nvPr/>
          </p:nvSpPr>
          <p:spPr>
            <a:xfrm>
              <a:off x="113" y="96"/>
              <a:ext cx="223"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B</a:t>
              </a:r>
              <a:endParaRPr lang="en-US" altLang="zh-CN" sz="1500" b="1" dirty="0">
                <a:solidFill>
                  <a:schemeClr val="tx1"/>
                </a:solidFill>
                <a:latin typeface="Arial" panose="020B0604020202020204" pitchFamily="34" charset="0"/>
              </a:endParaRPr>
            </a:p>
          </p:txBody>
        </p:sp>
        <p:sp>
          <p:nvSpPr>
            <p:cNvPr id="39950" name="Text Box 53"/>
            <p:cNvSpPr txBox="1"/>
            <p:nvPr/>
          </p:nvSpPr>
          <p:spPr>
            <a:xfrm>
              <a:off x="113" y="394"/>
              <a:ext cx="223"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B</a:t>
              </a:r>
              <a:endParaRPr lang="en-US" altLang="zh-CN" sz="1500" b="1" dirty="0">
                <a:solidFill>
                  <a:schemeClr val="tx1"/>
                </a:solidFill>
                <a:latin typeface="Arial" panose="020B0604020202020204" pitchFamily="34" charset="0"/>
              </a:endParaRPr>
            </a:p>
          </p:txBody>
        </p:sp>
        <p:sp>
          <p:nvSpPr>
            <p:cNvPr id="39951" name="Text Box 54"/>
            <p:cNvSpPr txBox="1"/>
            <p:nvPr/>
          </p:nvSpPr>
          <p:spPr>
            <a:xfrm>
              <a:off x="54" y="682"/>
              <a:ext cx="330"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rgbClr val="FF3300"/>
                  </a:solidFill>
                  <a:latin typeface="Arial" panose="020B0604020202020204" pitchFamily="34" charset="0"/>
                </a:rPr>
                <a:t>SP</a:t>
              </a:r>
              <a:endParaRPr lang="en-US" altLang="zh-CN" sz="1500" b="1" dirty="0">
                <a:solidFill>
                  <a:srgbClr val="FF3300"/>
                </a:solidFill>
                <a:latin typeface="Arial" panose="020B0604020202020204" pitchFamily="34" charset="0"/>
              </a:endParaRPr>
            </a:p>
          </p:txBody>
        </p:sp>
        <p:sp>
          <p:nvSpPr>
            <p:cNvPr id="39952" name="Text Box 55"/>
            <p:cNvSpPr txBox="1"/>
            <p:nvPr/>
          </p:nvSpPr>
          <p:spPr>
            <a:xfrm>
              <a:off x="72" y="970"/>
              <a:ext cx="312"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P1</a:t>
              </a:r>
              <a:endParaRPr lang="en-US" altLang="zh-CN" sz="1500" b="1" dirty="0">
                <a:solidFill>
                  <a:schemeClr val="tx1"/>
                </a:solidFill>
                <a:latin typeface="Arial" panose="020B0604020202020204" pitchFamily="34" charset="0"/>
              </a:endParaRPr>
            </a:p>
          </p:txBody>
        </p:sp>
        <p:sp>
          <p:nvSpPr>
            <p:cNvPr id="39953" name="Text Box 56"/>
            <p:cNvSpPr txBox="1"/>
            <p:nvPr/>
          </p:nvSpPr>
          <p:spPr>
            <a:xfrm>
              <a:off x="72" y="1258"/>
              <a:ext cx="312"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P2</a:t>
              </a:r>
              <a:endParaRPr lang="en-US" altLang="zh-CN" sz="1500" b="1" dirty="0">
                <a:solidFill>
                  <a:schemeClr val="tx1"/>
                </a:solidFill>
                <a:latin typeface="Arial" panose="020B0604020202020204" pitchFamily="34" charset="0"/>
              </a:endParaRPr>
            </a:p>
          </p:txBody>
        </p:sp>
        <p:sp>
          <p:nvSpPr>
            <p:cNvPr id="39954" name="Text Box 57"/>
            <p:cNvSpPr txBox="1"/>
            <p:nvPr/>
          </p:nvSpPr>
          <p:spPr>
            <a:xfrm>
              <a:off x="1584" y="1258"/>
              <a:ext cx="232"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H</a:t>
              </a:r>
              <a:endParaRPr lang="en-US" altLang="zh-CN" sz="1500" b="1" dirty="0">
                <a:solidFill>
                  <a:schemeClr val="tx1"/>
                </a:solidFill>
                <a:latin typeface="Arial" panose="020B0604020202020204" pitchFamily="34" charset="0"/>
              </a:endParaRPr>
            </a:p>
          </p:txBody>
        </p:sp>
        <p:sp>
          <p:nvSpPr>
            <p:cNvPr id="39955" name="Text Box 58"/>
            <p:cNvSpPr txBox="1"/>
            <p:nvPr/>
          </p:nvSpPr>
          <p:spPr>
            <a:xfrm>
              <a:off x="96" y="1546"/>
              <a:ext cx="200" cy="250"/>
            </a:xfrm>
            <a:prstGeom prst="rect">
              <a:avLst/>
            </a:prstGeom>
            <a:noFill/>
            <a:ln w="9525">
              <a:noFill/>
            </a:ln>
          </p:spPr>
          <p:txBody>
            <a:bodyPr>
              <a:spAutoFit/>
            </a:bodyPr>
            <a:p>
              <a:pPr algn="ctr" eaLnBrk="1" hangingPunct="1">
                <a:lnSpc>
                  <a:spcPct val="90000"/>
                </a:lnSpc>
                <a:spcBef>
                  <a:spcPct val="50000"/>
                </a:spcBef>
                <a:buFont typeface="Arial" panose="020B0604020202020204" pitchFamily="34" charset="0"/>
              </a:pPr>
              <a:r>
                <a:rPr lang="en-US" altLang="zh-CN" sz="1500" b="1" dirty="0">
                  <a:solidFill>
                    <a:schemeClr val="tx1"/>
                  </a:solidFill>
                  <a:latin typeface="Arial" panose="020B0604020202020204" pitchFamily="34" charset="0"/>
                </a:rPr>
                <a:t>F</a:t>
              </a:r>
              <a:endParaRPr lang="en-US" altLang="zh-CN" sz="1500" b="1" dirty="0">
                <a:solidFill>
                  <a:schemeClr val="tx1"/>
                </a:solidFill>
                <a:latin typeface="Arial" panose="020B0604020202020204" pitchFamily="34" charset="0"/>
              </a:endParaRPr>
            </a:p>
          </p:txBody>
        </p:sp>
        <p:sp>
          <p:nvSpPr>
            <p:cNvPr id="39956" name="Line 147"/>
            <p:cNvSpPr/>
            <p:nvPr/>
          </p:nvSpPr>
          <p:spPr>
            <a:xfrm flipV="1">
              <a:off x="144" y="418"/>
              <a:ext cx="118" cy="0"/>
            </a:xfrm>
            <a:prstGeom prst="line">
              <a:avLst/>
            </a:prstGeom>
            <a:ln w="9525" cap="flat" cmpd="sng">
              <a:solidFill>
                <a:schemeClr val="tx1"/>
              </a:solidFill>
              <a:prstDash val="solid"/>
              <a:headEnd type="none" w="med" len="med"/>
              <a:tailEnd type="none" w="med" len="med"/>
            </a:ln>
          </p:spPr>
        </p:sp>
        <p:sp>
          <p:nvSpPr>
            <p:cNvPr id="39957" name="Line 149"/>
            <p:cNvSpPr/>
            <p:nvPr/>
          </p:nvSpPr>
          <p:spPr>
            <a:xfrm>
              <a:off x="336" y="994"/>
              <a:ext cx="768" cy="0"/>
            </a:xfrm>
            <a:prstGeom prst="line">
              <a:avLst/>
            </a:prstGeom>
            <a:ln w="28575" cap="flat" cmpd="sng">
              <a:solidFill>
                <a:schemeClr val="tx1"/>
              </a:solidFill>
              <a:prstDash val="solid"/>
              <a:headEnd type="none" w="med" len="med"/>
              <a:tailEnd type="none" w="med" len="med"/>
            </a:ln>
          </p:spPr>
        </p:sp>
        <p:sp>
          <p:nvSpPr>
            <p:cNvPr id="39958" name="Line 150"/>
            <p:cNvSpPr/>
            <p:nvPr/>
          </p:nvSpPr>
          <p:spPr>
            <a:xfrm>
              <a:off x="1092" y="1000"/>
              <a:ext cx="0" cy="193"/>
            </a:xfrm>
            <a:prstGeom prst="line">
              <a:avLst/>
            </a:prstGeom>
            <a:ln w="28575" cap="flat" cmpd="sng">
              <a:solidFill>
                <a:schemeClr val="tx1"/>
              </a:solidFill>
              <a:prstDash val="solid"/>
              <a:headEnd type="none" w="med" len="med"/>
              <a:tailEnd type="none" w="med" len="med"/>
            </a:ln>
          </p:spPr>
        </p:sp>
        <p:sp>
          <p:nvSpPr>
            <p:cNvPr id="39959" name="Line 151"/>
            <p:cNvSpPr/>
            <p:nvPr/>
          </p:nvSpPr>
          <p:spPr>
            <a:xfrm>
              <a:off x="1323" y="997"/>
              <a:ext cx="300" cy="0"/>
            </a:xfrm>
            <a:prstGeom prst="line">
              <a:avLst/>
            </a:prstGeom>
            <a:ln w="28575" cap="flat" cmpd="sng">
              <a:solidFill>
                <a:schemeClr val="tx1"/>
              </a:solidFill>
              <a:prstDash val="solid"/>
              <a:headEnd type="none" w="med" len="med"/>
              <a:tailEnd type="none" w="med" len="med"/>
            </a:ln>
          </p:spPr>
        </p:sp>
        <p:sp>
          <p:nvSpPr>
            <p:cNvPr id="39960" name="Line 152"/>
            <p:cNvSpPr/>
            <p:nvPr/>
          </p:nvSpPr>
          <p:spPr>
            <a:xfrm flipV="1">
              <a:off x="1335" y="994"/>
              <a:ext cx="0" cy="192"/>
            </a:xfrm>
            <a:prstGeom prst="line">
              <a:avLst/>
            </a:prstGeom>
            <a:ln w="28575" cap="flat" cmpd="sng">
              <a:solidFill>
                <a:schemeClr val="tx1"/>
              </a:solidFill>
              <a:prstDash val="solid"/>
              <a:headEnd type="none" w="med" len="med"/>
              <a:tailEnd type="none" w="med" len="med"/>
            </a:ln>
          </p:spPr>
        </p:sp>
        <p:sp>
          <p:nvSpPr>
            <p:cNvPr id="39961" name="Line 153"/>
            <p:cNvSpPr/>
            <p:nvPr/>
          </p:nvSpPr>
          <p:spPr>
            <a:xfrm>
              <a:off x="1095" y="1192"/>
              <a:ext cx="240" cy="0"/>
            </a:xfrm>
            <a:prstGeom prst="line">
              <a:avLst/>
            </a:prstGeom>
            <a:ln w="28575" cap="flat" cmpd="sng">
              <a:solidFill>
                <a:schemeClr val="tx1"/>
              </a:solidFill>
              <a:prstDash val="solid"/>
              <a:headEnd type="none" w="med" len="med"/>
              <a:tailEnd type="none" w="med" len="med"/>
            </a:ln>
          </p:spPr>
        </p:sp>
        <p:sp>
          <p:nvSpPr>
            <p:cNvPr id="39962" name="Line 154"/>
            <p:cNvSpPr/>
            <p:nvPr/>
          </p:nvSpPr>
          <p:spPr>
            <a:xfrm flipH="1">
              <a:off x="384" y="1306"/>
              <a:ext cx="1248" cy="0"/>
            </a:xfrm>
            <a:prstGeom prst="line">
              <a:avLst/>
            </a:prstGeom>
            <a:ln w="28575" cap="flat" cmpd="sng">
              <a:solidFill>
                <a:schemeClr val="tx1"/>
              </a:solidFill>
              <a:prstDash val="solid"/>
              <a:headEnd type="none" w="med" len="med"/>
              <a:tailEnd type="none" w="med" len="med"/>
            </a:ln>
          </p:spPr>
        </p:sp>
        <p:sp>
          <p:nvSpPr>
            <p:cNvPr id="39963" name="Line 156"/>
            <p:cNvSpPr/>
            <p:nvPr/>
          </p:nvSpPr>
          <p:spPr>
            <a:xfrm>
              <a:off x="336" y="1738"/>
              <a:ext cx="864" cy="0"/>
            </a:xfrm>
            <a:prstGeom prst="line">
              <a:avLst/>
            </a:prstGeom>
            <a:ln w="28575" cap="flat" cmpd="sng">
              <a:solidFill>
                <a:schemeClr val="tx1"/>
              </a:solidFill>
              <a:prstDash val="solid"/>
              <a:headEnd type="none" w="med" len="med"/>
              <a:tailEnd type="none" w="med" len="med"/>
            </a:ln>
          </p:spPr>
        </p:sp>
        <p:sp>
          <p:nvSpPr>
            <p:cNvPr id="39964" name="Line 157"/>
            <p:cNvSpPr/>
            <p:nvPr/>
          </p:nvSpPr>
          <p:spPr>
            <a:xfrm flipV="1">
              <a:off x="1200" y="1546"/>
              <a:ext cx="0" cy="192"/>
            </a:xfrm>
            <a:prstGeom prst="line">
              <a:avLst/>
            </a:prstGeom>
            <a:ln w="28575" cap="flat" cmpd="sng">
              <a:solidFill>
                <a:schemeClr val="tx1"/>
              </a:solidFill>
              <a:prstDash val="solid"/>
              <a:headEnd type="none" w="med" len="med"/>
              <a:tailEnd type="none" w="med" len="med"/>
            </a:ln>
          </p:spPr>
        </p:sp>
        <p:sp>
          <p:nvSpPr>
            <p:cNvPr id="39965" name="Line 158"/>
            <p:cNvSpPr/>
            <p:nvPr/>
          </p:nvSpPr>
          <p:spPr>
            <a:xfrm flipV="1">
              <a:off x="1440" y="1546"/>
              <a:ext cx="0" cy="192"/>
            </a:xfrm>
            <a:prstGeom prst="line">
              <a:avLst/>
            </a:prstGeom>
            <a:ln w="28575" cap="flat" cmpd="sng">
              <a:solidFill>
                <a:schemeClr val="tx1"/>
              </a:solidFill>
              <a:prstDash val="solid"/>
              <a:headEnd type="none" w="med" len="med"/>
              <a:tailEnd type="none" w="med" len="med"/>
            </a:ln>
          </p:spPr>
        </p:sp>
        <p:sp>
          <p:nvSpPr>
            <p:cNvPr id="39966" name="Line 165"/>
            <p:cNvSpPr/>
            <p:nvPr/>
          </p:nvSpPr>
          <p:spPr>
            <a:xfrm>
              <a:off x="1200" y="1546"/>
              <a:ext cx="240" cy="0"/>
            </a:xfrm>
            <a:prstGeom prst="line">
              <a:avLst/>
            </a:prstGeom>
            <a:ln w="28575" cap="flat" cmpd="sng">
              <a:solidFill>
                <a:schemeClr val="tx1"/>
              </a:solidFill>
              <a:prstDash val="solid"/>
              <a:headEnd type="none" w="med" len="med"/>
              <a:tailEnd type="none" w="med" len="med"/>
            </a:ln>
          </p:spPr>
        </p:sp>
        <p:sp>
          <p:nvSpPr>
            <p:cNvPr id="39967" name="Line 167"/>
            <p:cNvSpPr/>
            <p:nvPr/>
          </p:nvSpPr>
          <p:spPr>
            <a:xfrm>
              <a:off x="1440" y="1726"/>
              <a:ext cx="240" cy="0"/>
            </a:xfrm>
            <a:prstGeom prst="line">
              <a:avLst/>
            </a:prstGeom>
            <a:ln w="28575" cap="flat" cmpd="sng">
              <a:solidFill>
                <a:schemeClr val="tx1"/>
              </a:solidFill>
              <a:prstDash val="solid"/>
              <a:headEnd type="none" w="med" len="med"/>
              <a:tailEnd type="none" w="med" len="med"/>
            </a:ln>
          </p:spPr>
        </p:sp>
      </p:grpSp>
      <p:sp>
        <p:nvSpPr>
          <p:cNvPr id="38921" name="Rectangle 169"/>
          <p:cNvSpPr/>
          <p:nvPr/>
        </p:nvSpPr>
        <p:spPr>
          <a:xfrm>
            <a:off x="468630" y="3569335"/>
            <a:ext cx="4464050" cy="1307465"/>
          </a:xfrm>
          <a:prstGeom prst="rect">
            <a:avLst/>
          </a:prstGeom>
          <a:noFill/>
          <a:ln w="9525">
            <a:noFill/>
          </a:ln>
        </p:spPr>
        <p:txBody>
          <a:bodyPr/>
          <a:p>
            <a:pPr marL="171450" indent="-171450" defTabSz="685800" eaLnBrk="1" hangingPunct="1">
              <a:lnSpc>
                <a:spcPct val="150000"/>
              </a:lnSpc>
              <a:spcBef>
                <a:spcPct val="50000"/>
              </a:spcBef>
              <a:buFont typeface="Arial" panose="020B0604020202020204" pitchFamily="34" charset="0"/>
            </a:pPr>
            <a:r>
              <a:rPr lang="en-US" altLang="zh-CN" sz="1700" b="1" dirty="0">
                <a:solidFill>
                  <a:schemeClr val="bg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在特定的电路系统中采用的方法。在一般的组合电路中慎用。</a:t>
            </a:r>
            <a:r>
              <a:rPr lang="zh-CN" altLang="en-US" b="1" dirty="0">
                <a:solidFill>
                  <a:srgbClr val="FF0000"/>
                </a:solidFill>
                <a:latin typeface="华文新魏" panose="02010800040101010101" pitchFamily="2" charset="-122"/>
                <a:ea typeface="华文新魏" panose="02010800040101010101" pitchFamily="2" charset="-122"/>
              </a:rPr>
              <a:t>选通信号的产生时机很重要，否则适得其反！</a:t>
            </a:r>
            <a:endParaRPr lang="zh-CN" altLang="en-US" b="1" dirty="0">
              <a:solidFill>
                <a:srgbClr val="FF0000"/>
              </a:solidFill>
              <a:latin typeface="华文新魏" panose="02010800040101010101" pitchFamily="2" charset="-122"/>
              <a:ea typeface="华文新魏" panose="02010800040101010101" pitchFamily="2" charset="-122"/>
            </a:endParaRPr>
          </a:p>
          <a:p>
            <a:pPr marL="171450" indent="-171450" defTabSz="685800" eaLnBrk="1" hangingPunct="1">
              <a:lnSpc>
                <a:spcPct val="70000"/>
              </a:lnSpc>
              <a:spcBef>
                <a:spcPct val="50000"/>
              </a:spcBef>
              <a:buFont typeface="Arial" panose="020B0604020202020204" pitchFamily="34" charset="0"/>
            </a:pPr>
            <a:endParaRPr lang="zh-CN" altLang="en-US"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16"/>
                                        </p:tgtEl>
                                        <p:attrNameLst>
                                          <p:attrName>style.visibility</p:attrName>
                                        </p:attrNameLst>
                                      </p:cBhvr>
                                      <p:to>
                                        <p:strVal val="visible"/>
                                      </p:to>
                                    </p:set>
                                    <p:anim calcmode="lin" valueType="num">
                                      <p:cBhvr additive="base">
                                        <p:cTn id="7" dur="500" fill="hold"/>
                                        <p:tgtEl>
                                          <p:spTgt spid="38916"/>
                                        </p:tgtEl>
                                        <p:attrNameLst>
                                          <p:attrName>ppt_x</p:attrName>
                                        </p:attrNameLst>
                                      </p:cBhvr>
                                      <p:tavLst>
                                        <p:tav tm="0">
                                          <p:val>
                                            <p:strVal val="#ppt_x"/>
                                          </p:val>
                                        </p:tav>
                                        <p:tav tm="100000">
                                          <p:val>
                                            <p:strVal val="#ppt_x"/>
                                          </p:val>
                                        </p:tav>
                                      </p:tavLst>
                                    </p:anim>
                                    <p:anim calcmode="lin" valueType="num">
                                      <p:cBhvr additive="base">
                                        <p:cTn id="8" dur="500" fill="hold"/>
                                        <p:tgtEl>
                                          <p:spTgt spid="389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38918"/>
                                        </p:tgtEl>
                                        <p:attrNameLst>
                                          <p:attrName>style.visibility</p:attrName>
                                        </p:attrNameLst>
                                      </p:cBhvr>
                                      <p:to>
                                        <p:strVal val="visible"/>
                                      </p:to>
                                    </p:set>
                                    <p:animEffect transition="in" filter="randombar(horizontal)">
                                      <p:cBhvr>
                                        <p:cTn id="13" dur="500"/>
                                        <p:tgtEl>
                                          <p:spTgt spid="38918"/>
                                        </p:tgtEl>
                                      </p:cBhvr>
                                    </p:animEffect>
                                  </p:childTnLst>
                                </p:cTn>
                              </p:par>
                              <p:par>
                                <p:cTn id="14" presetID="14" presetClass="entr" presetSubtype="10" fill="hold" nodeType="withEffect">
                                  <p:stCondLst>
                                    <p:cond delay="0"/>
                                  </p:stCondLst>
                                  <p:childTnLst>
                                    <p:set>
                                      <p:cBhvr>
                                        <p:cTn id="15" dur="1" fill="hold">
                                          <p:stCondLst>
                                            <p:cond delay="0"/>
                                          </p:stCondLst>
                                        </p:cTn>
                                        <p:tgtEl>
                                          <p:spTgt spid="38919"/>
                                        </p:tgtEl>
                                        <p:attrNameLst>
                                          <p:attrName>style.visibility</p:attrName>
                                        </p:attrNameLst>
                                      </p:cBhvr>
                                      <p:to>
                                        <p:strVal val="visible"/>
                                      </p:to>
                                    </p:set>
                                    <p:animEffect transition="in" filter="randombar(horizontal)">
                                      <p:cBhvr>
                                        <p:cTn id="16" dur="500"/>
                                        <p:tgtEl>
                                          <p:spTgt spid="38919"/>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38921"/>
                                        </p:tgtEl>
                                        <p:attrNameLst>
                                          <p:attrName>style.visibility</p:attrName>
                                        </p:attrNameLst>
                                      </p:cBhvr>
                                      <p:to>
                                        <p:strVal val="visible"/>
                                      </p:to>
                                    </p:set>
                                    <p:animEffect transition="in" filter="wheel(1)">
                                      <p:cBhvr>
                                        <p:cTn id="21" dur="750"/>
                                        <p:tgtEl>
                                          <p:spTgt spid="38921"/>
                                        </p:tgtEl>
                                      </p:cBhvr>
                                    </p:animEffect>
                                  </p:childTnLst>
                                </p:cTn>
                              </p:par>
                              <p:par>
                                <p:cTn id="22" presetID="21" presetClass="entr" presetSubtype="1" fill="hold" grpId="0" nodeType="withEffect">
                                  <p:stCondLst>
                                    <p:cond delay="0"/>
                                  </p:stCondLst>
                                  <p:childTnLst>
                                    <p:set>
                                      <p:cBhvr>
                                        <p:cTn id="23" dur="1" fill="hold">
                                          <p:stCondLst>
                                            <p:cond delay="0"/>
                                          </p:stCondLst>
                                        </p:cTn>
                                        <p:tgtEl>
                                          <p:spTgt spid="38917"/>
                                        </p:tgtEl>
                                        <p:attrNameLst>
                                          <p:attrName>style.visibility</p:attrName>
                                        </p:attrNameLst>
                                      </p:cBhvr>
                                      <p:to>
                                        <p:strVal val="visible"/>
                                      </p:to>
                                    </p:set>
                                    <p:animEffect transition="in" filter="wheel(1)">
                                      <p:cBhvr>
                                        <p:cTn id="24" dur="750"/>
                                        <p:tgtEl>
                                          <p:spTgt spid="38917"/>
                                        </p:tgtEl>
                                      </p:cBhvr>
                                    </p:animEffect>
                                  </p:childTnLst>
                                </p:cTn>
                              </p:par>
                              <p:par>
                                <p:cTn id="25" presetID="21" presetClass="entr" presetSubtype="1" fill="hold" grpId="0" nodeType="withEffect">
                                  <p:stCondLst>
                                    <p:cond delay="0"/>
                                  </p:stCondLst>
                                  <p:childTnLst>
                                    <p:set>
                                      <p:cBhvr>
                                        <p:cTn id="26" dur="1" fill="hold">
                                          <p:stCondLst>
                                            <p:cond delay="0"/>
                                          </p:stCondLst>
                                        </p:cTn>
                                        <p:tgtEl>
                                          <p:spTgt spid="38917">
                                            <p:txEl>
                                              <p:charRg st="0" end="15"/>
                                            </p:txEl>
                                          </p:spTgt>
                                        </p:tgtEl>
                                        <p:attrNameLst>
                                          <p:attrName>style.visibility</p:attrName>
                                        </p:attrNameLst>
                                      </p:cBhvr>
                                      <p:to>
                                        <p:strVal val="visible"/>
                                      </p:to>
                                    </p:set>
                                    <p:animEffect transition="in" filter="wheel(1)">
                                      <p:cBhvr>
                                        <p:cTn id="27" dur="750"/>
                                        <p:tgtEl>
                                          <p:spTgt spid="38917">
                                            <p:txEl>
                                              <p:charRg st="0" end="15"/>
                                            </p:txEl>
                                          </p:spTgt>
                                        </p:tgtEl>
                                      </p:cBhvr>
                                    </p:animEffect>
                                  </p:childTnLst>
                                </p:cTn>
                              </p:par>
                              <p:par>
                                <p:cTn id="28" presetID="21" presetClass="entr" presetSubtype="1" fill="hold" nodeType="withEffect">
                                  <p:stCondLst>
                                    <p:cond delay="0"/>
                                  </p:stCondLst>
                                  <p:childTnLst>
                                    <p:set>
                                      <p:cBhvr>
                                        <p:cTn id="29" dur="1" fill="hold">
                                          <p:stCondLst>
                                            <p:cond delay="0"/>
                                          </p:stCondLst>
                                        </p:cTn>
                                        <p:tgtEl>
                                          <p:spTgt spid="38920"/>
                                        </p:tgtEl>
                                        <p:attrNameLst>
                                          <p:attrName>style.visibility</p:attrName>
                                        </p:attrNameLst>
                                      </p:cBhvr>
                                      <p:to>
                                        <p:strVal val="visible"/>
                                      </p:to>
                                    </p:set>
                                    <p:animEffect transition="in" filter="wheel(1)">
                                      <p:cBhvr>
                                        <p:cTn id="30" dur="750"/>
                                        <p:tgtEl>
                                          <p:spTgt spid="38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bldLvl="0" animBg="1"/>
      <p:bldP spid="38917" grpId="0" animBg="1" uiExpand="1" build="p"/>
      <p:bldP spid="38921" grpId="0"/>
    </p:bldLst>
  </p:timing>
</p:sld>
</file>

<file path=ppt/tags/tag1.xml><?xml version="1.0" encoding="utf-8"?>
<p:tagLst xmlns:p="http://schemas.openxmlformats.org/presentationml/2006/main">
  <p:tag name="KSO_WM_UNIT_TABLE_BEAUTIFY" val="smartTable{831f05c6-dfce-4eae-aa8e-eaec66c01fa3}"/>
</p:tagLst>
</file>

<file path=ppt/tags/tag2.xml><?xml version="1.0" encoding="utf-8"?>
<p:tagLst xmlns:p="http://schemas.openxmlformats.org/presentationml/2006/main">
  <p:tag name="KSO_WM_UNIT_TABLE_BEAUTIFY" val="smartTable{37ecab22-a35c-4af2-a065-b780e4b3a20c}"/>
</p:tagLst>
</file>

<file path=ppt/tags/tag3.xml><?xml version="1.0" encoding="utf-8"?>
<p:tagLst xmlns:p="http://schemas.openxmlformats.org/presentationml/2006/main">
  <p:tag name="KSO_WM_UNIT_TABLE_BEAUTIFY" val="smartTable{c1c62f9a-16a4-4b75-bcd1-db28d7451aef}"/>
</p:tagLst>
</file>

<file path=ppt/tags/tag4.xml><?xml version="1.0" encoding="utf-8"?>
<p:tagLst xmlns:p="http://schemas.openxmlformats.org/presentationml/2006/main">
  <p:tag name="COMMONDATA" val="eyJoZGlkIjoiNDhiNjIzYzU1ZGEzZTY4YzZjM2Q5NDg5MTNkOWY5NmYifQ=="/>
  <p:tag name="KSO_WPP_MARK_KEY" val="ad52f01e-ca2a-4846-aca0-d24d012018e2"/>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2926</Words>
  <Application>WPS 演示</Application>
  <PresentationFormat>全屏显示(16:9)</PresentationFormat>
  <Paragraphs>586</Paragraphs>
  <Slides>22</Slides>
  <Notes>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22</vt:i4>
      </vt:variant>
    </vt:vector>
  </HeadingPairs>
  <TitlesOfParts>
    <vt:vector size="35" baseType="lpstr">
      <vt:lpstr>Arial</vt:lpstr>
      <vt:lpstr>宋体</vt:lpstr>
      <vt:lpstr>Wingdings</vt:lpstr>
      <vt:lpstr>Calibri</vt:lpstr>
      <vt:lpstr>Times New Roman</vt:lpstr>
      <vt:lpstr>Calibri Light</vt:lpstr>
      <vt:lpstr>方正综艺简体</vt:lpstr>
      <vt:lpstr>Arial Unicode MS</vt:lpstr>
      <vt:lpstr>华文新魏</vt:lpstr>
      <vt:lpstr>黑体</vt:lpstr>
      <vt:lpstr>Wingdings</vt:lpstr>
      <vt:lpstr>微软雅黑</vt:lpstr>
      <vt:lpstr>自定义设计方案</vt:lpstr>
      <vt:lpstr>数 字 逻 辑 电 路</vt:lpstr>
      <vt:lpstr>２.３、组合电路中的竞争与险象</vt:lpstr>
      <vt:lpstr>PowerPoint 演示文稿</vt:lpstr>
      <vt:lpstr> 上述这些时延都可能使电路信号的中间结果及最终输出产生错误的信号。为简化讨论，下面假设信号变化的边沿转换时间为“0”，导线信号传输时间为“0”， 仅考虑逻辑门的时延时间td(Delays) 。</vt:lpstr>
      <vt:lpstr>例</vt:lpstr>
      <vt:lpstr>2.险象  Hazard</vt:lpstr>
      <vt:lpstr>（1）  功能险象         功能险象产生的（必要）条件如下：</vt:lpstr>
      <vt:lpstr>（2）逻辑险象产生的（必要）条件</vt:lpstr>
      <vt:lpstr>PowerPoint 演示文稿</vt:lpstr>
      <vt:lpstr>例  具有静态 0 险象的电路及时间图</vt:lpstr>
      <vt:lpstr>2）动态险象 ( Ddynamic Hazards )</vt:lpstr>
      <vt:lpstr>PowerPoint 演示文稿</vt:lpstr>
      <vt:lpstr>3.险象的判别 （Finding Static Hazards ）</vt:lpstr>
      <vt:lpstr>例  静态 1 险象的判别与消除电路(only logic?)</vt:lpstr>
      <vt:lpstr>（2）静态 0 险象判别</vt:lpstr>
      <vt:lpstr>PowerPoint 演示文稿</vt:lpstr>
      <vt:lpstr>二、逻辑表达式判别法</vt:lpstr>
      <vt:lpstr>有险象存在的表达式形式</vt:lpstr>
      <vt:lpstr>有险象存在的表达式形式(续)</vt:lpstr>
      <vt:lpstr>3.4.4  险象的消除           Designing Hazard-free circuit</vt:lpstr>
      <vt:lpstr>二、在输出端连接低通环节以减弱干扰</vt:lpstr>
      <vt:lpstr>三、利用取样脉冲避开险象</vt:lpstr>
    </vt:vector>
  </TitlesOfParts>
  <Company>xjtu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同步时序电路的分析</dc:title>
  <dc:creator>mcx</dc:creator>
  <cp:lastModifiedBy>dell</cp:lastModifiedBy>
  <cp:revision>327</cp:revision>
  <dcterms:created xsi:type="dcterms:W3CDTF">2002-09-09T07:46:00Z</dcterms:created>
  <dcterms:modified xsi:type="dcterms:W3CDTF">2025-03-13T15:05:25Z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2052-11.8.2.10393</vt:lpwstr>
  </property>
  <property fmtid="{D5CDD505-2E9C-101B-9397-08002B2CF9AE}" pid="3" name="ICV">
    <vt:lpwstr>55B850716BAF4C3A902C02A7F08A4CC9</vt:lpwstr>
  </property>
</Properties>
</file>